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docx" ContentType="application/vnd.openxmlformats-officedocument.wordprocessingml.document"/>
  <Default Extension="xlsx" ContentType="application/vnd.openxmlformats-officedocument.spreadsheetml.shee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
  </p:notesMasterIdLst>
  <p:handoutMasterIdLst>
    <p:handoutMasterId r:id="rId12"/>
  </p:handoutMasterIdLst>
  <p:sldIdLst>
    <p:sldId id="11096347" r:id="rId3"/>
    <p:sldId id="11097157" r:id="rId4"/>
    <p:sldId id="11097141" r:id="rId5"/>
    <p:sldId id="11097160" r:id="rId7"/>
    <p:sldId id="11097161" r:id="rId8"/>
    <p:sldId id="11097158" r:id="rId9"/>
    <p:sldId id="11097155" r:id="rId10"/>
    <p:sldId id="11097140" r:id="rId11"/>
  </p:sldIdLst>
  <p:sldSz cx="12192000" cy="6858000"/>
  <p:notesSz cx="6858000" cy="9144000"/>
  <p:custDataLst>
    <p:tags r:id="rId17"/>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88" userDrawn="1">
          <p15:clr>
            <a:srgbClr val="A4A3A4"/>
          </p15:clr>
        </p15:guide>
        <p15:guide id="2" pos="347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健君" initials="" lastIdx="2" clrIdx="0"/>
  <p:cmAuthor id="1" name="634274005@qq.com" initials="6" lastIdx="1" clrIdx="0"/>
  <p:cmAuthor id="2" name="lenovo" initials="l" lastIdx="1" clrIdx="1"/>
  <p:cmAuthor id="3" name="张向征" initials="牛滢滢" lastIdx="1" clrIdx="2"/>
  <p:cmAuthor id="4" name="王习习" initials="王" lastIdx="2" clrIdx="0"/>
  <p:cmAuthor id="5" name="宋洁然" initials="宋" lastIdx="2" clrIdx="1"/>
  <p:cmAuthor id="191251535" name="沈霄雷" initials="沈" lastIdx="833089" clrIdx="0"/>
  <p:cmAuthor id="6" name="ming qiu" initials="m" lastIdx="17" clrIdx="1"/>
  <p:cmAuthor id="191251536" name="李奇" initials="奇奇" lastIdx="1" clrIdx="23"/>
  <p:cmAuthor id="7" name="1206988966@qq.com" initials="1" lastIdx="1" clrIdx="2"/>
  <p:cmAuthor id="191251537" name="郭 浩" initials="郭" lastIdx="2" clrIdx="25"/>
  <p:cmAuthor id="8" name="姜伟光" initials="姜" lastIdx="1" clrIdx="0"/>
  <p:cmAuthor id="191251538" name="渠沛" initials="渠" lastIdx="1" clrIdx="35"/>
  <p:cmAuthor id="9" name="董 荟" initials="董" lastIdx="1" clrIdx="3"/>
  <p:cmAuthor id="10" name="Admin" initials="A" lastIdx="1" clrIdx="9"/>
  <p:cmAuthor id="11" name="刘 波" initials="刘" lastIdx="0" clrIdx="0"/>
  <p:cmAuthor id="12" name="dd" initials="d" lastIdx="44" clrIdx="11"/>
  <p:cmAuthor id="13" name="Administrator" initials="A" lastIdx="1" clrIdx="12"/>
  <p:cmAuthor id="14" name="刘永国" initials="刘" lastIdx="1" clrIdx="13"/>
  <p:cmAuthor id="15" name="13686" initials="1" lastIdx="1" clrIdx="14"/>
  <p:cmAuthor id="16" name="FAN" initials="F" lastIdx="1" clrIdx="15"/>
  <p:cmAuthor id="17" name="黄黎" initials="黄" lastIdx="1" clrIdx="16"/>
  <p:cmAuthor id="18" name="sx_xuzx" initials="s" lastIdx="26" clrIdx="17"/>
  <p:cmAuthor id="19" name="tplife" initials="t" lastIdx="2" clrIdx="0"/>
  <p:cmAuthor id="20" name="孟 昕" initials="孟" lastIdx="1" clrIdx="18"/>
  <p:cmAuthor id="21" name="楷彦" initials="l" lastIdx="1" clrIdx="20"/>
  <p:cmAuthor id="22" name="wangql56" initials="w" lastIdx="1" clrIdx="21"/>
  <p:cmAuthor id="2000" name="潘永学_zqEffEZJ" initials="authorId_234645887" lastIdx="1115237080" clrIdx="0"/>
  <p:cmAuthor id="23" name="lyf" initials="l" lastIdx="1" clrIdx="22"/>
  <p:cmAuthor id="2001" name="潘 晨" initials="潘" lastIdx="2" clrIdx="18"/>
  <p:cmAuthor id="2002" name="song manyi" initials="sm" lastIdx="4" clrIdx="19"/>
  <p:cmAuthor id="24" name="XiHu木鱼" initials="X" lastIdx="1" clrIdx="23"/>
  <p:cmAuthor id="25" name="朱芳芳" initials="朱" lastIdx="1" clrIdx="24"/>
  <p:cmAuthor id="26" name="王倩" initials="王" lastIdx="1" clrIdx="25"/>
  <p:cmAuthor id="27" name="yl" initials="y" lastIdx="1" clrIdx="26"/>
  <p:cmAuthor id="31" name="Author" initials="A" lastIdx="0" clrIdx="30"/>
  <p:cmAuthor id="75" name="作者" initials="A" lastIdx="0" clrIdx="24"/>
  <p:cmAuthor id="32" name="李楠10047711" initials="李楠10047711" lastIdx="2" clrIdx="31"/>
  <p:cmAuthor id="76" name="go640" initials="g" lastIdx="1" clrIdx="25"/>
  <p:cmAuthor id="77" name="zheng zheng" initials="zz" lastIdx="1" clrIdx="26"/>
  <p:cmAuthor id="78" name="xingwei hou" initials="xh" lastIdx="6" clrIdx="34"/>
  <p:cmAuthor id="35" name="吕娜娜" initials="吕" lastIdx="1" clrIdx="34"/>
  <p:cmAuthor id="39" name="段英英" initials="段" lastIdx="1" clrIdx="38"/>
  <p:cmAuthor id="28" name="IKKI" initials="I" lastIdx="1" clrIdx="0"/>
  <p:cmAuthor id="29" name="於宝泉" initials="於" lastIdx="0" clrIdx="2"/>
  <p:cmAuthor id="33" name="李金夏" initials="李" lastIdx="1" clrIdx="32"/>
  <p:cmAuthor id="34" name="马媛" initials="马" lastIdx="1" clrIdx="33"/>
  <p:cmAuthor id="43" name="liubh" initials="l" lastIdx="1" clrIdx="42"/>
  <p:cmAuthor id="36" name="My" initials="M" lastIdx="1" clrIdx="36"/>
  <p:cmAuthor id="38" name="hami251" initials="h" lastIdx="2" clrIdx="37"/>
  <p:cmAuthor id="41" name="123123" initials="1" lastIdx="2" clrIdx="40"/>
  <p:cmAuthor id="42" name="liu" initials="l" lastIdx="1" clrIdx="41"/>
  <p:cmAuthor id="53" name="牛滢滢" initials="牛" lastIdx="1" clrIdx="52"/>
  <p:cmAuthor id="2003" name="梁鹏" initials="u" lastIdx="1" clrIdx="35"/>
  <p:cmAuthor id="2004" name="范 斌" initials="范" lastIdx="1" clrIdx="36"/>
  <p:cmAuthor id="2005" name="毕邺" initials="党委办公室" lastIdx="2" clrIdx="37"/>
  <p:cmAuthor id="2006" name="jiaru tiger" initials="jt" lastIdx="2" clrIdx="38"/>
  <p:cmAuthor id="30" name="10056791" initials="ZTE" lastIdx="1" clrIdx="29"/>
  <p:cmAuthor id="47" name="雷宇" initials="雷" lastIdx="1" clrIdx="46"/>
  <p:cmAuthor id="691587970" name="小延魔法师" initials="小" lastIdx="1126286" clrIdx="0"/>
  <p:cmAuthor id="1411827" name="黄晓平" initials="黄" lastIdx="0" clrIdx="0"/>
  <p:cmAuthor id="37" name="张燕00036635" initials="张燕00036635" lastIdx="1" clrIdx="37"/>
  <p:cmAuthor id="40" name="10054047" initials="1" lastIdx="1" clrIdx="39"/>
  <p:cmAuthor id="56" name="连艳利" initials="连" lastIdx="1" clrIdx="55"/>
  <p:cmAuthor id="307" name="未知用户93" initials="" lastIdx="1" clrIdx="0"/>
  <p:cmAuthor id="308" name="未知用户90" initials="" lastIdx="5" clrIdx="1"/>
  <p:cmAuthor id="309" name="未知用户91" initials="" lastIdx="0" clrIdx="1"/>
  <p:cmAuthor id="310" name="未知用户92" initials="" lastIdx="1" clrIdx="0"/>
  <p:cmAuthor id="311" name="未知用户74" initials="" lastIdx="5" clrIdx="1"/>
  <p:cmAuthor id="312" name="未知用户75" initials="" lastIdx="8" clrIdx="0"/>
  <p:cmAuthor id="313" name="未知用户76" initials="" lastIdx="1" clrIdx="0"/>
  <p:cmAuthor id="314" name="未知用户77" initials="" lastIdx="8" clrIdx="0"/>
  <p:cmAuthor id="315" name="未知用户78" initials="" lastIdx="8" clrIdx="0"/>
  <p:cmAuthor id="316" name="未知用户79" initials="" lastIdx="1" clrIdx="0"/>
  <p:cmAuthor id="317" name="未知用户80" initials="" lastIdx="1" clrIdx="0"/>
  <p:cmAuthor id="318" name="Harry xu" initials="" lastIdx="1" clrIdx="0"/>
  <p:cmAuthor id="319" name="未知用户27" initials="未" lastIdx="1" clrIdx="0"/>
  <p:cmAuthor id="320" name="未知用户35" initials="未" lastIdx="1" clrIdx="0"/>
  <p:cmAuthor id="321" name="未知用户111" initials="未" lastIdx="1" clrIdx="1"/>
  <p:cmAuthor id="287643681" name="殷格非" initials="殷" lastIdx="2" clrIdx="0"/>
  <p:cmAuthor id="287643682" name="z r" initials="zr" lastIdx="5" clrIdx="12"/>
  <p:cmAuthor id="44" name="10092163" initials="1" lastIdx="2" clrIdx="43"/>
  <p:cmAuthor id="45" name="10157624" initials="1" lastIdx="1" clrIdx="44"/>
  <p:cmAuthor id="46" name="未知的使用者79" initials="" lastIdx="0" clrIdx="1"/>
  <p:cmAuthor id="48" name="未知的使用者80" initials="" lastIdx="0" clrIdx="0"/>
  <p:cmAuthor id="49" name="未知用户51" initials="" lastIdx="1" clrIdx="1"/>
  <p:cmAuthor id="50" name="未知的使用者82" initials="" lastIdx="1" clrIdx="0"/>
  <p:cmAuthor id="52" name="未知的使用者83" initials="" lastIdx="1" clrIdx="0"/>
  <p:cmAuthor id="54" name="未知的使用者84" initials="" lastIdx="1" clrIdx="1"/>
  <p:cmAuthor id="55" name="未知的使用者70" initials="" lastIdx="1" clrIdx="0"/>
  <p:cmAuthor id="57" name="未知的使用者40" initials="" lastIdx="1" clrIdx="0"/>
  <p:cmAuthor id="58" name="未知的使用者87" initials="" lastIdx="1" clrIdx="0"/>
  <p:cmAuthor id="59" name="曾红" initials="" lastIdx="0" clrIdx="0"/>
  <p:cmAuthor id="60" name="未知的使用者90" initials="" lastIdx="8" clrIdx="0"/>
  <p:cmAuthor id="61" name="未知的使用者29" initials="" lastIdx="1" clrIdx="0"/>
  <p:cmAuthor id="62" name="未知的使用者91" initials="" lastIdx="1" clrIdx="0"/>
  <p:cmAuthor id="63" name="未知的使用者98" initials="" lastIdx="1" clrIdx="0"/>
  <p:cmAuthor id="64" name="CHRISYU" initials="" lastIdx="1" clrIdx="0"/>
  <p:cmAuthor id="65" name="未知的使用者113" initials="" lastIdx="1" clrIdx="2"/>
  <p:cmAuthor id="66" name="liucunri" initials="" lastIdx="1" clrIdx="0"/>
  <p:cmAuthor id="67" name="未知用户9" initials="" lastIdx="1" clrIdx="0"/>
  <p:cmAuthor id="68" name="Unknown User48" initials="" lastIdx="8" clrIdx="0"/>
  <p:cmAuthor id="69" name="未知用户103" initials="" lastIdx="1" clrIdx="0"/>
  <p:cmAuthor id="70" name="Unknown User52" initials="" lastIdx="1" clrIdx="0"/>
  <p:cmAuthor id="71" name="未知的使用者42" initials="" lastIdx="1" clrIdx="0"/>
  <p:cmAuthor id="72" name="Unknown User50" initials="" lastIdx="1" clrIdx="0"/>
  <p:cmAuthor id="73" name="未知的使用者120" initials="" lastIdx="1" clrIdx="0"/>
  <p:cmAuthor id="74" name="px" initials="" lastIdx="3" clrIdx="1"/>
  <p:cmAuthor id="79" name="微软用户" initials="" lastIdx="1" clrIdx="0"/>
  <p:cmAuthor id="80" name="未知的使用者73" initials="" lastIdx="1" clrIdx="0"/>
  <p:cmAuthor id="81" name="未知的使用者24" initials="" lastIdx="8" clrIdx="0"/>
  <p:cmAuthor id="82" name="未知用户16" initials="" lastIdx="1" clrIdx="0"/>
  <p:cmAuthor id="83" name="Mary Feil-Jacobs" initials="" lastIdx="43" clrIdx="1"/>
  <p:cmAuthor id="84" name="LiuHui" initials="" lastIdx="1" clrIdx="0"/>
  <p:cmAuthor id="85" name="未知的使用者45" initials="" lastIdx="1" clrIdx="0"/>
  <p:cmAuthor id="86" name="王鹏凯" initials="" lastIdx="1" clrIdx="0"/>
  <p:cmAuthor id="87" name="未知用户104" initials="" lastIdx="1" clrIdx="0"/>
  <p:cmAuthor id="88" name="未知用户5" initials="" lastIdx="1" clrIdx="0"/>
  <p:cmAuthor id="89" name="未知的使用者10" initials="" lastIdx="3" clrIdx="1"/>
  <p:cmAuthor id="90" name="未知的使用者93" initials="" lastIdx="1" clrIdx="1"/>
  <p:cmAuthor id="92" name="LeeElva" initials="" lastIdx="1" clrIdx="0"/>
  <p:cmAuthor id="93" name="未知用户99" initials="" lastIdx="1" clrIdx="2"/>
  <p:cmAuthor id="94" name="未知的使用者34" initials="" lastIdx="1" clrIdx="0"/>
  <p:cmAuthor id="95" name="未知的使用者115" initials="" lastIdx="1" clrIdx="1"/>
  <p:cmAuthor id="96" name="未知用户57" initials="" lastIdx="1" clrIdx="0"/>
  <p:cmAuthor id="97" name="lianghb" initials="" lastIdx="19" clrIdx="0"/>
  <p:cmAuthor id="98" name="未知用户17" initials="" lastIdx="0" clrIdx="1"/>
  <p:cmAuthor id="99" name="Deanna Schuler (Bookey Consulting)" initials="" lastIdx="2" clrIdx="0"/>
  <p:cmAuthor id="100" name="未知的使用者57" initials="" lastIdx="1" clrIdx="0"/>
  <p:cmAuthor id="101" name="未知的使用者16" initials="" lastIdx="6" clrIdx="0"/>
  <p:cmAuthor id="102" name="未知的使用者35" initials="" lastIdx="1" clrIdx="0"/>
  <p:cmAuthor id="103" name="未知用户102" initials="" lastIdx="1" clrIdx="1"/>
  <p:cmAuthor id="104" name="maxine" initials="" lastIdx="0" clrIdx="0"/>
  <p:cmAuthor id="105" name="未知的使用者121" initials="" lastIdx="1" clrIdx="1"/>
  <p:cmAuthor id="106" name="未知的使用者12" initials="" lastIdx="1" clrIdx="0"/>
  <p:cmAuthor id="107" name="周元元" initials="" lastIdx="5" clrIdx="0"/>
  <p:cmAuthor id="108" name="未知的使用者27" initials="" lastIdx="8" clrIdx="0"/>
  <p:cmAuthor id="110" name="未知的使用者30" initials="" lastIdx="8" clrIdx="0"/>
  <p:cmAuthor id="111" name="未知的使用者53" initials="" lastIdx="1" clrIdx="0"/>
  <p:cmAuthor id="112" name="未知用户58" initials="" lastIdx="5" clrIdx="1"/>
  <p:cmAuthor id="113" name="未知的使用者25" initials="" lastIdx="1" clrIdx="0"/>
  <p:cmAuthor id="114" name="liupeng" initials="" lastIdx="1" clrIdx="1"/>
  <p:cmAuthor id="115" name="未知用户24" initials="" lastIdx="1" clrIdx="0"/>
  <p:cmAuthor id="116" name="AbuSina" initials="" lastIdx="2" clrIdx="0"/>
  <p:cmAuthor id="117" name="hl sun" initials="" lastIdx="1" clrIdx="0"/>
  <p:cmAuthor id="118" name="未知的使用者94" initials="" lastIdx="1" clrIdx="2"/>
  <p:cmAuthor id="119" name="未知用户66" initials="" lastIdx="1" clrIdx="0"/>
  <p:cmAuthor id="121" name="未知用户19" initials="" lastIdx="1" clrIdx="0"/>
  <p:cmAuthor id="122" name="周宏達JerryChou" initials="" lastIdx="6" clrIdx="2"/>
  <p:cmAuthor id="124" name="未知用户7" initials="" lastIdx="1" clrIdx="0"/>
  <p:cmAuthor id="125" name="未知的使用者56" initials="" lastIdx="1" clrIdx="0"/>
  <p:cmAuthor id="127" name="未知的使用者119" initials="" lastIdx="1" clrIdx="2"/>
  <p:cmAuthor id="128" name="未知用户59" initials="" lastIdx="0" clrIdx="1"/>
  <p:cmAuthor id="129" name="未知的使用者22" initials="" lastIdx="8" clrIdx="0"/>
  <p:cmAuthor id="130" name="未知的使用者103" initials="" lastIdx="8" clrIdx="0"/>
  <p:cmAuthor id="131" name="Wenwen" initials="" lastIdx="1" clrIdx="1"/>
  <p:cmAuthor id="132" name="未知的使用者117" initials="" lastIdx="1" clrIdx="0"/>
  <p:cmAuthor id="133" name="未知的使用者33" initials="" lastIdx="1" clrIdx="0"/>
  <p:cmAuthor id="134" name="未知的使用者28" initials="" lastIdx="1" clrIdx="0"/>
  <p:cmAuthor id="135" name="未知用户67" initials="" lastIdx="1" clrIdx="0"/>
  <p:cmAuthor id="136" name="未知用户114" initials="" lastIdx="1" clrIdx="0"/>
  <p:cmAuthor id="137" name="未知用户18" initials="" lastIdx="10" clrIdx="0"/>
  <p:cmAuthor id="138" name="未知的使用者67" initials="" lastIdx="1" clrIdx="0"/>
  <p:cmAuthor id="139" name="未知的使用者46" initials="" lastIdx="1" clrIdx="1"/>
  <p:cmAuthor id="140" name="未知的使用者26" initials="" lastIdx="1" clrIdx="0"/>
  <p:cmAuthor id="141" name="未知的使用者43" initials="" lastIdx="1" clrIdx="0"/>
  <p:cmAuthor id="142" name="未知的使用者9" initials="" lastIdx="1" clrIdx="0"/>
  <p:cmAuthor id="143" name="未知用户62" initials="" lastIdx="1" clrIdx="1"/>
  <p:cmAuthor id="144" name="yuanzh" initials="" lastIdx="1" clrIdx="1"/>
  <p:cmAuthor id="145" name="不明使用者57" initials="" lastIdx="1" clrIdx="0"/>
  <p:cmAuthor id="146" name="未知用户108" initials="" lastIdx="1" clrIdx="0"/>
  <p:cmAuthor id="147" name="未知的使用者110" initials="" lastIdx="1" clrIdx="0"/>
  <p:cmAuthor id="148" name="linyd" initials="" lastIdx="3" clrIdx="1"/>
  <p:cmAuthor id="149" name="未知用户8" initials="" lastIdx="1" clrIdx="0"/>
  <p:cmAuthor id="150" name="未知的使用者31" initials="" lastIdx="1" clrIdx="0"/>
  <p:cmAuthor id="151" name="未知用户81" initials="" lastIdx="1" clrIdx="0"/>
  <p:cmAuthor id="152" name="未知用户115" initials="" lastIdx="1" clrIdx="0"/>
  <p:cmAuthor id="153" name="未知用户21" initials="" lastIdx="1" clrIdx="0"/>
  <p:cmAuthor id="154" name="未知的使用者68" initials="" lastIdx="1" clrIdx="0"/>
  <p:cmAuthor id="155" name="mm" initials="" lastIdx="1" clrIdx="0"/>
  <p:cmAuthor id="156" name="未知用户15" initials="" lastIdx="1" clrIdx="0"/>
  <p:cmAuthor id="157" name="朱晓瑜" initials="" lastIdx="54" clrIdx="0"/>
  <p:cmAuthor id="158" name="不明使用者20" initials="" lastIdx="1" clrIdx="0"/>
  <p:cmAuthor id="159" name="未知用户82" initials="" lastIdx="1" clrIdx="0"/>
  <p:cmAuthor id="160" name="未知的使用者7" initials="" lastIdx="2" clrIdx="0"/>
  <p:cmAuthor id="161" name="未知用户6" initials="" lastIdx="8" clrIdx="0"/>
  <p:cmAuthor id="162" name="未知的使用者55" initials="" lastIdx="1" clrIdx="0"/>
  <p:cmAuthor id="163" name="未知的使用者111" initials="" lastIdx="1" clrIdx="0"/>
  <p:cmAuthor id="164" name="未知的使用者50" initials="" lastIdx="1" clrIdx="0"/>
  <p:cmAuthor id="165" name="未知的使用者11" initials="" lastIdx="1" clrIdx="0"/>
  <p:cmAuthor id="166" name="未知用户47" initials="" lastIdx="6" clrIdx="0"/>
  <p:cmAuthor id="167" name="未知用户106" initials="未" lastIdx="1" clrIdx="0"/>
  <p:cmAuthor id="168" name="未知用户116" initials="" lastIdx="1" clrIdx="1"/>
  <p:cmAuthor id="691587972" name="li hui" initials="lh" lastIdx="1" clrIdx="50"/>
  <p:cmAuthor id="169" name="未知的使用者150" initials="未" lastIdx="1" clrIdx="0"/>
  <p:cmAuthor id="170" name="未知的使用者69" initials="" lastIdx="1" clrIdx="1"/>
  <p:cmAuthor id="171" name="未知的使用者112" initials="" lastIdx="1" clrIdx="1"/>
  <p:cmAuthor id="173" name="Kevin Hu" initials="" lastIdx="1" clrIdx="0"/>
  <p:cmAuthor id="174" name="未知的使用者38" initials="" lastIdx="1" clrIdx="0"/>
  <p:cmAuthor id="175" name="唐可欣" initials="" lastIdx="1" clrIdx="0"/>
  <p:cmAuthor id="176" name="未知的使用者8" initials="" lastIdx="1" clrIdx="0"/>
  <p:cmAuthor id="177" name="不明使用者56" initials="" lastIdx="1" clrIdx="0"/>
  <p:cmAuthor id="178" name="P00035_jeremy" initials="" lastIdx="1" clrIdx="0"/>
  <p:cmAuthor id="179" name="Unknown User7" initials="" lastIdx="1" clrIdx="0"/>
  <p:cmAuthor id="180" name="muzi wei" initials="" lastIdx="1" clrIdx="0"/>
  <p:cmAuthor id="181" name="未知的使用者41" initials="" lastIdx="1" clrIdx="0"/>
  <p:cmAuthor id="182" name="未知的使用者13" initials="" lastIdx="1" clrIdx="0"/>
  <p:cmAuthor id="183" name="djj" initials="" lastIdx="2" clrIdx="0"/>
  <p:cmAuthor id="184" name="未知用户117" initials="" lastIdx="1" clrIdx="2"/>
  <p:cmAuthor id="186" name="未知用户13" initials="" lastIdx="1" clrIdx="0"/>
  <p:cmAuthor id="187" name="不明使用者21" initials="" lastIdx="1" clrIdx="0"/>
  <p:cmAuthor id="188" name="YUMINGNJ" initials="" lastIdx="3" clrIdx="0"/>
  <p:cmAuthor id="189" name="未知的使用者52" initials="" lastIdx="1" clrIdx="1"/>
  <p:cmAuthor id="190" name="未知用户109" initials="" lastIdx="1" clrIdx="1"/>
  <p:cmAuthor id="191" name="Unknown User117" initials="U" lastIdx="10" clrIdx="0"/>
  <p:cmAuthor id="192" name="thomas" initials="" lastIdx="1" clrIdx="49"/>
  <p:cmAuthor id="193" name="未知的使用者3" initials="" lastIdx="7" clrIdx="1"/>
  <p:cmAuthor id="194" name="未知用户14" initials="" lastIdx="1" clrIdx="0"/>
  <p:cmAuthor id="195" name="Unknown User65" initials="U" lastIdx="1" clrIdx="0"/>
  <p:cmAuthor id="196" name="未知用户98" initials="" lastIdx="1" clrIdx="2"/>
  <p:cmAuthor id="198" name="未知用户83" initials="" lastIdx="1" clrIdx="1"/>
  <p:cmAuthor id="199" name="未知用户61" initials="" lastIdx="8" clrIdx="0"/>
  <p:cmAuthor id="200" name="張秀娟" initials="" lastIdx="1" clrIdx="2"/>
  <p:cmAuthor id="201" name="Jason Wang" initials="" lastIdx="1" clrIdx="0"/>
  <p:cmAuthor id="202" name="不明使用者18" initials="" lastIdx="0" clrIdx="1"/>
  <p:cmAuthor id="203" name="未知用户28" initials="未" lastIdx="5" clrIdx="1"/>
  <p:cmAuthor id="204" name="未知的使用者72" initials="" lastIdx="1" clrIdx="0"/>
  <p:cmAuthor id="205" name="未知的使用者48" initials="" lastIdx="1" clrIdx="0"/>
  <p:cmAuthor id="206" name="未知的使用者104" initials="" lastIdx="1" clrIdx="0"/>
  <p:cmAuthor id="207" name="未知用户60" initials="" lastIdx="1" clrIdx="0"/>
  <p:cmAuthor id="208" name="未知的使用者39" initials="未" lastIdx="10" clrIdx="0"/>
  <p:cmAuthor id="209" name="Shawna Strickland" initials="" lastIdx="2" clrIdx="0"/>
  <p:cmAuthor id="210" name="未知的使用者36" initials="" lastIdx="3" clrIdx="1"/>
  <p:cmAuthor id="212" name="Daniel Wuu" initials="" lastIdx="1" clrIdx="0"/>
  <p:cmAuthor id="213" name="未知用户56" initials="" lastIdx="1" clrIdx="0"/>
  <p:cmAuthor id="214" name="未知的使用者14" initials="" lastIdx="2" clrIdx="0"/>
  <p:cmAuthor id="217" name="Ashley Eberenz" initials="" lastIdx="7" clrIdx="1"/>
  <p:cmAuthor id="218" name="不明使用者19" initials="" lastIdx="1" clrIdx="0"/>
  <p:cmAuthor id="219" name="qiantong" initials="" lastIdx="3" clrIdx="1"/>
  <p:cmAuthor id="220" name="未知的使用者74" initials="" lastIdx="1" clrIdx="0"/>
  <p:cmAuthor id="221" name="未知的使用者23" initials="" lastIdx="1" clrIdx="0"/>
  <p:cmAuthor id="222" name="未知的使用者1" initials="" lastIdx="8" clrIdx="0"/>
  <p:cmAuthor id="223" name="116304" initials="" lastIdx="1" clrIdx="1"/>
  <p:cmAuthor id="224" name="未知用户31" initials="未" lastIdx="1" clrIdx="1"/>
  <p:cmAuthor id="225" name="R affer" initials="" lastIdx="1" clrIdx="0"/>
  <p:cmAuthor id="226" name="qihua-DCMS" initials="" lastIdx="0" clrIdx="0"/>
  <p:cmAuthor id="227" name="未知用户55" initials="" lastIdx="1" clrIdx="0"/>
  <p:cmAuthor id="228" name="未知的使用者95" initials="" lastIdx="1" clrIdx="0"/>
  <p:cmAuthor id="230" name="未知的使用者32" initials="" lastIdx="1" clrIdx="0"/>
  <p:cmAuthor id="231" name="未知的使用者49" initials="" lastIdx="1" clrIdx="0"/>
  <p:cmAuthor id="232" name="Unknown User26" initials="U" lastIdx="1" clrIdx="1"/>
  <p:cmAuthor id="233" name="yuexuejun" initials="" lastIdx="3" clrIdx="0"/>
  <p:cmAuthor id="234" name="未知的使用者71" initials="" lastIdx="1" clrIdx="1"/>
  <p:cmAuthor id="235" name="未知的使用者105" initials="" lastIdx="1" clrIdx="0"/>
  <p:cmAuthor id="236" name="Unknown User70" initials="" lastIdx="1" clrIdx="0"/>
  <p:cmAuthor id="237" name="clinchen" initials="" lastIdx="0" clrIdx="1"/>
  <p:cmAuthor id="238" name="未知用户23" initials="" lastIdx="1" clrIdx="0"/>
  <p:cmAuthor id="239" name="hanjuncompany" initials="" lastIdx="1" clrIdx="0"/>
  <p:cmAuthor id="240" name="kathy chen" initials="" lastIdx="3" clrIdx="0"/>
  <p:cmAuthor id="241" name="未知的使用者63" initials="" lastIdx="1" clrIdx="0"/>
  <p:cmAuthor id="1411828" name="徐琳00159163" initials="徐琳00159163" lastIdx="1" clrIdx="37"/>
  <p:cmAuthor id="242" name="未知的使用者64" initials="" lastIdx="3" clrIdx="1"/>
  <p:cmAuthor id="243" name="未知的使用者47" initials="" lastIdx="1" clrIdx="0"/>
  <p:cmAuthor id="244" name="未知的使用者60" initials="" lastIdx="8" clrIdx="0"/>
  <p:cmAuthor id="245" name="未知的使用者59" initials="" lastIdx="1" clrIdx="0"/>
  <p:cmAuthor id="246" name="未知的使用者54" initials="" lastIdx="1" clrIdx="0"/>
  <p:cmAuthor id="247" name="未知的使用者66" initials="" lastIdx="8" clrIdx="0"/>
  <p:cmAuthor id="248" name="未知的使用者65" initials="" lastIdx="1" clrIdx="0"/>
  <p:cmAuthor id="249" name="未知的使用者106" initials="" lastIdx="3" clrIdx="1"/>
  <p:cmAuthor id="250" name="未知的使用者107" initials="" lastIdx="1" clrIdx="1"/>
  <p:cmAuthor id="251" name="未知的使用者108" initials="" lastIdx="1" clrIdx="0"/>
  <p:cmAuthor id="252" name="未知的使用者86" initials="" lastIdx="1" clrIdx="0"/>
  <p:cmAuthor id="253" name="未知的使用者116" initials="" lastIdx="1" clrIdx="1"/>
  <p:cmAuthor id="254" name="未知的使用者44" initials="" lastIdx="1" clrIdx="0"/>
  <p:cmAuthor id="255" name="未知的使用者37" initials="" lastIdx="1" clrIdx="0"/>
  <p:cmAuthor id="256" name="未知的使用者126" initials="" lastIdx="1" clrIdx="0"/>
  <p:cmAuthor id="257" name="未知的使用者127" initials="" lastIdx="3" clrIdx="1"/>
  <p:cmAuthor id="258" name="未知的使用者128" initials="" lastIdx="1" clrIdx="1"/>
  <p:cmAuthor id="259" name="未知的使用者124" initials="" lastIdx="1" clrIdx="0"/>
  <p:cmAuthor id="260" name="未知的使用者125" initials="" lastIdx="1" clrIdx="0"/>
  <p:cmAuthor id="261" name="Sara Chen" initials="" lastIdx="1" clrIdx="0"/>
  <p:cmAuthor id="262" name="huang gerrard" initials="" lastIdx="1" clrIdx="0"/>
  <p:cmAuthor id="263" name="未知用户170" initials="" lastIdx="1" clrIdx="0"/>
  <p:cmAuthor id="264" name="未知用户171" initials="" lastIdx="5" clrIdx="1"/>
  <p:cmAuthor id="265" name="未知用户172" initials="" lastIdx="1" clrIdx="1"/>
  <p:cmAuthor id="266" name="未知用户173" initials="" lastIdx="1" clrIdx="0"/>
  <p:cmAuthor id="267" name="未知用户149" initials="" lastIdx="1" clrIdx="0"/>
  <p:cmAuthor id="268" name="未知用户150" initials="" lastIdx="1" clrIdx="0"/>
  <p:cmAuthor id="269" name="未知用户151" initials="" lastIdx="2" clrIdx="0"/>
  <p:cmAuthor id="270" name="未知用户152" initials="" lastIdx="8" clrIdx="0"/>
  <p:cmAuthor id="271" name="未知用户153" initials="" lastIdx="8" clrIdx="0"/>
  <p:cmAuthor id="272" name="未知用户154" initials="" lastIdx="1" clrIdx="0"/>
  <p:cmAuthor id="273" name="未知用户155" initials="" lastIdx="1" clrIdx="0"/>
  <p:cmAuthor id="274" name="未知用户41" initials="" lastIdx="8" clrIdx="0"/>
  <p:cmAuthor id="275" name="未知用户44" initials="" lastIdx="1" clrIdx="0"/>
  <p:cmAuthor id="276" name="未知用户45" initials="" lastIdx="1" clrIdx="0"/>
  <p:cmAuthor id="277" name="未知用户156" initials="" lastIdx="10" clrIdx="0"/>
  <p:cmAuthor id="278" name="未知用户64" initials="" lastIdx="1" clrIdx="0"/>
  <p:cmAuthor id="279" name="未知用户65" initials="" lastIdx="1" clrIdx="0"/>
  <p:cmAuthor id="280" name="未知用户68" initials="" lastIdx="1" clrIdx="0"/>
  <p:cmAuthor id="281" name="未知用户69" initials="" lastIdx="2" clrIdx="0"/>
  <p:cmAuthor id="282" name="未知用户70" initials="" lastIdx="1" clrIdx="1"/>
  <p:cmAuthor id="283" name="未知用户71" initials="" lastIdx="1" clrIdx="0"/>
  <p:cmAuthor id="284" name="未知用户72" initials="" lastIdx="1" clrIdx="0"/>
  <p:cmAuthor id="285" name="未知用户73" initials="" lastIdx="2" clrIdx="0"/>
  <p:cmAuthor id="286" name="未知用户49" initials="" lastIdx="1" clrIdx="0"/>
  <p:cmAuthor id="287" name="未知用户50" initials="" lastIdx="1" clrIdx="0"/>
  <p:cmAuthor id="288" name="未知用户52" initials="" lastIdx="1" clrIdx="0"/>
  <p:cmAuthor id="289" name="MA15" initials="" lastIdx="1" clrIdx="0"/>
  <p:cmAuthor id="290" name="未知用户53" initials="" lastIdx="10" clrIdx="0"/>
  <p:cmAuthor id="291" name="未知用户96" initials="" lastIdx="1" clrIdx="0"/>
  <p:cmAuthor id="292" name="未知用户48" initials="" lastIdx="1" clrIdx="0"/>
  <p:cmAuthor id="293" name="未知用户97" initials="" lastIdx="2" clrIdx="0"/>
  <p:cmAuthor id="294" name="未知用户40" initials="" lastIdx="5" clrIdx="1"/>
  <p:cmAuthor id="295" name="未知用户43" initials="" lastIdx="1" clrIdx="0"/>
  <p:cmAuthor id="296" name="未知用户100" initials="" lastIdx="1" clrIdx="0"/>
  <p:cmAuthor id="297" name="未知用户101" initials="" lastIdx="1" clrIdx="0"/>
  <p:cmAuthor id="298" name="未知用户26" initials="" lastIdx="1" clrIdx="0"/>
  <p:cmAuthor id="299" name="未知用户29" initials="" lastIdx="1" clrIdx="0"/>
  <p:cmAuthor id="300" name="未知用户32" initials="" lastIdx="1" clrIdx="0"/>
  <p:cmAuthor id="301" name="未知用户33" initials="" lastIdx="1" clrIdx="0"/>
  <p:cmAuthor id="302" name="未知用户34" initials="" lastIdx="2" clrIdx="0"/>
  <p:cmAuthor id="303" name="未知用户42" initials="" lastIdx="1" clrIdx="0"/>
  <p:cmAuthor id="304" name="未知的使用者109" initials="" lastIdx="5" clrIdx="1"/>
  <p:cmAuthor id="305" name="未知的使用者122" initials="" lastIdx="1" clrIdx="0"/>
  <p:cmAuthor id="306" name="未知的使用者123" initials="" lastIdx="8" clrIdx="0"/>
  <p:cmAuthor id="691587971" name="徐 安柯" initials="徐" lastIdx="2" clrIdx="41"/>
  <p:cmAuthor id="328" name="未知用户381" initials="未" lastIdx="0" clrIdx="327"/>
  <p:cmAuthor id="329" name="未知用户382" initials="未" lastIdx="0" clrIdx="328"/>
  <p:cmAuthor id="330" name="未知用户383" initials="未" lastIdx="0" clrIdx="329"/>
  <p:cmAuthor id="331" name="未知用户384" initials="未" lastIdx="0" clrIdx="330"/>
  <p:cmAuthor id="332" name="未知用户294" initials="未" lastIdx="0" clrIdx="331"/>
  <p:cmAuthor id="333" name="未知用户385" initials="未" lastIdx="0" clrIdx="332"/>
  <p:cmAuthor id="334" name="未知用户386" initials="未" lastIdx="0" clrIdx="333"/>
  <p:cmAuthor id="335" name="未知用户429" initials="未" lastIdx="0" clrIdx="334"/>
  <p:cmAuthor id="336" name="未知用户430" initials="未" lastIdx="0" clrIdx="335"/>
  <p:cmAuthor id="337" name="未知用户389" initials="未" lastIdx="0" clrIdx="336"/>
  <p:cmAuthor id="338" name="未知用户350" initials="未" lastIdx="0" clrIdx="337"/>
  <p:cmAuthor id="339" name="未知用户431" initials="未" lastIdx="0" clrIdx="338"/>
  <p:cmAuthor id="340" name="未知用户351" initials="未" lastIdx="0" clrIdx="339"/>
  <p:cmAuthor id="341" name="未知用户432" initials="未" lastIdx="0" clrIdx="340"/>
  <p:cmAuthor id="342" name="未知用户392" initials="未" lastIdx="0" clrIdx="341"/>
  <p:cmAuthor id="343" name="未知用户433" initials="未" lastIdx="0" clrIdx="342"/>
  <p:cmAuthor id="344" name="未知用户434" initials="未" lastIdx="0" clrIdx="343"/>
  <p:cmAuthor id="345" name="未知用户393" initials="未" lastIdx="0" clrIdx="344"/>
  <p:cmAuthor id="346" name="未知用户435" initials="未" lastIdx="0" clrIdx="345"/>
  <p:cmAuthor id="347" name="未知用户356" initials="未" lastIdx="0" clrIdx="346"/>
  <p:cmAuthor id="348" name="未知用户436" initials="未" lastIdx="0" clrIdx="347"/>
  <p:cmAuthor id="349" name="未知用户396" initials="未" lastIdx="0" clrIdx="348"/>
  <p:cmAuthor id="350" name="未知用户437" initials="未" lastIdx="0" clrIdx="349"/>
  <p:cmAuthor id="351" name="任涛10036216" initials="任涛10036216" lastIdx="0" clrIdx="350"/>
  <p:cmAuthor id="352" name="未知用户397" initials="未" lastIdx="0" clrIdx="351"/>
  <p:cmAuthor id="353" name="唐 赛" initials="唐" lastIdx="0" clrIdx="352"/>
  <p:cmAuthor id="354" name="未知用户419" initials="未" lastIdx="0" clrIdx="353"/>
  <p:cmAuthor id="355" name="未知用户399" initials="未" lastIdx="0" clrIdx="354"/>
  <p:cmAuthor id="356" name="未知用户438" initials="未" lastIdx="0" clrIdx="355"/>
  <p:cmAuthor id="357" name="未知用户401" initials="未" lastIdx="0" clrIdx="356"/>
  <p:cmAuthor id="358" name="未知用户402" initials="未" lastIdx="0" clrIdx="357"/>
  <p:cmAuthor id="359" name="未知用户403" initials="未" lastIdx="0" clrIdx="358"/>
  <p:cmAuthor id="360" name="席琛" initials="" lastIdx="0" clrIdx="359"/>
  <p:cmAuthor id="361" name="未知用户327" initials="未" lastIdx="0" clrIdx="360"/>
  <p:cmAuthor id="362" name="韩剑侠" initials="P" lastIdx="0" clrIdx="361"/>
  <p:cmAuthor id="363" name="未知用户404" initials="未" lastIdx="0" clrIdx="362"/>
  <p:cmAuthor id="364" name="sjzx" initials="s" lastIdx="0" clrIdx="363"/>
  <p:cmAuthor id="365" name="未知用户405" initials="未" lastIdx="0" clrIdx="364"/>
  <p:cmAuthor id="366" name="yang.yuan" initials="y" lastIdx="0" clrIdx="365"/>
  <p:cmAuthor id="367" name="未知用户439" initials="未" lastIdx="0" clrIdx="366"/>
  <p:cmAuthor id="368" name="王娟" initials="1" lastIdx="0" clrIdx="367"/>
  <p:cmAuthor id="369" name="未知用户406" initials="未" lastIdx="0" clrIdx="368"/>
  <p:cmAuthor id="370" name="姚琳" initials="姚" lastIdx="0" clrIdx="369"/>
  <p:cmAuthor id="371" name="未知用户440" initials="未" lastIdx="0" clrIdx="370"/>
  <p:cmAuthor id="372" name="chen" initials="c" lastIdx="0" clrIdx="371"/>
  <p:cmAuthor id="373" name="未知用户441" initials="未" lastIdx="0" clrIdx="372"/>
  <p:cmAuthor id="374" name="未知用户442" initials="未" lastIdx="0" clrIdx="373"/>
  <p:cmAuthor id="375" name="未知用户409" initials="未" lastIdx="0" clrIdx="374"/>
  <p:cmAuthor id="376" name="未知用户443" initials="未" lastIdx="0" clrIdx="375"/>
  <p:cmAuthor id="377" name="未知用户411" initials="未" lastIdx="0" clrIdx="376"/>
  <p:cmAuthor id="378" name="未知用户444" initials="未" lastIdx="0" clrIdx="377"/>
  <p:cmAuthor id="379" name="未知用户413" initials="未" lastIdx="0" clrIdx="378"/>
  <p:cmAuthor id="380" name="未知用户445" initials="未" lastIdx="0" clrIdx="379"/>
  <p:cmAuthor id="381" name="未知用户446" initials="未" lastIdx="0" clrIdx="380"/>
  <p:cmAuthor id="382" name="未知用户447" initials="未" lastIdx="0" clrIdx="381"/>
  <p:cmAuthor id="383" name="未知用户448" initials="未" lastIdx="0" clrIdx="382"/>
  <p:cmAuthor id="384" name="未知用户333" initials="未" lastIdx="0" clrIdx="383"/>
  <p:cmAuthor id="385" name="未知用户417" initials="未" lastIdx="0" clrIdx="384"/>
  <p:cmAuthor id="386" name="未知用户449" initials="未" lastIdx="0" clrIdx="385"/>
  <p:cmAuthor id="387" name="董雪娥" initials="董" lastIdx="0" clrIdx="386"/>
  <p:cmAuthor id="388" name="未知用户418" initials="未" lastIdx="0" clrIdx="387"/>
  <p:cmAuthor id="389" name="未知用户450" initials="未" lastIdx="0" clrIdx="388"/>
  <p:cmAuthor id="390" name="未知用户423" initials="未" lastIdx="0" clrIdx="389"/>
  <p:cmAuthor id="391" name="未知用户424" initials="未" lastIdx="0" clrIdx="390"/>
  <p:cmAuthor id="392" name="未知用户425" initials="未" lastIdx="0" clrIdx="391"/>
  <p:cmAuthor id="393" name="未知用户451" initials="未" lastIdx="0" clrIdx="392"/>
  <p:cmAuthor id="394" name="未知用户452" initials="未" lastIdx="0" clrIdx="393"/>
  <p:cmAuthor id="395" name="未知用户453" initials="未" lastIdx="0" clrIdx="394"/>
  <p:cmAuthor id="396" name="未知用户454" initials="未" lastIdx="0" clrIdx="395"/>
  <p:cmAuthor id="397" name="未知用户455" initials="未" lastIdx="0" clrIdx="396"/>
  <p:cmAuthor id="398" name="未知用户456" initials="未" lastIdx="0" clrIdx="397"/>
  <p:cmAuthor id="399" name="未知用户457" initials="未" lastIdx="0" clrIdx="398"/>
  <p:cmAuthor id="400" name="未知用户458" initials="未" lastIdx="0" clrIdx="399"/>
  <p:cmAuthor id="401" name="風輕 雲淡" initials="風輕" lastIdx="0" clrIdx="400"/>
  <p:cmAuthor id="402" name="张 青山" initials="张" lastIdx="0" clrIdx="401"/>
  <p:cmAuthor id="403" name="张青山" initials="张青山" lastIdx="0" clrIdx="402"/>
  <p:cmAuthor id="404" name="mc" initials="m" lastIdx="0" clrIdx="403"/>
  <p:cmAuthor id="405" name="未知用户471" initials="未" lastIdx="0" clrIdx="404"/>
  <p:cmAuthor id="406" name="杨启明" initials="杨" lastIdx="0" clrIdx="405"/>
  <p:cmAuthor id="407" name="未知用户473" initials="未" lastIdx="0" clrIdx="406"/>
  <p:cmAuthor id="408" name="未知用户235" initials="未" lastIdx="0" clrIdx="407"/>
  <p:cmAuthor id="409" name="进 揭" initials="进" lastIdx="0" clrIdx="408"/>
  <p:cmAuthor id="410" name="未知用户475" initials="未" lastIdx="0" clrIdx="409"/>
  <p:cmAuthor id="411" name="未知用户476" initials="未" lastIdx="0" clrIdx="410"/>
  <p:cmAuthor id="412" name="未知用户489" initials="未" lastIdx="0" clrIdx="411"/>
  <p:cmAuthor id="413" name="未知用户488" initials="未" lastIdx="0" clrIdx="412"/>
  <p:cmAuthor id="414" name="未知用户490" initials="未" lastIdx="0" clrIdx="413"/>
  <p:cmAuthor id="415" name="未知用户477" initials="未" lastIdx="0" clrIdx="414"/>
  <p:cmAuthor id="416" name="未知用户478" initials="未" lastIdx="0" clrIdx="415"/>
  <p:cmAuthor id="417" name="10015046" initials="1" lastIdx="0" clrIdx="416"/>
  <p:cmAuthor id="418" name="未知用户480" initials="未" lastIdx="0" clrIdx="417"/>
  <p:cmAuthor id="419" name="未知用户481" initials="未" lastIdx="0" clrIdx="418"/>
  <p:cmAuthor id="420" name="未知用户271" initials="未" lastIdx="0" clrIdx="419"/>
  <p:cmAuthor id="421" name="未知用户388" initials="未" lastIdx="0" clrIdx="420"/>
  <p:cmAuthor id="422" name="范作霖" initials="范" lastIdx="0" clrIdx="421"/>
  <p:cmAuthor id="423" name="未知用户484" initials="未" lastIdx="0" clrIdx="422"/>
  <p:cmAuthor id="424" name="未知用户224" initials="未" lastIdx="0" clrIdx="423"/>
  <p:cmAuthor id="425" name="未知用户486" initials="未" lastIdx="0" clrIdx="424"/>
  <p:cmAuthor id="426" name="未知用户487" initials="未" lastIdx="0" clrIdx="425"/>
  <p:cmAuthor id="427" name="未知用户259" initials="未" lastIdx="0" clrIdx="426"/>
  <p:cmAuthor id="428" name="seki" initials="s" lastIdx="0" clrIdx="427"/>
  <p:cmAuthor id="429" name="未知用户270" initials="未" lastIdx="0" clrIdx="428"/>
  <p:cmAuthor id="430" name="刘豹" initials="刘" lastIdx="0" clrIdx="429"/>
  <p:cmAuthor id="431" name="俊呈 賴" initials="俊" lastIdx="0" clrIdx="430"/>
  <p:cmAuthor id="432" name="Nero" initials="N" lastIdx="0" clrIdx="431"/>
  <p:cmAuthor id="433" name="yifan song" initials="y" lastIdx="0" clrIdx="432"/>
  <p:cmAuthor id="434" name="v15194" initials="v" lastIdx="0" clrIdx="433"/>
  <p:cmAuthor id="435" name="莊安君" initials="莊" lastIdx="0" clrIdx="434"/>
  <p:cmAuthor id="436" name="郑汝鸿" initials="郑" lastIdx="0" clrIdx="435"/>
  <p:cmAuthor id="437" name="陳建璋" initials="陳" lastIdx="0" clrIdx="436"/>
  <p:cmAuthor id="438" name="邢辰凤" initials="邢" lastIdx="0" clrIdx="437"/>
  <p:cmAuthor id="439" name="建璋" initials="建" lastIdx="0" clrIdx="438"/>
  <p:cmAuthor id="440" name="77482" initials="7" lastIdx="0" clrIdx="439"/>
  <p:cmAuthor id="441" name="未知用户46" initials="未" lastIdx="0" clrIdx="440"/>
  <p:cmAuthor id="442" name="未知用户265" initials="未" lastIdx="0" clrIdx="441"/>
  <p:cmAuthor id="443" name="未知用户267" initials="未" lastIdx="0" clrIdx="442"/>
  <p:cmAuthor id="444" name="liuxie" initials="l" lastIdx="0" clrIdx="443"/>
  <p:cmAuthor id="445" name="未知用户241" initials="未" lastIdx="0" clrIdx="444"/>
  <p:cmAuthor id="446" name="未知用户242" initials="未" lastIdx="0" clrIdx="445"/>
  <p:cmAuthor id="447" name="未知用户227" initials="未" lastIdx="0" clrIdx="446"/>
  <p:cmAuthor id="448" name="未知用户298" initials="未" lastIdx="0" clrIdx="447"/>
  <p:cmAuthor id="449" name="未知用户299" initials="未" lastIdx="0" clrIdx="448"/>
  <p:cmAuthor id="450" name="未知用户302" initials="未" lastIdx="0" clrIdx="449"/>
  <p:cmAuthor id="451" name="許詩婕" initials="許" lastIdx="0" clrIdx="450"/>
  <p:cmAuthor id="452" name="minil" initials="m" lastIdx="0" clrIdx="451"/>
  <p:cmAuthor id="453" name="韩雨" initials="韩" lastIdx="0" clrIdx="452"/>
  <p:cmAuthor id="454" name="15106" initials="1" lastIdx="0" clrIdx="453"/>
  <p:cmAuthor id="455" name="赵 璐" initials="赵" lastIdx="0" clrIdx="454"/>
  <p:cmAuthor id="456" name="Zhu, Hawk" initials="Z" lastIdx="0" clrIdx="455"/>
  <p:cmAuthor id="457" name="tanjp" initials="t" lastIdx="0" clrIdx="456"/>
  <p:cmAuthor id="458" name="YS" initials="Y" lastIdx="0" clrIdx="457"/>
  <p:cmAuthor id="459" name="白鑫" initials="白" lastIdx="0" clrIdx="458"/>
  <p:cmAuthor id="460" name="刘慧芳" initials="刘" lastIdx="0" clrIdx="459"/>
  <p:cmAuthor id="461" name="Jdi" initials="J" lastIdx="0" clrIdx="460"/>
  <p:cmAuthor id="462" name="未知用户337" initials="未" lastIdx="0" clrIdx="461"/>
  <p:cmAuthor id="463" name="未知用户239" initials="未" lastIdx="0" clrIdx="462"/>
  <p:cmAuthor id="464" name="chenmh" initials="c" lastIdx="0" clrIdx="463"/>
  <p:cmAuthor id="465" name="CVTEr" initials="C" lastIdx="0" clrIdx="464"/>
  <p:cmAuthor id="466" name="June C" initials="J" lastIdx="0" clrIdx="465"/>
  <p:cmAuthor id="467" name="00270" initials="0" lastIdx="0" clrIdx="466"/>
  <p:cmAuthor id="468" name="IBM_USER" initials="I" lastIdx="0" clrIdx="467"/>
  <p:cmAuthor id="469" name="shinevin liu" initials="s" lastIdx="0" clrIdx="468"/>
  <p:cmAuthor id="470" name="Davidpeng" initials="D" lastIdx="0" clrIdx="469"/>
  <p:cmAuthor id="471" name="dbc" initials="d" lastIdx="0" clrIdx="470"/>
  <p:cmAuthor id="472" name="吴军影" initials="吴" lastIdx="0" clrIdx="471"/>
  <p:cmAuthor id="473" name="冯学沛" initials="冯" lastIdx="0" clrIdx="472"/>
  <p:cmAuthor id="474" name="杨 超" initials="杨" lastIdx="0" clrIdx="473"/>
  <p:cmAuthor id="475" name="Rex" initials="R" lastIdx="0" clrIdx="474"/>
  <p:cmAuthor id="476" name="高飞" initials="高" lastIdx="0" clrIdx="475"/>
  <p:cmAuthor id="477" name="梁亚栋" initials="梁" lastIdx="0" clrIdx="476"/>
  <p:cmAuthor id="478" name="xzb1" initials="x" lastIdx="0" clrIdx="477"/>
  <p:cmAuthor id="479" name="未知的使用者92" initials="未" lastIdx="0" clrIdx="478"/>
  <p:cmAuthor id="480" name="alpha" initials="a" lastIdx="0" clrIdx="479"/>
  <p:cmAuthor id="481" name="汤亚男" initials="汤" lastIdx="0" clrIdx="480"/>
  <p:cmAuthor id="482" name="未知的使用者136" initials="未" lastIdx="0" clrIdx="481"/>
  <p:cmAuthor id="483" name="未知的使用者140" initials="未" lastIdx="0" clrIdx="482"/>
  <p:cmAuthor id="484" name="未知的使用者197" initials="未" lastIdx="0" clrIdx="483"/>
  <p:cmAuthor id="485" name="tonghailan" initials="t" lastIdx="0" clrIdx="484"/>
  <p:cmAuthor id="486" name="未知的使用者168" initials="未" lastIdx="0" clrIdx="485"/>
  <p:cmAuthor id="487" name="Ayue " initials="A" lastIdx="0" clrIdx="486"/>
  <p:cmAuthor id="488" name="K4-IML" initials="K" lastIdx="0" clrIdx="487"/>
  <p:cmAuthor id="489" name="ethel" initials="e" lastIdx="0" clrIdx="488"/>
  <p:cmAuthor id="490" name="李锦" initials="李" lastIdx="0" clrIdx="489"/>
  <p:cmAuthor id="491" name="小白" initials="小" lastIdx="0" clrIdx="490"/>
  <p:cmAuthor id="492" name="sunyi1" initials="s" lastIdx="0" clrIdx="491"/>
  <p:cmAuthor id="493" name="10546" initials="1" lastIdx="0" clrIdx="492"/>
  <p:cmAuthor id="494" name="岳凯婷" initials="岳" lastIdx="0" clrIdx="493"/>
  <p:cmAuthor id="495" name="焦蕊蕊" initials="焦" lastIdx="0" clrIdx="494"/>
  <p:cmAuthor id="496" name="LENOVO" initials="L" lastIdx="0" clrIdx="495"/>
  <p:cmAuthor id="497" name="沈阳" initials="沈" lastIdx="0" clrIdx="496"/>
  <p:cmAuthor id="498" name="86156" initials="8" lastIdx="0" clrIdx="497"/>
  <p:cmAuthor id="499" name="Liu, Hongqing (NSB - CN/Shanghai)" initials="L" lastIdx="0" clrIdx="498"/>
  <p:cmAuthor id="500" name="曹辰" initials="曹" lastIdx="0" clrIdx="499"/>
  <p:cmAuthor id="501" name="何伟" initials="何" lastIdx="0" clrIdx="500"/>
  <p:cmAuthor id="502" name="杜晓云" initials="杜" lastIdx="0" clrIdx="501"/>
  <p:cmAuthor id="503" name="aa" initials="a" lastIdx="0" clrIdx="502"/>
  <p:cmAuthor id="504" name="raymond luan" initials="r" lastIdx="0" clrIdx="503"/>
  <p:cmAuthor id="505" name="王 曦" initials="王" lastIdx="0" clrIdx="504"/>
  <p:cmAuthor id="506" name="郭卫军" initials="郭" lastIdx="0" clrIdx="505"/>
  <p:cmAuthor id="507" name="Aqf" initials="A" lastIdx="0" clrIdx="506"/>
  <p:cmAuthor id="508" name="曾素灵" initials="曾" lastIdx="0" clrIdx="507"/>
  <p:cmAuthor id="509" name="13709759491@139.com" initials="1" lastIdx="0" clrIdx="508"/>
  <p:cmAuthor id="510" name="夜尽迟渊_UrQfrmQZ" initials="authorId_501680251" lastIdx="0" clrIdx="509"/>
  <p:cmAuthor id="511" name="CZLTFZ002" initials="C" lastIdx="0" clrIdx="510"/>
  <p:cmAuthor id="512" name="王丰_aE3uARfm" initials="authorId_383357774" lastIdx="0" clrIdx="511"/>
  <p:cmAuthor id="513" name="未知的使用者155" initials="未" lastIdx="0" clrIdx="512"/>
  <p:cmAuthor id="514" name="方少_UbQfrimU" initials="authorId_442114952" lastIdx="0" clrIdx="513"/>
  <p:cmAuthor id="515" name="李 剑峰" initials="李" lastIdx="0" clrIdx="514"/>
  <p:cmAuthor id="516" name="ZHAI TING" initials="ZT" lastIdx="0" clrIdx="515"/>
  <p:cmAuthor id="517" name="叶盛_Q3A3IfEf" initials="authorId_506280334" lastIdx="0" clrIdx="516"/>
  <p:cmAuthor id="518" name="娜娅" initials="娜" lastIdx="0" clrIdx="517"/>
  <p:cmAuthor id="519" name="陈文华" initials="u" lastIdx="0" clrIdx="518"/>
  <p:cmAuthor id="520" name="sunaoran" initials="s" lastIdx="0" clrIdx="519"/>
  <p:cmAuthor id="521" name="Harley._bEJrUJ7r" initials="authorId_432156705" lastIdx="0" clrIdx="520"/>
  <p:cmAuthor id="522" name="10072673" initials="1" lastIdx="0" clrIdx="521"/>
  <p:cmAuthor id="523" name="junqing li" initials="jl" lastIdx="0" clrIdx="522"/>
  <p:cmAuthor id="524" name="罗平_VB7vJb2E" initials="authorId_305049361" lastIdx="0" clrIdx="523"/>
  <p:cmAuthor id="525" name="孟闪飞" initials="孟" lastIdx="0" clrIdx="524"/>
  <p:cmAuthor id="526" name="8618608404186" initials="" lastIdx="0" clrIdx="525"/>
  <p:cmAuthor id="527" name="xixi_nUjqe22E" initials="authorId_359229261" lastIdx="0" clrIdx="526"/>
  <p:cmAuthor id="528" name="PC" initials="P" lastIdx="0" clrIdx="527"/>
  <p:cmAuthor id="529" name="玥 谭" initials="玥谭" lastIdx="0" clrIdx="528"/>
  <p:cmAuthor id="530" name="安安_zm6nYnYZ" initials="authorId_347340296" lastIdx="0" clrIdx="529"/>
  <p:cmAuthor id="531" name="李晓波" initials="李" lastIdx="0" clrIdx="530"/>
  <p:cmAuthor id="532" name="鲁晓芳" initials="鲁" lastIdx="0" clrIdx="531"/>
  <p:cmAuthor id="533" name="周宏飞" initials="周" lastIdx="0" clrIdx="532"/>
  <p:cmAuthor id="534" name="未知的使用者183" initials="未" lastIdx="0" clrIdx="533"/>
  <p:cmAuthor id="535" name="未知的使用者182" initials="未" lastIdx="0" clrIdx="534"/>
  <p:cmAuthor id="536" name="周君_MfIffYra" initials="authorId_375419134" lastIdx="0" clrIdx="535"/>
  <p:cmAuthor id="537" name="未知的使用者173" initials="未" lastIdx="0" clrIdx="536"/>
  <p:cmAuthor id="538" name="未知的使用者161" initials="未" lastIdx="0" clrIdx="537"/>
  <p:cmAuthor id="539" name="封殊龙" initials="封" lastIdx="0" clrIdx="538"/>
  <p:cmAuthor id="540" name="未知的使用者162" initials="未" lastIdx="0" clrIdx="539"/>
  <p:cmAuthor id="541" name="未知的使用者152" initials="未" lastIdx="0" clrIdx="540"/>
  <p:cmAuthor id="542" name="未知的使用者184" initials="未" lastIdx="0" clrIdx="541"/>
  <p:cmAuthor id="543" name="未知的使用者185" initials="未" lastIdx="0" clrIdx="542"/>
  <p:cmAuthor id="544" name="未知的使用者186" initials="未" lastIdx="0" clrIdx="543"/>
  <p:cmAuthor id="545" name="未知的使用者175" initials="未" lastIdx="0" clrIdx="544"/>
  <p:cmAuthor id="546" name="未知的使用者176" initials="未" lastIdx="0" clrIdx="545"/>
  <p:cmAuthor id="547" name="未知的使用者187" initials="未" lastIdx="0" clrIdx="546"/>
  <p:cmAuthor id="548" name="未知的使用者178" initials="未" lastIdx="0" clrIdx="547"/>
  <p:cmAuthor id="549" name="未知的使用者179" initials="未" lastIdx="0" clrIdx="548"/>
  <p:cmAuthor id="550" name="王恒婧" initials="王" lastIdx="0" clrIdx="549"/>
  <p:cmAuthor id="551" name="未知的使用者181" initials="未" lastIdx="0" clrIdx="550"/>
  <p:cmAuthor id="552" name="未知的使用者170" initials="未" lastIdx="0" clrIdx="551"/>
  <p:cmAuthor id="553" name="HUAWEI" initials="H" lastIdx="0" clrIdx="552"/>
  <p:cmAuthor id="554" name="chenhua32" initials="c" lastIdx="0" clrIdx="553"/>
  <p:cmAuthor id="555" name="未知的使用者141" initials="未" lastIdx="0" clrIdx="554"/>
  <p:cmAuthor id="556" name="未知的使用者142" initials="未" lastIdx="0" clrIdx="555"/>
  <p:cmAuthor id="557" name="未知的使用者143" initials="未" lastIdx="0" clrIdx="556"/>
  <p:cmAuthor id="558" name="未知的使用者144" initials="未" lastIdx="0" clrIdx="557"/>
  <p:cmAuthor id="559" name="未知的使用者145" initials="未" lastIdx="0" clrIdx="558"/>
  <p:cmAuthor id="560" name="未知的使用者146" initials="未" lastIdx="0" clrIdx="559"/>
  <p:cmAuthor id="561" name="未知的使用者147" initials="未" lastIdx="0" clrIdx="560"/>
  <p:cmAuthor id="562" name="未知的使用者148" initials="未" lastIdx="0" clrIdx="561"/>
  <p:cmAuthor id="563" name="未知的使用者149" initials="未" lastIdx="0" clrIdx="562"/>
  <p:cmAuthor id="564" name="姚雪亮" initials="姚" lastIdx="0" clrIdx="563"/>
  <p:cmAuthor id="565" name="刘云轩" initials="刘" lastIdx="0" clrIdx="564"/>
  <p:cmAuthor id="566" name="sharon" initials="s" lastIdx="0" clrIdx="565"/>
  <p:cmAuthor id="567" name="未知用户131" initials="未" lastIdx="0" clrIdx="566"/>
  <p:cmAuthor id="568" name="孔祥云" initials="孔" lastIdx="0" clrIdx="567"/>
  <p:cmAuthor id="569" name="未知的使用者194" initials="未" lastIdx="0" clrIdx="568"/>
  <p:cmAuthor id="570" name="未知用户134" initials="未" lastIdx="0" clrIdx="569"/>
  <p:cmAuthor id="571" name="未知用户135" initials="未" lastIdx="0" clrIdx="570"/>
  <p:cmAuthor id="572" name="10191815" initials="1" lastIdx="0" clrIdx="571"/>
  <p:cmAuthor id="573" name="未知用户136" initials="未" lastIdx="0" clrIdx="572"/>
  <p:cmAuthor id="574" name="10036292" initials="1" lastIdx="0" clrIdx="573"/>
  <p:cmAuthor id="575" name="Yoyo Wu" initials="Y" lastIdx="0" clrIdx="574"/>
  <p:cmAuthor id="576" name="未知的使用者201" initials="未" lastIdx="0" clrIdx="575"/>
  <p:cmAuthor id="577" name="未知的使用者202" initials="未" lastIdx="0" clrIdx="576"/>
  <p:cmAuthor id="578" name="未知的使用者171" initials="未" lastIdx="0" clrIdx="577"/>
  <p:cmAuthor id="579" name="未知的使用者195" initials="未" lastIdx="0" clrIdx="578"/>
  <p:cmAuthor id="580" name="罗玉碧" initials="罗" lastIdx="0" clrIdx="579"/>
  <p:cmAuthor id="581" name="未知的使用者196" initials="未" lastIdx="0" clrIdx="580"/>
  <p:cmAuthor id="582" name="未知的使用者222" initials="" lastIdx="0" clrIdx="581"/>
  <p:cmAuthor id="583" name="未知的使用者203" initials="未" lastIdx="0" clrIdx="582"/>
  <p:cmAuthor id="584" name="未知的使用者204" initials="未" lastIdx="0" clrIdx="583"/>
  <p:cmAuthor id="585" name="未知的使用者225" initials="" lastIdx="0" clrIdx="584"/>
  <p:cmAuthor id="586" name="10208146" initials="1" lastIdx="0" clrIdx="585"/>
  <p:cmAuthor id="587" name="Unknown User24" initials="U" lastIdx="0" clrIdx="586"/>
  <p:cmAuthor id="588" name="未知用户133" initials="未" lastIdx="0" clrIdx="587"/>
  <p:cmAuthor id="589" name="00103907" initials="0" lastIdx="0" clrIdx="588"/>
  <p:cmAuthor id="590" name="未知用户137" initials="未" lastIdx="0" clrIdx="589"/>
  <p:cmAuthor id="591" name="10156743" initials="1" lastIdx="0" clrIdx="590"/>
  <p:cmAuthor id="592" name="Arno.Du(杜明星)" initials="A" lastIdx="0" clrIdx="591"/>
  <p:cmAuthor id="593" name="张文栓" initials="1" lastIdx="0" clrIdx="592"/>
  <p:cmAuthor id="594" name="zhangbin" initials="z" lastIdx="0" clrIdx="593"/>
  <p:cmAuthor id="595" name="未知的使用者232" initials="" lastIdx="0" clrIdx="594"/>
  <p:cmAuthor id="596" name="liubin (AD)" initials="l" lastIdx="0" clrIdx="595"/>
  <p:cmAuthor id="597" name="未知用户330" initials="未" lastIdx="0" clrIdx="596"/>
  <p:cmAuthor id="598" name="Unknown User111" initials="U" lastIdx="0" clrIdx="597"/>
  <p:cmAuthor id="599" name="未知用户177" initials="未" lastIdx="0" clrIdx="598"/>
  <p:cmAuthor id="600" name="未知用户184" initials="未" lastIdx="0" clrIdx="599"/>
  <p:cmAuthor id="601" name="未知用户118" initials="未" lastIdx="0" clrIdx="600"/>
  <p:cmAuthor id="602" name="Unknown User23" initials="U" lastIdx="0" clrIdx="601"/>
  <p:cmAuthor id="603" name="未知用户181" initials="未" lastIdx="0" clrIdx="602"/>
  <p:cmAuthor id="604" name="未知用户182" initials="未" lastIdx="0" clrIdx="603"/>
  <p:cmAuthor id="605" name="未知用户204" initials="未" lastIdx="0" clrIdx="604"/>
  <p:cmAuthor id="606" name="未知用户205" initials="未" lastIdx="0" clrIdx="605"/>
  <p:cmAuthor id="607" name="未知用户193" initials="未" lastIdx="0" clrIdx="606"/>
  <p:cmAuthor id="608" name="未知用户194" initials="未" lastIdx="0" clrIdx="607"/>
  <p:cmAuthor id="609" name="未知用户187" initials="未" lastIdx="0" clrIdx="608"/>
  <p:cmAuthor id="610" name="Kent" initials="K" lastIdx="0" clrIdx="609"/>
  <p:cmAuthor id="611" name="留毓吟" initials="留" lastIdx="0" clrIdx="610"/>
  <p:cmAuthor id="612" name="王嘉偉" initials="王" lastIdx="0" clrIdx="611"/>
  <p:cmAuthor id="613" name="dcis" initials="d" lastIdx="0" clrIdx="612"/>
  <p:cmAuthor id="614" name="FanJQ" initials="F" lastIdx="0" clrIdx="613"/>
  <p:cmAuthor id="615" name="未知用户211" initials="未" lastIdx="0" clrIdx="614"/>
  <p:cmAuthor id="616" name="未知用户212" initials="未" lastIdx="0" clrIdx="615"/>
  <p:cmAuthor id="617" name="未知用户210" initials="未" lastIdx="0" clrIdx="616"/>
  <p:cmAuthor id="618" name="未知用户201" initials="未" lastIdx="0" clrIdx="617"/>
  <p:cmAuthor id="619" name="未知用户161" initials="未" lastIdx="0" clrIdx="618"/>
  <p:cmAuthor id="620" name="未知用户183" initials="未" lastIdx="0" clrIdx="619"/>
  <p:cmAuthor id="621" name="未知用户162" initials="未" lastIdx="0" clrIdx="620"/>
  <p:cmAuthor id="622" name="未知用户163" initials="未" lastIdx="0" clrIdx="621"/>
  <p:cmAuthor id="623" name="未知用户164" initials="未" lastIdx="0" clrIdx="622"/>
  <p:cmAuthor id="624" name="未知用户165" initials="未" lastIdx="0" clrIdx="623"/>
  <p:cmAuthor id="625" name="未知用户191" initials="未" lastIdx="0" clrIdx="624"/>
  <p:cmAuthor id="626" name="未知用户167" initials="未" lastIdx="0" clrIdx="625"/>
  <p:cmAuthor id="627" name="未知用户202" initials="未" lastIdx="0" clrIdx="626"/>
  <p:cmAuthor id="628" name="未知用户169" initials="未" lastIdx="0" clrIdx="627"/>
  <p:cmAuthor id="629" name="未知用户192" initials="未" lastIdx="0" clrIdx="628"/>
  <p:cmAuthor id="630" name="未知用户203" initials="未" lastIdx="0" clrIdx="629"/>
  <p:cmAuthor id="631" name="未知用户174" initials="未" lastIdx="0" clrIdx="630"/>
  <p:cmAuthor id="632" name="未知用户175" initials="未" lastIdx="0" clrIdx="631"/>
  <p:cmAuthor id="633" name="未知用户176" initials="未" lastIdx="0" clrIdx="632"/>
  <p:cmAuthor id="634" name="lll" initials="l" lastIdx="0" clrIdx="633"/>
  <p:cmAuthor id="635" name="未知的使用者167" initials="未" lastIdx="0" clrIdx="634"/>
  <p:cmAuthor id="636" name="未知的使用者159" initials="未" lastIdx="0" clrIdx="635"/>
  <p:cmAuthor id="637" name="未知的使用者160" initials="未" lastIdx="0" clrIdx="636"/>
  <p:cmAuthor id="638" name="王一哲" initials="王" lastIdx="0" clrIdx="637"/>
  <p:cmAuthor id="639" name="不明使用者7" initials="不" lastIdx="0" clrIdx="638"/>
  <p:cmAuthor id="640" name="未知用户120" initials="未" lastIdx="0" clrIdx="639"/>
  <p:cmAuthor id="641" name="未知用户122" initials="未" lastIdx="0" clrIdx="640"/>
  <p:cmAuthor id="642" name="未知用户132" initials="未" lastIdx="0" clrIdx="641"/>
  <p:cmAuthor id="643" name="未知用户141" initials="未" lastIdx="0" clrIdx="642"/>
  <p:cmAuthor id="644" name="未知用户143" initials="未" lastIdx="0" clrIdx="643"/>
  <p:cmAuthor id="645" name="未知用户144" initials="未" lastIdx="0" clrIdx="644"/>
  <p:cmAuthor id="646" name="未知用户145" initials="未" lastIdx="0" clrIdx="645"/>
  <p:cmAuthor id="647" name="未知用户119" initials="未" lastIdx="0" clrIdx="646"/>
  <p:cmAuthor id="648" name="未知用户140" initials="未" lastIdx="0" clrIdx="647"/>
  <p:cmAuthor id="649" name="未知用户142" initials="未" lastIdx="0" clrIdx="648"/>
  <p:cmAuthor id="650" name="未知用户157" initials="未" lastIdx="0" clrIdx="649"/>
  <p:cmAuthor id="651" name="未知用户158" initials="未" lastIdx="0" clrIdx="650"/>
  <p:cmAuthor id="652" name="未知用户159" initials="未" lastIdx="0" clrIdx="651"/>
  <p:cmAuthor id="653" name="未知用户160" initials="未" lastIdx="0" clrIdx="652"/>
  <p:cmAuthor id="654" name="未知用户168" initials="未" lastIdx="0" clrIdx="653"/>
  <p:cmAuthor id="655" name="順天" initials="順" lastIdx="0" clrIdx="654"/>
  <p:cmAuthor id="656" name="未知用户287" initials="未" lastIdx="0" clrIdx="655"/>
  <p:cmAuthor id="657" name="未知用户288" initials="未" lastIdx="0" clrIdx="656"/>
  <p:cmAuthor id="658" name="未知用户289" initials="未" lastIdx="0" clrIdx="657"/>
  <p:cmAuthor id="659" name="未知用户206" initials="未" lastIdx="0" clrIdx="658"/>
  <p:cmAuthor id="660" name="Evonlin" initials="E" lastIdx="0" clrIdx="659"/>
  <p:cmAuthor id="661" name="Unknown User27" initials="U" lastIdx="0" clrIdx="660"/>
  <p:cmAuthor id="662" name="未知的使用者180" initials="未" lastIdx="0" clrIdx="661"/>
  <p:cmAuthor id="663" name="nancy" initials="n" lastIdx="0" clrIdx="662"/>
  <p:cmAuthor id="664" name="未知用户166" initials="未" lastIdx="0" clrIdx="663"/>
  <p:cmAuthor id="665" name="未知用户195" initials="未" lastIdx="0" clrIdx="664"/>
  <p:cmAuthor id="666" name="未知用户207" initials="未" lastIdx="0" clrIdx="665"/>
  <p:cmAuthor id="667" name="未知的使用者207" initials="未" lastIdx="0" clrIdx="666"/>
  <p:cmAuthor id="668" name="未知的使用者208" initials="未" lastIdx="0" clrIdx="667"/>
  <p:cmAuthor id="669" name="未知的使用者188" initials="未" lastIdx="0" clrIdx="668"/>
  <p:cmAuthor id="670" name="未知的使用者189" initials="未" lastIdx="0" clrIdx="669"/>
  <p:cmAuthor id="671" name="未知的使用者190" initials="未" lastIdx="0" clrIdx="670"/>
  <p:cmAuthor id="672" name="未知的使用者191" initials="未" lastIdx="0" clrIdx="671"/>
  <p:cmAuthor id="673" name="未知的使用者192" initials="未" lastIdx="0" clrIdx="672"/>
  <p:cmAuthor id="674" name="未知的使用者193" initials="未" lastIdx="0" clrIdx="673"/>
  <p:cmAuthor id="675" name="未知的使用者209" initials="未" lastIdx="0" clrIdx="674"/>
  <p:cmAuthor id="676" name="未知的使用者210" initials="未" lastIdx="0" clrIdx="675"/>
  <p:cmAuthor id="677" name="未知的使用者211" initials="未" lastIdx="0" clrIdx="676"/>
  <p:cmAuthor id="678" name="未知的使用者212" initials="未" lastIdx="0" clrIdx="677"/>
  <p:cmAuthor id="679" name="未知的使用者213" initials="未" lastIdx="0" clrIdx="678"/>
  <p:cmAuthor id="680" name="未知的使用者214" initials="未" lastIdx="0" clrIdx="679"/>
  <p:cmAuthor id="681" name="未知的使用者215" initials="未" lastIdx="0" clrIdx="680"/>
  <p:cmAuthor id="682" name="未知的使用者216" initials="未" lastIdx="0" clrIdx="681"/>
  <p:cmAuthor id="683" name="未知的使用者217" initials="未" lastIdx="0" clrIdx="682"/>
  <p:cmAuthor id="684" name="未知的使用者218" initials="未" lastIdx="0" clrIdx="683"/>
  <p:cmAuthor id="685" name="未知的使用者219" initials="未" lastIdx="0" clrIdx="684"/>
  <p:cmAuthor id="686" name="未知的使用者220" initials="未" lastIdx="0" clrIdx="685"/>
  <p:cmAuthor id="687" name="未知的使用者153" initials="未" lastIdx="0" clrIdx="686"/>
  <p:cmAuthor id="688" name="未知的使用者154" initials="未" lastIdx="0" clrIdx="687"/>
  <p:cmAuthor id="689" name="未知用户25" initials="未" lastIdx="0" clrIdx="688"/>
  <p:cmAuthor id="690" name="张力方" initials="" lastIdx="0" clrIdx="689"/>
  <p:cmAuthor id="691" name="未知的使用者129" initials="未" lastIdx="0" clrIdx="690"/>
  <p:cmAuthor id="692" name="未知的使用者130" initials="未" lastIdx="0" clrIdx="691"/>
  <p:cmAuthor id="693" name="未知的使用者131" initials="未" lastIdx="0" clrIdx="692"/>
  <p:cmAuthor id="694" name="未知的使用者132" initials="未" lastIdx="0" clrIdx="693"/>
  <p:cmAuthor id="695" name="未知的使用者164" initials="未" lastIdx="0" clrIdx="694"/>
  <p:cmAuthor id="696" name="未知的使用者172" initials="未" lastIdx="0" clrIdx="695"/>
  <p:cmAuthor id="697" name="未知的使用者174" initials="未" lastIdx="0" clrIdx="696"/>
  <p:cmAuthor id="698" name="未知的使用者247" initials="未" lastIdx="0" clrIdx="697"/>
  <p:cmAuthor id="699" name="未知的使用者249" initials="未" lastIdx="0" clrIdx="698"/>
  <p:cmAuthor id="700" name="未知的使用者250" initials="未" lastIdx="0" clrIdx="699"/>
  <p:cmAuthor id="701" name="未知的使用者251" initials="未" lastIdx="0" clrIdx="700"/>
  <p:cmAuthor id="702" name="未知的使用者246" initials="未" lastIdx="0" clrIdx="701"/>
  <p:cmAuthor id="703" name="未知的使用者224" initials="未" lastIdx="0" clrIdx="702"/>
  <p:cmAuthor id="704" name="未知的使用者252" initials="未" lastIdx="0" clrIdx="703"/>
  <p:cmAuthor id="705" name="未知的使用者253" initials="未" lastIdx="0" clrIdx="704"/>
  <p:cmAuthor id="706" name="未知的使用者254" initials="未" lastIdx="0" clrIdx="705"/>
  <p:cmAuthor id="707" name="未知的使用者255" initials="未" lastIdx="0" clrIdx="706"/>
  <p:cmAuthor id="708" name="未知的使用者226" initials="未" lastIdx="0" clrIdx="707"/>
  <p:cmAuthor id="709" name="何畔依恋" initials="何" lastIdx="0" clrIdx="708"/>
  <p:cmAuthor id="710" name="未知的使用者227" initials="未" lastIdx="0" clrIdx="709"/>
  <p:cmAuthor id="711" name="未知的使用者270" initials="未" lastIdx="0" clrIdx="710"/>
  <p:cmAuthor id="712" name="未知的使用者228" initials="未" lastIdx="0" clrIdx="711"/>
  <p:cmAuthor id="713" name="曾蓓/贝贝" initials="曾" lastIdx="0" clrIdx="712"/>
  <p:cmAuthor id="714" name="未知的使用者229" initials="未" lastIdx="0" clrIdx="713"/>
  <p:cmAuthor id="715" name="未知的使用者230" initials="未" lastIdx="0" clrIdx="714"/>
  <p:cmAuthor id="716" name="谢学斌" initials="谢" lastIdx="0" clrIdx="715"/>
  <p:cmAuthor id="717" name="未知的使用者231" initials="未" lastIdx="0" clrIdx="716"/>
  <p:cmAuthor id="718" name="未知的使用者256" initials="未" lastIdx="0" clrIdx="717"/>
  <p:cmAuthor id="719" name="qjx2007" initials="q" lastIdx="0" clrIdx="718"/>
  <p:cmAuthor id="720" name="未知的使用者233" initials="未" lastIdx="0" clrIdx="719"/>
  <p:cmAuthor id="721" name="未知的使用者234" initials="未" lastIdx="0" clrIdx="720"/>
  <p:cmAuthor id="722" name="未知的使用者235" initials="未" lastIdx="0" clrIdx="721"/>
  <p:cmAuthor id="723" name="未知的使用者236" initials="未" lastIdx="0" clrIdx="722"/>
  <p:cmAuthor id="724" name="未知的使用者257" initials="未" lastIdx="0" clrIdx="723"/>
  <p:cmAuthor id="725" name="未知的使用者237" initials="未" lastIdx="0" clrIdx="724"/>
  <p:cmAuthor id="726" name="未知的使用者238" initials="未" lastIdx="0" clrIdx="725"/>
  <p:cmAuthor id="727" name="未知的使用者239" initials="未" lastIdx="0" clrIdx="726"/>
  <p:cmAuthor id="728" name="未知的使用者240" initials="未" lastIdx="0" clrIdx="727"/>
  <p:cmAuthor id="729" name="未知的使用者241" initials="未" lastIdx="0" clrIdx="728"/>
  <p:cmAuthor id="730" name="未知的使用者242" initials="未" lastIdx="0" clrIdx="729"/>
  <p:cmAuthor id="731" name="未知的使用者243" initials="未" lastIdx="0" clrIdx="730"/>
  <p:cmAuthor id="732" name="未知的使用者258" initials="未" lastIdx="0" clrIdx="731"/>
  <p:cmAuthor id="733" name="未知的使用者259" initials="未" lastIdx="0" clrIdx="732"/>
  <p:cmAuthor id="734" name="未知的使用者260" initials="未" lastIdx="0" clrIdx="733"/>
  <p:cmAuthor id="735" name="未知的使用者261" initials="未" lastIdx="0" clrIdx="734"/>
  <p:cmAuthor id="736" name="未知的使用者262" initials="未" lastIdx="0" clrIdx="735"/>
  <p:cmAuthor id="737" name="未知的使用者263" initials="未" lastIdx="0" clrIdx="736"/>
  <p:cmAuthor id="738" name="未知的使用者264" initials="未" lastIdx="0" clrIdx="737"/>
  <p:cmAuthor id="739" name="未知的使用者265" initials="未" lastIdx="0" clrIdx="738"/>
  <p:cmAuthor id="740" name="未知的使用者266" initials="未" lastIdx="0" clrIdx="739"/>
  <p:cmAuthor id="741" name="未知的使用者267" initials="未" lastIdx="0" clrIdx="740"/>
  <p:cmAuthor id="742" name="未知的使用者268" initials="未" lastIdx="0" clrIdx="741"/>
  <p:cmAuthor id="743" name="未知的使用者269" initials="未" lastIdx="0" clrIdx="742"/>
  <p:cmAuthor id="744" name="lillian" initials="l" lastIdx="0" clrIdx="743"/>
  <p:cmAuthor id="745" name="未知用户197" initials="未" lastIdx="0" clrIdx="744"/>
  <p:cmAuthor id="746" name="Xia Ting" initials="X" lastIdx="0" clrIdx="745"/>
  <p:cmAuthor id="747" name="未知用户180" initials="未" lastIdx="0" clrIdx="746"/>
  <p:cmAuthor id="748" name="不明使用者54" initials="不" lastIdx="0" clrIdx="747"/>
  <p:cmAuthor id="749" name="未知用户188" initials="未" lastIdx="0" clrIdx="748"/>
  <p:cmAuthor id="750" name="未知用户94" initials="未" lastIdx="0" clrIdx="749"/>
  <p:cmAuthor id="751" name="未知用户321" initials="未" lastIdx="0" clrIdx="750"/>
  <p:cmAuthor id="752" name="未知用户319" initials="未" lastIdx="0" clrIdx="751"/>
  <p:cmAuthor id="753" name="未知用户222" initials="未" lastIdx="0" clrIdx="752"/>
  <p:cmAuthor id="754" name="未知用户87" initials="未" lastIdx="0" clrIdx="753"/>
  <p:cmAuthor id="755" name="未知用户88" initials="未" lastIdx="0" clrIdx="754"/>
  <p:cmAuthor id="756" name="未知用户89" initials="未" lastIdx="0" clrIdx="755"/>
  <p:cmAuthor id="757" name="未知用户110" initials="未" lastIdx="0" clrIdx="756"/>
  <p:cmAuthor id="758" name="未知用户121" initials="未" lastIdx="0" clrIdx="757"/>
  <p:cmAuthor id="759" name="未知用户234" initials="未" lastIdx="0" clrIdx="758"/>
  <p:cmAuthor id="760" name="未知用户54" initials="未" lastIdx="0" clrIdx="759"/>
  <p:cmAuthor id="761" name="未知用户278" initials="未" lastIdx="0" clrIdx="760"/>
  <p:cmAuthor id="762" name="未知用户279" initials="未" lastIdx="0" clrIdx="761"/>
  <p:cmAuthor id="763" name="大白" initials="大" lastIdx="0" clrIdx="762"/>
  <p:cmAuthor id="764" name="未知用户280" initials="未" lastIdx="0" clrIdx="763"/>
  <p:cmAuthor id="765" name="未知用户281" initials="未" lastIdx="0" clrIdx="764"/>
  <p:cmAuthor id="766" name="未知用户282" initials="未" lastIdx="0" clrIdx="765"/>
  <p:cmAuthor id="767" name="未知用户283" initials="未" lastIdx="0" clrIdx="766"/>
  <p:cmAuthor id="768" name="未知用户284" initials="未" lastIdx="0" clrIdx="767"/>
  <p:cmAuthor id="769" name="未知用户285" initials="未" lastIdx="0" clrIdx="768"/>
  <p:cmAuthor id="770" name="未知用户303" initials="未" lastIdx="0" clrIdx="769"/>
  <p:cmAuthor id="771" name="78234500@qq.com" initials="7" lastIdx="0" clrIdx="770"/>
  <p:cmAuthor id="772" name="刘雨润" initials="刘" lastIdx="0" clrIdx="771"/>
  <p:cmAuthor id="773" name="未知用户290" initials="未" lastIdx="0" clrIdx="772"/>
  <p:cmAuthor id="774" name="未知用户291" initials="未" lastIdx="0" clrIdx="773"/>
  <p:cmAuthor id="775" name="未知用户292" initials="未" lastIdx="0" clrIdx="774"/>
  <p:cmAuthor id="776" name="未知用户293" initials="未" lastIdx="0" clrIdx="775"/>
  <p:cmAuthor id="777" name="施普希（菜菜）" initials="施" lastIdx="0" clrIdx="776"/>
  <p:cmAuthor id="778" name="未知用户295" initials="未" lastIdx="0" clrIdx="777"/>
  <p:cmAuthor id="779" name="yu 1" initials="y1" lastIdx="0" clrIdx="778"/>
  <p:cmAuthor id="780" name="未知用户297" initials="未" lastIdx="0" clrIdx="779"/>
  <p:cmAuthor id="781" name="李 嘉" initials="李" lastIdx="0" clrIdx="780"/>
  <p:cmAuthor id="782" name="panjm" initials="p" lastIdx="0" clrIdx="781"/>
  <p:cmAuthor id="783" name="gus9@chinaunicom.cn" initials="g" lastIdx="0" clrIdx="782"/>
  <p:cmAuthor id="784" name="ye gusong" initials="y" lastIdx="0" clrIdx="783"/>
  <p:cmAuthor id="785" name="wei muzi" initials="w" lastIdx="0" clrIdx="784"/>
  <p:cmAuthor id="786" name="孙" initials="孙" lastIdx="0" clrIdx="785"/>
  <p:cmAuthor id="787" name="liuchunhua199110" initials="l" lastIdx="0" clrIdx="786"/>
  <p:cmAuthor id="788" name="未知用户256" initials="未" lastIdx="0" clrIdx="787"/>
  <p:cmAuthor id="789" name="未知的使用者139" initials="未" lastIdx="0" clrIdx="788"/>
  <p:cmAuthor id="790" name="未知用户258" initials="未" lastIdx="0" clrIdx="789"/>
  <p:cmAuthor id="791" name="未知用户233" initials="未" lastIdx="0" clrIdx="790"/>
  <p:cmAuthor id="792" name="子非鱼1314" initials="子" lastIdx="0" clrIdx="791"/>
  <p:cmAuthor id="793" name="未知用户229" initials="未" lastIdx="0" clrIdx="792"/>
  <p:cmAuthor id="794" name="boyen" initials="b" lastIdx="0" clrIdx="793"/>
  <p:cmAuthor id="795" name="yudi lin" initials="y" lastIdx="0" clrIdx="794"/>
  <p:cmAuthor id="796" name="未知的使用者200" initials="未" lastIdx="0" clrIdx="795"/>
  <p:cmAuthor id="797" name="未知用户238" initials="未" lastIdx="0" clrIdx="796"/>
  <p:cmAuthor id="798" name="49554261@qq.com" initials="4" lastIdx="0" clrIdx="797"/>
  <p:cmAuthor id="799" name="未知用户215" initials="未" lastIdx="0" clrIdx="798"/>
  <p:cmAuthor id="800" name="未知用户313" initials="未" lastIdx="0" clrIdx="799"/>
  <p:cmAuthor id="801" name="胡岱雯" initials="胡" lastIdx="0" clrIdx="800"/>
  <p:cmAuthor id="802" name="张 成亚" initials="张" lastIdx="0" clrIdx="801"/>
  <p:cmAuthor id="803" name="未知用户268" initials="未" lastIdx="0" clrIdx="802"/>
  <p:cmAuthor id="804" name="liuzga" initials="l" lastIdx="0" clrIdx="803"/>
  <p:cmAuthor id="805" name="未知用户213" initials="未" lastIdx="0" clrIdx="804"/>
  <p:cmAuthor id="806" name="未知用户218" initials="未" lastIdx="0" clrIdx="805"/>
  <p:cmAuthor id="807" name="未知用户219" initials="未" lastIdx="0" clrIdx="806"/>
  <p:cmAuthor id="808" name="未知用户344" initials="未" lastIdx="0" clrIdx="807"/>
  <p:cmAuthor id="809" name="未知用户345" initials="未" lastIdx="0" clrIdx="808"/>
  <p:cmAuthor id="810" name="未知用户347" initials="未" lastIdx="0" clrIdx="809"/>
  <p:cmAuthor id="811" name="未知用户348" initials="未" lastIdx="0" clrIdx="810"/>
  <p:cmAuthor id="812" name="jian Ray" initials="j" lastIdx="0" clrIdx="811"/>
  <p:cmAuthor id="813" name="卢茹" initials="卢" lastIdx="0" clrIdx="812"/>
  <p:cmAuthor id="814" name="Microsoft Office 用户" initials="M" lastIdx="0" clrIdx="813"/>
  <p:cmAuthor id="815" name="王丽君" initials="王" lastIdx="0" clrIdx="814"/>
  <p:cmAuthor id="816" name="未知用户237" initials="未" lastIdx="0" clrIdx="815"/>
  <p:cmAuthor id="817" name="�Ÿ�" initials="�" lastIdx="0" clrIdx="816"/>
  <p:cmAuthor id="818" name="未知用户221" initials="未" lastIdx="0" clrIdx="817"/>
  <p:cmAuthor id="819" name="jesschin" initials="j" lastIdx="0" clrIdx="818"/>
  <p:cmAuthor id="820" name="林志强" initials="林" lastIdx="0" clrIdx="819"/>
  <p:cmAuthor id="821" name="Carol Kelly" initials="C" lastIdx="0" clrIdx="820"/>
  <p:cmAuthor id="822" name="马月" initials="马" lastIdx="0" clrIdx="821"/>
  <p:cmAuthor id="823" name="10090288" initials="1" lastIdx="0" clrIdx="822"/>
  <p:cmAuthor id="824" name="Unknown User58" initials="U" lastIdx="0" clrIdx="823"/>
  <p:cmAuthor id="825" name="Unknown User55" initials="U" lastIdx="0" clrIdx="824"/>
  <p:cmAuthor id="826" name="未知用户343" initials="未" lastIdx="0" clrIdx="825"/>
  <p:cmAuthor id="827" name="Huipeng Cao" initials="H" lastIdx="0" clrIdx="826"/>
  <p:cmAuthor id="828" name="李 雷雨" initials="李" lastIdx="0" clrIdx="827"/>
  <p:cmAuthor id="829" name="91257" initials="9" lastIdx="0" clrIdx="828"/>
  <p:cmAuthor id="830" name="vicky" initials="v" lastIdx="0" clrIdx="829"/>
  <p:cmAuthor id="831" name="庆芳 许" initials="庆" lastIdx="0" clrIdx="830"/>
  <p:cmAuthor id="832" name="jerrychou" initials="j" lastIdx="0" clrIdx="831"/>
  <p:cmAuthor id="833" name="不明使用者12" initials="不" lastIdx="0" clrIdx="832"/>
  <p:cmAuthor id="834" name="不明使用者1" initials="不" lastIdx="0" clrIdx="833"/>
  <p:cmAuthor id="835" name="不明使用者2" initials="不" lastIdx="0" clrIdx="834"/>
  <p:cmAuthor id="836" name="jialuo" initials="j" lastIdx="0" clrIdx="835"/>
  <p:cmAuthor id="837" name="姚翔" initials="姚" lastIdx="0" clrIdx="836"/>
  <p:cmAuthor id="838" name="不明使用者4" initials="不" lastIdx="0" clrIdx="837"/>
  <p:cmAuthor id="839" name="不明使用者6" initials="不" lastIdx="0" clrIdx="838"/>
  <p:cmAuthor id="840" name="不明使用者5" initials="不" lastIdx="0" clrIdx="839"/>
  <p:cmAuthor id="841" name="未知用户296" initials="未" lastIdx="0" clrIdx="840"/>
  <p:cmAuthor id="842" name="不明使用者8" initials="不" lastIdx="0" clrIdx="841"/>
  <p:cmAuthor id="843" name="不明使用者9" initials="不" lastIdx="0" clrIdx="842"/>
  <p:cmAuthor id="844" name="不明使用者10" initials="不" lastIdx="0" clrIdx="843"/>
  <p:cmAuthor id="845" name="不明使用者11" initials="不" lastIdx="0" clrIdx="844"/>
  <p:cmAuthor id="846" name="Carol Wu" initials="C" lastIdx="0" clrIdx="845"/>
  <p:cmAuthor id="847" name="Think" initials="T" lastIdx="0" clrIdx="846"/>
  <p:cmAuthor id="848" name="63173" initials="6" lastIdx="0" clrIdx="847"/>
  <p:cmAuthor id="849" name="未知用户304" initials="未" lastIdx="0" clrIdx="848"/>
  <p:cmAuthor id="850" name="未知用户305" initials="未" lastIdx="0" clrIdx="849"/>
  <p:cmAuthor id="851" name="敢 王" initials="敢" lastIdx="0" clrIdx="850"/>
  <p:cmAuthor id="852" name="邓 勇" initials="邓" lastIdx="0" clrIdx="851"/>
  <p:cmAuthor id="853" name="陈城" initials="陈" lastIdx="0" clrIdx="852"/>
  <p:cmAuthor id="854" name="未知用户309" initials="未" lastIdx="0" clrIdx="853"/>
  <p:cmAuthor id="855" name="59144" initials="5" lastIdx="0" clrIdx="854"/>
  <p:cmAuthor id="856" name="未知用户311" initials="未" lastIdx="0" clrIdx="855"/>
  <p:cmAuthor id="857" name="未知用户312" initials="未" lastIdx="0" clrIdx="856"/>
  <p:cmAuthor id="858" name="86186" initials="8" lastIdx="0" clrIdx="857"/>
  <p:cmAuthor id="859" name="未知用户314" initials="未" lastIdx="0" clrIdx="858"/>
  <p:cmAuthor id="860" name="晓  曲" initials="晓" lastIdx="0" clrIdx="859"/>
  <p:cmAuthor id="861" name="未知用户245" initials="未" lastIdx="0" clrIdx="860"/>
  <p:cmAuthor id="862" name="未知用户216" initials="未" lastIdx="0" clrIdx="861"/>
  <p:cmAuthor id="863" name="孟连磊" initials="孟" lastIdx="0" clrIdx="862"/>
  <p:cmAuthor id="864" name="仇怿俊" initials="仇" lastIdx="0" clrIdx="863"/>
  <p:cmAuthor id="865" name="未知用户387" initials="未" lastIdx="0" clrIdx="864"/>
  <p:cmAuthor id="866" name="未知的使用者177" initials="未" lastIdx="0" clrIdx="865"/>
  <p:cmAuthor id="867" name="Xiaosu Wang" initials="XW" lastIdx="0" clrIdx="866"/>
  <p:cmAuthor id="868" name="10356" initials="1" lastIdx="0" clrIdx="867"/>
  <p:cmAuthor id="869" name="梅芬 吳" initials="梅" lastIdx="0" clrIdx="868"/>
  <p:cmAuthor id="870" name="Wenjing zhou" initials="Wz" lastIdx="0" clrIdx="869"/>
  <p:cmAuthor id="871" name="未知的使用者221" initials="未" lastIdx="0" clrIdx="870"/>
  <p:cmAuthor id="872" name="goulei" initials="g" lastIdx="0" clrIdx="871"/>
  <p:cmAuthor id="873" name="wzy" initials="w" lastIdx="0" clrIdx="872"/>
  <p:cmAuthor id="874" name="winner1 chan" initials="wc" lastIdx="0" clrIdx="873"/>
  <p:cmAuthor id="875" name="未知用户332" initials="未" lastIdx="0" clrIdx="874"/>
  <p:cmAuthor id="876" name="未知用户217" initials="未" lastIdx="0" clrIdx="875"/>
  <p:cmAuthor id="877" name="cai yan" initials="cy" lastIdx="0" clrIdx="876"/>
  <p:cmAuthor id="878" name="Hp123" initials="H" lastIdx="0" clrIdx="877"/>
  <p:cmAuthor id="879" name="annie.gts@outlook.com" initials="a" lastIdx="0" clrIdx="878"/>
  <p:cmAuthor id="880" name="杨 升格" initials="杨" lastIdx="0" clrIdx="879"/>
  <p:cmAuthor id="881" name="Unknown User80" initials="U" lastIdx="0" clrIdx="880"/>
  <p:cmAuthor id="882" name="cy" initials="c" lastIdx="0" clrIdx="881"/>
  <p:cmAuthor id="883" name="郏鹏" initials="郏" lastIdx="0" clrIdx="882"/>
  <p:cmAuthor id="884" name="未知用户200" initials="未" lastIdx="0" clrIdx="883"/>
  <p:cmAuthor id="885" name="群智集" initials="群" lastIdx="0" clrIdx="884"/>
  <p:cmAuthor id="886" name="未知用户272" initials="未" lastIdx="0" clrIdx="885"/>
  <p:cmAuthor id="887" name="Windows 用户" initials="W用" lastIdx="0" clrIdx="886"/>
  <p:cmAuthor id="888" name="lxm" initials="l" lastIdx="0" clrIdx="887"/>
  <p:cmAuthor id="889" name="江莉萍|jiangliping" initials="W用" lastIdx="0" clrIdx="888"/>
  <p:cmAuthor id="890" name="未知用户231" initials="未" lastIdx="0" clrIdx="889"/>
  <p:cmAuthor id="891" name="晓琳 李" initials="晓琳" lastIdx="0" clrIdx="890"/>
  <p:cmAuthor id="892" name="刘海娜|liuhaina" initials="W用" lastIdx="0" clrIdx="891"/>
  <p:cmAuthor id="893" name="yesg" initials="y" lastIdx="0" clrIdx="892"/>
  <p:cmAuthor id="894" name="Ball Snow" initials="BS" lastIdx="0" clrIdx="893"/>
  <p:cmAuthor id="895" name="Microsoft Office User" initials="M" lastIdx="0" clrIdx="894"/>
  <p:cmAuthor id="896" name="陳珮琪" initials="陳珮琪" lastIdx="0" clrIdx="895"/>
  <p:cmAuthor id="897" name="未知用户277" initials="未" lastIdx="0" clrIdx="896"/>
  <p:cmAuthor id="898" name="soling" initials="s" lastIdx="0" clrIdx="897"/>
  <p:cmAuthor id="899" name="李 骁" initials="李" lastIdx="0" clrIdx="898"/>
  <p:cmAuthor id="900" name="Tome" initials="T" lastIdx="0" clrIdx="899"/>
  <p:cmAuthor id="901" name="未知的使用者96" initials="未" lastIdx="0" clrIdx="900"/>
  <p:cmAuthor id="902" name="未知的使用者97" initials="未" lastIdx="0" clrIdx="901"/>
  <p:cmAuthor id="903" name="未知用户301" initials="未" lastIdx="0" clrIdx="902"/>
  <p:cmAuthor id="904" name="未知用户306" initials="未" lastIdx="0" clrIdx="903"/>
  <p:cmAuthor id="905" name="未知用户308" initials="未" lastIdx="0" clrIdx="904"/>
  <p:cmAuthor id="906" name="未知用户248" initials="未" lastIdx="0" clrIdx="905"/>
  <p:cmAuthor id="907" name="未知用户249" initials="未" lastIdx="0" clrIdx="906"/>
  <p:cmAuthor id="908" name="Stacy Chiang" initials="S" lastIdx="0" clrIdx="907"/>
  <p:cmAuthor id="909" name="未知用户315" initials="未" lastIdx="0" clrIdx="908"/>
  <p:cmAuthor id="910" name="未知用户316" initials="未" lastIdx="0" clrIdx="909"/>
  <p:cmAuthor id="911" name="未知用户317" initials="未" lastIdx="0" clrIdx="910"/>
  <p:cmAuthor id="912" name="未知用户318" initials="未" lastIdx="0" clrIdx="911"/>
  <p:cmAuthor id="913" name="chen hui" initials="c" lastIdx="0" clrIdx="912"/>
  <p:cmAuthor id="914" name="未知用户244" initials="未" lastIdx="0" clrIdx="913"/>
  <p:cmAuthor id="915" name="未知用户322" initials="未" lastIdx="0" clrIdx="914"/>
  <p:cmAuthor id="916" name="未知用户323" initials="未" lastIdx="0" clrIdx="915"/>
  <p:cmAuthor id="917" name="未知用户324" initials="未" lastIdx="0" clrIdx="916"/>
  <p:cmAuthor id="918" name="杨强" initials="杨" lastIdx="0" clrIdx="917"/>
  <p:cmAuthor id="919" name="wangxinhui" initials="w" lastIdx="0" clrIdx="918"/>
  <p:cmAuthor id="920" name="檀晟 陈" initials="檀晟" lastIdx="0" clrIdx="919"/>
  <p:cmAuthor id="921" name="未知用户276" initials="未" lastIdx="0" clrIdx="920"/>
  <p:cmAuthor id="922" name="未知用户363" initials="未" lastIdx="0" clrIdx="921"/>
  <p:cmAuthor id="923" name="未知用户459" initials="未" lastIdx="0" clrIdx="922"/>
  <p:cmAuthor id="924" name="未知用户470" initials="未" lastIdx="0" clrIdx="923"/>
  <p:cmAuthor id="925" name="未知用户325" initials="未" lastIdx="0" clrIdx="924"/>
  <p:cmAuthor id="926" name="未知用户326" initials="未" lastIdx="0" clrIdx="925"/>
  <p:cmAuthor id="927" name="未知用户365" initials="未" lastIdx="0" clrIdx="926"/>
  <p:cmAuthor id="928" name="未知用户460" initials="未" lastIdx="0" clrIdx="927"/>
  <p:cmAuthor id="929" name="未知用户366" initials="未" lastIdx="0" clrIdx="928"/>
  <p:cmAuthor id="930" name="未知用户461" initials="未" lastIdx="0" clrIdx="929"/>
  <p:cmAuthor id="931" name="未知用户367" initials="未" lastIdx="0" clrIdx="930"/>
  <p:cmAuthor id="932" name="未知用户462" initials="未" lastIdx="0" clrIdx="931"/>
  <p:cmAuthor id="933" name="YY" initials="Y" lastIdx="0" clrIdx="932"/>
  <p:cmAuthor id="934" name="未知用户463" initials="未" lastIdx="0" clrIdx="933"/>
  <p:cmAuthor id="935" name="未知用户368" initials="未" lastIdx="0" clrIdx="934"/>
  <p:cmAuthor id="936" name="未知用户464" initials="未" lastIdx="0" clrIdx="935"/>
  <p:cmAuthor id="937" name="未知用户369" initials="未" lastIdx="0" clrIdx="936"/>
  <p:cmAuthor id="938" name="未知用户465" initials="未" lastIdx="0" clrIdx="937"/>
  <p:cmAuthor id="939" name="未知用户466" initials="未" lastIdx="0" clrIdx="938"/>
  <p:cmAuthor id="940" name="未知用户467" initials="未" lastIdx="0" clrIdx="939"/>
  <p:cmAuthor id="941" name="未知用户468" initials="未" lastIdx="0" clrIdx="940"/>
  <p:cmAuthor id="942" name="未知用户426" initials="未" lastIdx="0" clrIdx="941"/>
  <p:cmAuthor id="943" name="未知用户371" initials="未" lastIdx="0" clrIdx="942"/>
  <p:cmAuthor id="944" name="未知用户372" initials="未" lastIdx="0" clrIdx="943"/>
  <p:cmAuthor id="945" name="未知用户373" initials="未" lastIdx="0" clrIdx="944"/>
  <p:cmAuthor id="946" name="未知用户374" initials="未" lastIdx="0" clrIdx="945"/>
  <p:cmAuthor id="947" name="未知用户469" initials="未" lastIdx="0" clrIdx="946"/>
  <p:cmAuthor id="948" name="未知用户427" initials="未" lastIdx="0" clrIdx="947"/>
  <p:cmAuthor id="949" name="未知用户375" initials="未" lastIdx="0" clrIdx="948"/>
  <p:cmAuthor id="950" name="未知用户376" initials="未" lastIdx="0" clrIdx="949"/>
  <p:cmAuthor id="951" name="未知用户377" initials="未" lastIdx="0" clrIdx="950"/>
  <p:cmAuthor id="952" name="未知用户428" initials="未" lastIdx="0" clrIdx="951"/>
  <p:cmAuthor id="953" name="未知用户378" initials="未" lastIdx="0" clrIdx="952"/>
  <p:cmAuthor id="954" name="未知用户379" initials="未" lastIdx="0" clrIdx="953"/>
  <p:cmAuthor id="955" name="未知用户339" initials="未" lastIdx="0" clrIdx="954"/>
  <p:cmAuthor id="956" name="未知用户380" initials="未" lastIdx="0" clrIdx="955"/>
  <p:cmAuthor id="957" name="Lee" initials="L" lastIdx="0" clrIdx="956"/>
  <p:cmAuthor id="958" name="朵朵" initials="朵" lastIdx="0" clrIdx="957"/>
  <p:cmAuthor id="959" name="节潇" initials="节" lastIdx="0" clrIdx="958"/>
  <p:cmAuthor id="960" name="城" initials="城" lastIdx="0" clrIdx="959"/>
  <p:cmAuthor id="961" name="nature_emInFJF7" initials="authorId_313163542" lastIdx="0" clrIdx="960"/>
  <p:cmAuthor id="962" name="杨思思_VNjyvY7j" initials="authorId_430925712" lastIdx="0" clrIdx="961"/>
  <p:cmAuthor id="963" name="10171677" initials="1" lastIdx="0" clrIdx="962"/>
  <p:cmAuthor id="964" name="zh" initials="z" lastIdx="0" clrIdx="963"/>
  <p:cmAuthor id="965" name="程奥林" initials="程" lastIdx="0" clrIdx="964"/>
  <p:cmAuthor id="966" name="Liangdp" initials="L" lastIdx="0" clrIdx="965"/>
  <p:cmAuthor id="967" name=" " initials="" lastIdx="0" clrIdx="966"/>
  <p:cmAuthor id="968" name="Mmm" initials="M" lastIdx="0" clrIdx="967"/>
  <p:cmAuthor id="969" name="未知用户230" initials="未" lastIdx="0" clrIdx="968"/>
  <p:cmAuthor id="970" name="10344322" initials="1" lastIdx="0" clrIdx="969"/>
  <p:cmAuthor id="971" name="王元初" initials="王" lastIdx="0" clrIdx="970"/>
  <p:cmAuthor id="972" name="李红" initials="李" lastIdx="0" clrIdx="971"/>
  <p:cmAuthor id="973" name="碳酸 碳酸" initials="碳碳" lastIdx="0" clrIdx="972"/>
  <p:cmAuthor id="974" name="赵 万良" initials="赵" lastIdx="0" clrIdx="973"/>
  <p:cmAuthor id="975" name="Steve" initials="S" lastIdx="0" clrIdx="974"/>
  <p:cmAuthor id="976" name="SJ" initials="S" lastIdx="0" clrIdx="975"/>
  <p:cmAuthor id="977" name="张百峰" initials="张" lastIdx="0" clrIdx="976"/>
  <p:cmAuthor id="978" name="古颜松" initials="古" lastIdx="0" clrIdx="977"/>
  <p:cmAuthor id="979" name="Liu Xiujin" initials="L" lastIdx="0" clrIdx="978"/>
  <p:cmAuthor id="980" name="m1860" initials="m" lastIdx="0" clrIdx="979"/>
  <p:cmAuthor id="981" name="裴建英" initials="裴" lastIdx="0" clrIdx="980"/>
  <p:cmAuthor id="982" name="刘浩" initials="刘" lastIdx="0" clrIdx="981"/>
  <p:cmAuthor id="983" name="Vivian Liu" initials="VL" lastIdx="0" clrIdx="982"/>
  <p:cmAuthor id="984" name="姗SHAN" initials="姗" lastIdx="0" clrIdx="983"/>
  <p:cmAuthor id="985" name="胡乐信" initials="胡" lastIdx="0" clrIdx="984"/>
  <p:cmAuthor id="986" name="XIAN" initials="X" lastIdx="0" clrIdx="985"/>
  <p:cmAuthor id="987" name="00332340" initials="0" lastIdx="0" clrIdx="986"/>
  <p:cmAuthor id="988" name="00260515" initials="HRP" lastIdx="0" clrIdx="987"/>
  <p:cmAuthor id="989" name="王燕" initials="王" lastIdx="0" clrIdx="988"/>
  <p:cmAuthor id="990" name="王皓天" initials="A" lastIdx="0" clrIdx="989"/>
  <p:cmAuthor id="991" name="marmot" initials="m" lastIdx="0" clrIdx="990"/>
  <p:cmAuthor id="992" name="张因然10112423" initials="1" lastIdx="0" clrIdx="991"/>
  <p:cmAuthor id="993" name="10023731" initials="1" lastIdx="0" clrIdx="992"/>
  <p:cmAuthor id="994" name="10285279" initials="1" lastIdx="0" clrIdx="993"/>
  <p:cmAuthor id="995" name="ME" initials="M" lastIdx="0" clrIdx="994"/>
  <p:cmAuthor id="996" name="许阿丽" initials="许" lastIdx="0" clrIdx="995"/>
  <p:cmAuthor id="997" name="linjs26" initials="l" lastIdx="0" clrIdx="996"/>
  <p:cmAuthor id="998" name="Hw111" initials="H" lastIdx="0" clrIdx="997"/>
  <p:cmAuthor id="999" name="段立兵" initials="段" lastIdx="0" clrIdx="998"/>
  <p:cmAuthor id="1000" name="gaojl61" initials="g" lastIdx="0" clrIdx="999"/>
  <p:cmAuthor id="1001" name="10329322" initials="1" lastIdx="0" clrIdx="1000"/>
  <p:cmAuthor id="1002" name="王晓燕" initials="王" lastIdx="0" clrIdx="1001"/>
  <p:cmAuthor id="1003" name="冷呆冷呆的" initials="冷" lastIdx="0" clrIdx="1002"/>
  <p:cmAuthor id="1004" name="WPS_1679281038" initials="W" lastIdx="0" clrIdx="1003"/>
  <p:cmAuthor id="1005" name="未知用户310" initials="未" lastIdx="0" clrIdx="1004"/>
  <p:cmAuthor id="1006" name="讀 書" initials="讀" lastIdx="0" clrIdx="1005"/>
  <p:cmAuthor id="1007" name="余华" initials="余" lastIdx="0" clrIdx="1006"/>
  <p:cmAuthor id="1008" name="KwongChi" initials="K" lastIdx="0" clrIdx="1007"/>
  <p:cmAuthor id="1009" name="谢照君" initials="x" lastIdx="0" clrIdx="1008"/>
  <p:cmAuthor id="1010" name="UNICOM" initials="U" lastIdx="0" clrIdx="1009"/>
  <p:cmAuthor id="1011" name="王 成岩" initials="王" lastIdx="0" clrIdx="1010"/>
  <p:cmAuthor id="1012" name="孔祥聪" initials="o" lastIdx="0" clrIdx="1011"/>
  <p:cmAuthor id="1013" name="陈曼婷" initials="陈" lastIdx="0" clrIdx="1012"/>
  <p:cmAuthor id="1014" name="陈立英" initials="陈" lastIdx="0" clrIdx="1013"/>
  <p:cmAuthor id="1015" name="梁国健" initials="梁" lastIdx="0" clrIdx="1014"/>
  <p:cmAuthor id="1016" name="chenxiaoyan" initials="c" lastIdx="0" clrIdx="1015"/>
  <p:cmAuthor id="1017" name="张艳" initials="张" lastIdx="0" clrIdx="1016"/>
  <p:cmAuthor id="1018" name="tsc" initials="l" lastIdx="0" clrIdx="1017"/>
  <p:cmAuthor id="1019" name="梅婷" initials="梅" lastIdx="0" clrIdx="1018"/>
  <p:cmAuthor id="1020" name="刘艾旸" initials="刘" lastIdx="0" clrIdx="1019"/>
  <p:cmAuthor id="1021" name="范晓波" initials="范" lastIdx="0" clrIdx="1020"/>
  <p:cmAuthor id="1022" name="38113" initials="3" lastIdx="0" clrIdx="1021"/>
  <p:cmAuthor id="1023" name="大耳朵" initials="大" lastIdx="0" clrIdx="1022"/>
  <p:cmAuthor id="1024" name="雷迎颖" initials="雷" lastIdx="0" clrIdx="1023"/>
  <p:cmAuthor id="1025" name="zhouzaihuan" initials="z" lastIdx="0" clrIdx="1024"/>
  <p:cmAuthor id="1026" name="安" initials="安" lastIdx="0" clrIdx="1025"/>
  <p:cmAuthor id="1027" name="小帅" initials="小" lastIdx="0" clrIdx="1026"/>
  <p:cmAuthor id="1028" name="Endless" initials="E" lastIdx="0" clrIdx="1027"/>
  <p:cmAuthor id="1029" name="晴朗天空" initials="晴" lastIdx="0" clrIdx="1028"/>
  <p:cmAuthor id="1030" name="WPS_1644930035" initials="W" lastIdx="0" clrIdx="1029"/>
  <p:cmAuthor id="1031" name="李晓彤" initials="6" lastIdx="0" clrIdx="1030"/>
  <p:cmAuthor id="1032" name="ming Gao" initials="m" lastIdx="0" clrIdx="1031"/>
  <p:cmAuthor id="1033" name="qsl" initials="q" lastIdx="0" clrIdx="1032"/>
  <p:cmAuthor id="1034" name="任雪" initials="任" lastIdx="0" clrIdx="1033"/>
  <p:cmAuthor id="1035" name="林宝" initials="林" lastIdx="0" clrIdx="1034"/>
  <p:cmAuthor id="1036" name="Zhangjiayi(Eason,GD NATD)" initials="Z" lastIdx="0" clrIdx="1035"/>
  <p:cmAuthor id="1037" name="Keybo" initials="K" lastIdx="0" clrIdx="1036"/>
  <p:cmAuthor id="1038" name="方鹏" initials="方" lastIdx="0" clrIdx="1037"/>
  <p:cmAuthor id="1039" name="刘鹏辉" initials="刘" lastIdx="0" clrIdx="1038"/>
  <p:cmAuthor id="1040" name="楠已置信✔️" initials="楠" lastIdx="0" clrIdx="1039"/>
  <p:cmAuthor id="1041" name="一花一世界" initials="一" lastIdx="0" clrIdx="1040"/>
  <p:cmAuthor id="1042" name="Lin阿福" initials="L" lastIdx="0" clrIdx="1041"/>
  <p:cmAuthor id="1043" name="郭蒙蒙" initials="郭" lastIdx="0" clrIdx="1042"/>
  <p:cmAuthor id="1044" name="WPS_1748790336" initials="W" lastIdx="0" clrIdx="1043"/>
  <p:cmAuthor id="1045" name="杨哈哈" initials="杨" lastIdx="0" clrIdx="1044"/>
  <p:cmAuthor id="1046" name="张泽鹏" initials="张" lastIdx="0" clrIdx="1045"/>
  <p:cmAuthor id="1047" name="水静犹明" initials="水" lastIdx="0" clrIdx="1046"/>
  <p:cmAuthor id="1048" name="billow.jen" initials="b" lastIdx="0" clrIdx="1047"/>
  <p:cmAuthor id="1049" name="8237476979" initials="8" lastIdx="0" clrIdx="1048"/>
  <p:cmAuthor id="1050" name="文斌" initials="文" lastIdx="0" clrIdx="1049"/>
  <p:cmAuthor id="1051" name="谢海明" initials="谢" lastIdx="0" clrIdx="1050"/>
  <p:cmAuthor id="1052" name="西安集优~王晓可" initials="西" lastIdx="0" clrIdx="1051"/>
  <p:cmAuthor id="1053" name="js-王美婧" initials="j" lastIdx="0" clrIdx="1052"/>
  <p:cmAuthor id="1054" name="WPS_1580452479" initials="W" lastIdx="0" clrIdx="1053"/>
  <p:cmAuthor id="1055" name="Sabrina" initials="S" lastIdx="0" clrIdx="1054"/>
  <p:cmAuthor id="1056" name="咿呀学语" initials="咿" lastIdx="0" clrIdx="1055"/>
  <p:cmAuthor id="1057" name="WPS_1655667131" initials="W" lastIdx="0" clrIdx="1056"/>
  <p:cmAuthor id="1058" name="%E5%9B%9B%E8%AF%9D%E6%9D%9C%E5%B9%BF%E5%" initials="%" lastIdx="0" clrIdx="1057"/>
  <p:cmAuthor id="1059" name="小邪" initials="小" lastIdx="0" clrIdx="1058"/>
  <p:cmAuthor id="1060" name="E" initials="E" lastIdx="0" clrIdx="1059"/>
  <p:cmAuthor id="1061" name="王红智" initials="王" lastIdx="0" clrIdx="1060"/>
  <p:cmAuthor id="1062" name="Julia Jia" initials="J" lastIdx="0" clrIdx="1061"/>
  <p:cmAuthor id="1063" name="Биндэреэ" initials="Б" lastIdx="0" clrIdx="1062"/>
  <p:cmAuthor id="1064" name="sunzj50" initials="s" lastIdx="0" clrIdx="1063"/>
  <p:cmAuthor id="1065" name="WPS_1668222346" initials="W" lastIdx="0" clrIdx="1064"/>
  <p:cmAuthor id="1066" name="陈双华" initials="陈" lastIdx="0" clrIdx="1065"/>
  <p:cmAuthor id="1067" name="yan冰" initials="y" lastIdx="0" clrIdx="1066"/>
  <p:cmAuthor id="1068" name="段甜甜" initials="段" lastIdx="0" clrIdx="1067"/>
  <p:cmAuthor id="1069" name="西安集优尤栋伟18631220618" initials="西" lastIdx="0" clrIdx="1068"/>
  <p:cmAuthor id="1070" name="张平" initials="张" lastIdx="0" clrIdx="1069"/>
  <p:cmAuthor id="1071" name="成思远" initials="成" lastIdx="0" clrIdx="1070"/>
  <p:cmAuthor id="1072" name="田晓锋。" initials="田" lastIdx="0" clrIdx="1071"/>
  <p:cmAuthor id="1073" name="丰先生" initials="丰" lastIdx="0" clrIdx="1072"/>
  <p:cmAuthor id="1074" name="菩提树下" initials="菩" lastIdx="0" clrIdx="1073"/>
  <p:cmAuthor id="1075" name="leizb" initials="l" lastIdx="0" clrIdx="1074"/>
  <p:cmAuthor id="1076" name="QMY" initials="Q" lastIdx="0" clrIdx="1075"/>
  <p:cmAuthor id="1077" name="姜楠" initials="姜" lastIdx="0" clrIdx="1076"/>
  <p:cmAuthor id="1078" name="新泉" initials="新" lastIdx="0" clrIdx="1077"/>
  <p:cmAuthor id="1079" name="李林林" initials="李" lastIdx="0" clrIdx="1078"/>
  <p:cmAuthor id="1080" name="lin li" initials="ll" lastIdx="0" clrIdx="1079"/>
  <p:cmAuthor id="1081" name="595434287@qq.com" initials="5" lastIdx="0" clrIdx="1080"/>
  <p:cmAuthor id="1082" name="345175348@qq.com" initials="3" lastIdx="0" clrIdx="1081"/>
  <p:cmAuthor id="1083" name="李 奕霖" initials="李" lastIdx="0" clrIdx="1082"/>
  <p:cmAuthor id="1084" name="文向阳" initials="文" lastIdx="0" clrIdx="1083"/>
  <p:cmAuthor id="1085" name="敬泉 李" initials="敬泉" lastIdx="0" clrIdx="1084"/>
  <p:cmAuthor id="1086" name="陈 淑旸" initials="陈" lastIdx="0" clrIdx="1085"/>
  <p:cmAuthor id="1087" name="帅帅 俊俊子" initials="帅帅" lastIdx="0" clrIdx="1086"/>
  <p:cmAuthor id="1088" name="Cui Yun" initials="CY" lastIdx="0" clrIdx="1087"/>
  <p:cmAuthor id="1089" name="cf" initials="c" lastIdx="0" clrIdx="1088"/>
  <p:cmAuthor id="1090" name="郭征南" initials="郭" lastIdx="0" clrIdx="1089"/>
  <p:cmAuthor id="1091" name="刘佳佳" initials="刘" lastIdx="0" clrIdx="1090"/>
  <p:cmAuthor id="1092" name="小马哥" initials="小" lastIdx="0" clrIdx="1091"/>
  <p:cmAuthor id="1093" name="闷闷儿" initials="闷" lastIdx="0" clrIdx="1092"/>
  <p:cmAuthor id="1094" name="ηλιοφάνεια" initials="η" lastIdx="0" clrIdx="1093"/>
  <p:cmAuthor id="1095" name="红旗的理想" initials="红" lastIdx="0" clrIdx="1094"/>
  <p:cmAuthor id="1096" name="shq316" initials="s" lastIdx="0" clrIdx="1095"/>
  <p:cmAuthor id="1097" name="shq316@vod365.com" initials="s" lastIdx="0" clrIdx="1096"/>
  <p:cmAuthor id="1098" name="WPS_1715430540" initials="W" lastIdx="0" clrIdx="1097"/>
  <p:cmAuthor id="1099" name="yang fengyu" initials="yf" lastIdx="0" clrIdx="1098"/>
  <p:cmAuthor id="1100" name="龚超" initials="龚" lastIdx="0" clrIdx="1099"/>
  <p:cmAuthor id="1101" name="李世宇" initials="李" lastIdx="0" clrIdx="1100"/>
  <p:cmAuthor id="1102" name="maoc" initials="m" lastIdx="0" clrIdx="1101"/>
  <p:cmAuthor id="1103" name="杨 贺春" initials="杨" lastIdx="0" clrIdx="1102"/>
  <p:cmAuthor id="1104" name="伟哥" initials="伟哥" lastIdx="0" clrIdx="1103"/>
  <p:cmAuthor id="1105" name="朗 月" initials="朗" lastIdx="0" clrIdx="1104"/>
  <p:cmAuthor id="1106" name="何子文" initials="何子文" lastIdx="0" clrIdx="1105"/>
  <p:cmAuthor id="1107" name="任龙飞" initials="任" lastIdx="0" clrIdx="1106"/>
  <p:cmAuthor id="1108" name="Lenovo" initials="L" lastIdx="0" clrIdx="1107"/>
  <p:cmAuthor id="1109" name="huangyx39" initials="h" lastIdx="0" clrIdx="1108"/>
  <p:cmAuthor id="1110" name="cnc" initials="c" lastIdx="0" clrIdx="1109"/>
  <p:cmAuthor id="1111" name="刘泽思" initials="刘" lastIdx="0" clrIdx="1110"/>
  <p:cmAuthor id="1112" name="白广慧" initials="白" lastIdx="0" clrIdx="1111"/>
  <p:cmAuthor id="1113" name="邢绍文" initials="邢" lastIdx="0" clrIdx="1112"/>
  <p:cmAuthor id="1114" name="陈先生" initials="陈" lastIdx="0" clrIdx="1113"/>
  <p:cmAuthor id="1115" name="李思思" initials="李" lastIdx="0" clrIdx="1114"/>
  <p:cmAuthor id="1116" name="DDDDD" initials="D" lastIdx="0" clrIdx="1115"/>
  <p:cmAuthor id="1117" name="车空军" initials="车" lastIdx="0" clrIdx="1116"/>
  <p:cmAuthor id="1118" name="夏唯天" initials="夏" lastIdx="0" clrIdx="1117"/>
  <p:cmAuthor id="1119" name="彭文标" initials="彭" lastIdx="0" clrIdx="1118"/>
  <p:cmAuthor id="1120" name="李楠10204198" initials="李" lastIdx="0" clrIdx="1119"/>
  <p:cmAuthor id="1121" name="董艺萱00344473" initials="董" lastIdx="0" clrIdx="1120"/>
  <p:cmAuthor id="1122" name="张馨" initials="张" lastIdx="0" clrIdx="1121"/>
  <p:cmAuthor id="1123" name="刘清照" initials="刘" lastIdx="0" clrIdx="1122"/>
  <p:cmAuthor id="1124" name="崔欢" initials="崔" lastIdx="0" clrIdx="1123"/>
  <p:cmAuthor id="1125" name="Sandy" initials="S" lastIdx="0" clrIdx="1124"/>
  <p:cmAuthor id="1126" name="xq" initials="x" lastIdx="0" clrIdx="1125"/>
  <p:cmAuthor id="1127" name="wanglx" initials="w" lastIdx="0" clrIdx="1126"/>
  <p:cmAuthor id="1128" name="孙秀华" initials="孙" lastIdx="0" clrIdx="1127"/>
  <p:cmAuthor id="1129" name="LUO CHENG" initials="L" lastIdx="0" clrIdx="1128"/>
  <p:cmAuthor id="1130" name="shenyanning-001" initials="s" lastIdx="0" clrIdx="1129"/>
  <p:cmAuthor id="1131" name="Evander Wan" initials="E" lastIdx="0" clrIdx="1130"/>
  <p:cmAuthor id="1132" name="bing" initials="b" lastIdx="0" clrIdx="1131"/>
  <p:cmAuthor id="1133" name="hh" initials="h" lastIdx="0" clrIdx="1132"/>
  <p:cmAuthor id="1134" name="Hope0187" initials="H" lastIdx="0" clrIdx="1133"/>
  <p:cmAuthor id="1135" name="牛秀婷" initials="牛" lastIdx="0" clrIdx="1134"/>
  <p:cmAuthor id="1136" name="刘 念" initials="刘" lastIdx="0" clrIdx="1135"/>
  <p:cmAuthor id="1137" name="Wangzhi gang" initials="W" lastIdx="0" clrIdx="1136"/>
  <p:cmAuthor id="1138" name="李柯然" initials="李" lastIdx="0" clrIdx="1137"/>
  <p:cmAuthor id="1139" name="王玉" initials="王" lastIdx="0" clrIdx="1138"/>
  <p:cmAuthor id="1140" name="李亮亮" initials="李" lastIdx="0" clrIdx="1139"/>
  <p:cmAuthor id="1141" name="易娇娇" initials="易" lastIdx="0" clrIdx="1140"/>
  <p:cmAuthor id="1142" name="张 博" initials="张" lastIdx="0" clrIdx="1141"/>
  <p:cmAuthor id="1143" name="LS" initials="L" lastIdx="0" clrIdx="1142"/>
  <p:cmAuthor id="1144" name="Morgan, Aaron" initials="M" lastIdx="0" clrIdx="1143"/>
  <p:cmAuthor id="1145" name="weige" initials="w" lastIdx="0" clrIdx="1144"/>
  <p:cmAuthor id="1146" name="李 俊琦" initials="李" lastIdx="0" clrIdx="1145"/>
  <p:cmAuthor id="1147" name="沈 鹤" initials="沈" lastIdx="0" clrIdx="1146"/>
  <p:cmAuthor id="1148" name="jilin" initials="j" lastIdx="0" clrIdx="1147"/>
  <p:cmAuthor id="1149" name="王保青-pah" initials="王" lastIdx="0" clrIdx="1148"/>
  <p:cmAuthor id="1150" name="二郎要读书" initials="二" lastIdx="0" clrIdx="1149"/>
  <p:cmAuthor id="1151" name="Luo Mingjie" initials="L" lastIdx="0" clrIdx="1150"/>
  <p:cmAuthor id="1152" name="Jason Li" initials="J" lastIdx="0" clrIdx="1151"/>
  <p:cmAuthor id="1153" name="类" initials="类" lastIdx="0" clrIdx="1152"/>
  <p:cmAuthor id="1154" name="duxingge" initials="d" lastIdx="0" clrIdx="1153"/>
  <p:cmAuthor id="1155" name="yingchao xi" initials="y" lastIdx="0" clrIdx="1154"/>
  <p:cmAuthor id="1156" name="depeng diao" initials="d" lastIdx="0" clrIdx="1155"/>
  <p:cmAuthor id="1157" name="amyzhang" initials="a" lastIdx="0" clrIdx="1156"/>
  <p:cmAuthor id="1158" name="JerryW" initials="J" lastIdx="0" clrIdx="1157"/>
  <p:cmAuthor id="1159" name="shenyy" initials="s" lastIdx="0" clrIdx="1158"/>
  <p:cmAuthor id="1160" name="Jason Cheung" initials="J" lastIdx="0" clrIdx="1159"/>
  <p:cmAuthor id="1161" name="刘笑" initials="刘" lastIdx="0" clrIdx="1160"/>
  <p:cmAuthor id="1162" name="admini" initials="a" lastIdx="0" clrIdx="1161"/>
  <p:cmAuthor id="1163" name="Maggie" initials="M" lastIdx="0" clrIdx="1162"/>
  <p:cmAuthor id="1164" name="wanghongmei" initials="w" lastIdx="0" clrIdx="1163"/>
  <p:cmAuthor id="1165" name="liu tingting" initials="l" lastIdx="0" clrIdx="1164"/>
  <p:cmAuthor id="1166" name="李 捷" initials="李" lastIdx="0" clrIdx="1165"/>
  <p:cmAuthor id="1167" name="Tian Liangyu" initials="T" lastIdx="0" clrIdx="1166"/>
  <p:cmAuthor id="1168" name="sk" initials="s" lastIdx="0" clrIdx="1167"/>
  <p:cmAuthor id="1169" name="佳" initials="佳" lastIdx="0" clrIdx="1168"/>
  <p:cmAuthor id="1170" name="Gary Lou" initials="GL" lastIdx="0" clrIdx="1169"/>
  <p:cmAuthor id="1171" name="Cedric Lin" initials="CL" lastIdx="0" clrIdx="1170"/>
  <p:cmAuthor id="1172" name="Bonnie XH" initials="BX" lastIdx="0" clrIdx="1171"/>
  <p:cmAuthor id="1173" name="tan zhu" initials="t" lastIdx="0" clrIdx="1172"/>
  <p:cmAuthor id="1174" name="Niya Wang" initials="NW" lastIdx="0" clrIdx="1173"/>
  <p:cmAuthor id="1175" name="MA YOU" initials="M" lastIdx="0" clrIdx="1174"/>
  <p:cmAuthor id="1176" name="Vera BX Liu" initials="VBL" lastIdx="0" clrIdx="1175"/>
  <p:cmAuthor id="1177" name="Candy Hao" initials="CH" lastIdx="0" clrIdx="1176"/>
  <p:cmAuthor id="1178" name="zhao jia" initials="z" lastIdx="0" clrIdx="1177"/>
  <p:cmAuthor id="1179" name="Jimmy-Power" initials="J" lastIdx="0" clrIdx="1178"/>
  <p:cmAuthor id="1180" name="罗 罗" initials="罗" lastIdx="0" clrIdx="1179"/>
  <p:cmAuthor id="1181" name="王林10186938" initials="王" lastIdx="0" clrIdx="1180"/>
  <p:cmAuthor id="1182" name="添添" initials="添" lastIdx="0" clrIdx="1181"/>
  <p:cmAuthor id="1183" name="SuYan" initials="S" lastIdx="0" clrIdx="1182"/>
  <p:cmAuthor id="1184" name="赖曾濂" initials="赖" lastIdx="0" clrIdx="1183"/>
  <p:cmAuthor id="1185" name="cheng" initials="c" lastIdx="0" clrIdx="1184"/>
  <p:cmAuthor id="1186" name="施兰亭" initials="施" lastIdx="0" clrIdx="1185"/>
  <p:cmAuthor id="1187" name="AA" initials="A" lastIdx="0" clrIdx="1186"/>
  <p:cmAuthor id="1188" name="未知用户421" initials="未" lastIdx="0" clrIdx="1187"/>
  <p:cmAuthor id="1189" name="周文_R7fau6bq" initials="周" lastIdx="0" clrIdx="1188"/>
  <p:cmAuthor id="1190" name="王竑达" initials="王" lastIdx="0" clrIdx="1189"/>
  <p:cmAuthor id="1191" name="jingw" initials="j" lastIdx="0" clrIdx="1190"/>
  <p:cmAuthor id="1192" name="楷天kaitian" initials="楷" lastIdx="0" clrIdx="1191"/>
  <p:cmAuthor id="1193" name="吴玉宇" initials="吴" lastIdx="0" clrIdx="1192"/>
  <p:cmAuthor id="1194" name="" initials="" lastIdx="0" clrIdx="1193"/>
  <p:cmAuthor id="1195" name="Zw" initials="Z" lastIdx="0" clrIdx="1194"/>
  <p:cmAuthor id="1196" name="风居住过的街道" initials="风" lastIdx="0" clrIdx="1195"/>
  <p:cmAuthor id="1197" name="123" initials="1" lastIdx="0" clrIdx="1196"/>
  <p:cmAuthor id="1198" name="jadeite" initials="j" lastIdx="0" clrIdx="1197"/>
  <p:cmAuthor id="1199" name="达不溜叁" initials="达" lastIdx="0" clrIdx="1198"/>
  <p:cmAuthor id="1200" name="ZQBG-WS" initials="Z" lastIdx="0" clrIdx="1199"/>
  <p:cmAuthor id="1201" name="ريم." initials="ر" lastIdx="0" clrIdx="1200"/>
  <p:cmAuthor id="1202" name="张允" initials="张" lastIdx="0" clrIdx="1201"/>
  <p:cmAuthor id="1203" name="xieyy25" initials="x" lastIdx="0" clrIdx="1202"/>
  <p:cmAuthor id="1204" name="黄鸿达" initials="黄" lastIdx="0" clrIdx="1203"/>
  <p:cmAuthor id="1205" name="zhaohp" initials="z" lastIdx="0" clrIdx="1204"/>
  <p:cmAuthor id="1206" name="李静文" initials="李" lastIdx="0" clrIdx="1205"/>
  <p:cmAuthor id="1207" name="10196350" initials="rule" lastIdx="0" clrIdx="1206"/>
  <p:cmAuthor id="1208" name="wyz" initials="w" lastIdx="0" clrIdx="1207"/>
  <p:cmAuthor id="1209" name="10033224" initials="1" lastIdx="0" clrIdx="1208"/>
  <p:cmAuthor id="1210" name="610007" initials="6" lastIdx="0" clrIdx="1209"/>
  <p:cmAuthor id="1211" name="闫丽娟00014464" initials="闫" lastIdx="0" clrIdx="1210"/>
  <p:cmAuthor id="1212" name="李婷婷" initials="李" lastIdx="0" clrIdx="1211"/>
  <p:cmAuthor id="1213" name="张钰" initials="张" lastIdx="0" clrIdx="1212"/>
  <p:cmAuthor id="1214" name="韩国鹏" initials="A" lastIdx="0" clrIdx="1213"/>
  <p:cmAuthor id="1215" name="y x" initials="yx" lastIdx="0" clrIdx="1214"/>
  <p:cmAuthor id="1216" name="mu zi" initials="mz" lastIdx="0" clrIdx="1215"/>
  <p:cmAuthor id="1217" name="XRP009" initials="X" lastIdx="0" clrIdx="1216"/>
  <p:cmAuthor id="1218" name="cxy" initials="c" lastIdx="0" clrIdx="1217"/>
  <p:cmAuthor id="1219" name="dell" initials="d" lastIdx="0" clrIdx="1218"/>
  <p:cmAuthor id="1220" name="张广利" initials="张" lastIdx="0" clrIdx="1219"/>
  <p:cmAuthor id="1221" name="未知的使用者169" initials="未" lastIdx="0" clrIdx="1220"/>
  <p:cmAuthor id="1222" name="Baidada" initials="B" lastIdx="0" clrIdx="1221"/>
  <p:cmAuthor id="1223" name="玉龙 王" initials="玉王" lastIdx="0" clrIdx="1222"/>
  <p:cmAuthor id="1224" name="袁灿" initials="袁" lastIdx="0" clrIdx="1223"/>
  <p:cmAuthor id="1225" name="徐光宇" initials="徐" lastIdx="0" clrIdx="1224"/>
  <p:cmAuthor id="1226" name="谢冬秀" initials="谢" lastIdx="0" clrIdx="1225"/>
  <p:cmAuthor id="1227" name="白洁" initials="白" lastIdx="0" clrIdx="1226"/>
  <p:cmAuthor id="1228" name="罗飞" initials="罗" lastIdx="0" clrIdx="1227"/>
  <p:cmAuthor id="1229" name="吴仲阳" initials="吴" lastIdx="0" clrIdx="1228"/>
  <p:cmAuthor id="1230" name="董茜" initials="董" lastIdx="0" clrIdx="1229"/>
  <p:cmAuthor id="1231" name="liurh" initials="l" lastIdx="0" clrIdx="1230"/>
  <p:cmAuthor id="1232" name="王海军" initials="王" lastIdx="0" clrIdx="1231"/>
  <p:cmAuthor id="1233" name="陈艳民" initials="xb21cn" lastIdx="0" clrIdx="1232"/>
  <p:cmAuthor id="1234" name="unilabs" initials="u" lastIdx="0" clrIdx="1233"/>
  <p:cmAuthor id="1235" name="张蕾磊" initials="张" lastIdx="0" clrIdx="1234"/>
  <p:cmAuthor id="1236" name="王静" initials="范玉倩" lastIdx="0" clrIdx="1235"/>
  <p:cmAuthor id="1237" name="Chris Kun Yu Lin" initials="C" lastIdx="0" clrIdx="1236"/>
  <p:cmAuthor id="1238" name="张志海" initials="张" lastIdx="0" clrIdx="1237"/>
  <p:cmAuthor id="1239" name="yuxi" initials="y" lastIdx="0" clrIdx="1238"/>
  <p:cmAuthor id="1240" name="40130" initials="4" lastIdx="0" clrIdx="1239"/>
  <p:cmAuthor id="1241" name="ljm" initials="l" lastIdx="0" clrIdx="1240"/>
  <p:cmAuthor id="1242" name="曾思祖" initials="J" lastIdx="0" clrIdx="1241"/>
  <p:cmAuthor id="1243" name="崔恒昌" initials="崔" lastIdx="0" clrIdx="1242"/>
  <p:cmAuthor id="1244" name="曹姗姗" initials="曹" lastIdx="0" clrIdx="1243"/>
  <p:cmAuthor id="1245" name="ASUS" initials="A" lastIdx="0" clrIdx="1244"/>
  <p:cmAuthor id="1246" name="姜龙玉" initials="姜" lastIdx="0" clrIdx="1245"/>
  <p:cmAuthor id="1247" name="l" initials="l" lastIdx="0" clrIdx="1246"/>
  <p:cmAuthor id="1248" name="东" initials="东" lastIdx="0" clrIdx="1247"/>
  <p:cmAuthor id="1249" name="Hou Yingfeng" initials="H" lastIdx="0" clrIdx="1248"/>
  <p:cmAuthor id="1250" name="zhangyu" initials="z" lastIdx="0" clrIdx="1249"/>
  <p:cmAuthor id="1251" name="王凯10177225" initials="王凯10177225" lastIdx="0" clrIdx="1250"/>
  <p:cmAuthor id="1252" name="10045953" initials="1" lastIdx="0" clrIdx="1251"/>
  <p:cmAuthor id="1253" name="关全全10258021" initials="关全全10258021" lastIdx="0" clrIdx="1252"/>
  <p:cmAuthor id="1254" name="赵欣" initials="zx" lastIdx="0" clrIdx="1253"/>
  <p:cmAuthor id="1255" name="chenyuan" initials="c" lastIdx="0" clrIdx="1254"/>
  <p:cmAuthor id="1256" name="乔姝迪" initials="乔" lastIdx="0" clrIdx="1255"/>
  <p:cmAuthor id="1257" name="unione" initials="u" lastIdx="0" clrIdx="1256"/>
  <p:cmAuthor id="1258" name="MSI" initials="M" lastIdx="0" clrIdx="1257"/>
  <p:cmAuthor id="1259" name="Unknown User11" initials="U" lastIdx="0" clrIdx="1258"/>
  <p:cmAuthor id="1260" name="mei shuo" initials="mei shuo" lastIdx="0" clrIdx="1259"/>
  <p:cmAuthor id="1261" name="修志超" initials="修" lastIdx="0" clrIdx="1260"/>
  <p:cmAuthor id="1262" name="10331183" initials="1" lastIdx="0" clrIdx="1261"/>
  <p:cmAuthor id="1263" name="liuq" initials="l" lastIdx="0" clrIdx="1262"/>
  <p:cmAuthor id="1264" name="贾胜峰" initials="authorId_2049990" lastIdx="0" clrIdx="1263"/>
  <p:cmAuthor id="1265" name="guanxiaoyu" initials="g" lastIdx="0" clrIdx="1264"/>
  <p:cmAuthor id="1266" name="liutAO" initials="l" lastIdx="0" clrIdx="1265"/>
  <p:cmAuthor id="1267" name="汪亦超" initials="汪" lastIdx="0" clrIdx="1266"/>
  <p:cmAuthor id="1268" name="30312" initials="3" lastIdx="0" clrIdx="1267"/>
  <p:cmAuthor id="1269" name="赵刚" initials="赵" lastIdx="0" clrIdx="1268"/>
  <p:cmAuthor id="1270" name="LR" initials="L" lastIdx="0" clrIdx="1269"/>
  <p:cmAuthor id="1271" name="武晓红" initials="武" lastIdx="0" clrIdx="1270"/>
  <p:cmAuthor id="1272" name="NAN" initials="N" lastIdx="0" clrIdx="1271"/>
  <p:cmAuthor id="1273" name="17126" initials="1" lastIdx="0" clrIdx="1272"/>
  <p:cmAuthor id="1274" name="王奎" initials="王" lastIdx="0" clrIdx="1273"/>
  <p:cmAuthor id="1275" name="刘子凯" initials="刘" lastIdx="0" clrIdx="1274"/>
  <p:cmAuthor id="1276" name="投诉中心" initials="投" lastIdx="0" clrIdx="1275"/>
  <p:cmAuthor id="1277" name="刘怀星" initials="刘" lastIdx="0" clrIdx="1276"/>
  <p:cmAuthor id="1278" name="wugang" initials="w" lastIdx="0" clrIdx="1277"/>
  <p:cmAuthor id="1279" name="AutoBVT" initials="A" lastIdx="0" clrIdx="1278"/>
  <p:cmAuthor id="1280" name="韩 俊" initials="韩" lastIdx="0" clrIdx="1279"/>
  <p:cmAuthor id="1281" name="亮" initials="亮" lastIdx="0" clrIdx="1280"/>
  <p:cmAuthor id="1282" name="王浩然" initials="wanghr70" lastIdx="0" clrIdx="1281"/>
  <p:cmAuthor id="1283" name="宁文文" initials="宁" lastIdx="0" clrIdx="1282"/>
  <p:cmAuthor id="1284" name="liu yuhang" initials="ly" lastIdx="0" clrIdx="1283"/>
  <p:cmAuthor id="1285" name="王长青" initials="王长青" lastIdx="0" clrIdx="1284"/>
  <p:cmAuthor id="1286" name="蓝礼健" initials="蓝" lastIdx="0" clrIdx="1285"/>
  <p:cmAuthor id="1287" name="未知用户354" initials="未" lastIdx="0" clrIdx="1286"/>
  <p:cmAuthor id="1288" name="俊晔 邱" initials="俊" lastIdx="0" clrIdx="1287"/>
  <p:cmAuthor id="1289" name="璇 安" initials="璇" lastIdx="0" clrIdx="1288"/>
  <p:cmAuthor id="1290" name="未知用户214" initials="未" lastIdx="0" clrIdx="1289"/>
  <p:cmAuthor id="1291" name="未知用户260" initials="未" lastIdx="0" clrIdx="1290"/>
  <p:cmAuthor id="1292" name="未知用户261" initials="未" lastIdx="0" clrIdx="1291"/>
  <p:cmAuthor id="1293" name="未知用户262" initials="未" lastIdx="0" clrIdx="1292"/>
  <p:cmAuthor id="1294" name="未知用户263" initials="未" lastIdx="0" clrIdx="1293"/>
  <p:cmAuthor id="1295" name="JeremyBai" initials="J" lastIdx="0" clrIdx="1294"/>
  <p:cmAuthor id="1296" name="未知的使用者166" initials="未" lastIdx="0" clrIdx="1295"/>
  <p:cmAuthor id="1297" name="黄鹏" initials="黄" lastIdx="0" clrIdx="1296"/>
  <p:cmAuthor id="1298" name="sushanshan1" initials="s" lastIdx="0" clrIdx="1297"/>
  <p:cmAuthor id="1299" name="caoyy51" initials="c" lastIdx="0" clrIdx="1298"/>
  <p:cmAuthor id="1300" name="user" initials="u" lastIdx="0" clrIdx="1299"/>
  <p:cmAuthor id="1301" name="jiangmm10" initials="j" lastIdx="0" clrIdx="1300"/>
  <p:cmAuthor id="1302" name="李瑞芳" initials="wo" lastIdx="0" clrIdx="1301"/>
  <p:cmAuthor id="1303" name="张博雅" initials="张" lastIdx="0" clrIdx="1302"/>
  <p:cmAuthor id="1304" name="未知用户472" initials="未" lastIdx="0" clrIdx="1303"/>
  <p:cmAuthor id="1305" name="未知用户474" initials="未" lastIdx="0" clrIdx="1304"/>
  <p:cmAuthor id="1306" name="未知用户125" initials="未" lastIdx="0" clrIdx="1305"/>
  <p:cmAuthor id="1307" name="95407" initials="9" lastIdx="0" clrIdx="1306"/>
  <p:cmAuthor id="1308" name="ChZ" initials="C" lastIdx="0" clrIdx="1307"/>
  <p:cmAuthor id="1309" name="王芃" initials="王" lastIdx="0" clrIdx="1308"/>
  <p:cmAuthor id="1310" name="卫秋婷" initials="卫" lastIdx="0" clrIdx="1309"/>
  <p:cmAuthor id="1311" name="封文静" initials="封" lastIdx="0" clrIdx="1310"/>
  <p:cmAuthor id="1312" name="王靖杰" initials="王" lastIdx="0" clrIdx="1311"/>
  <p:cmAuthor id="1313" name="郭晓丹" initials="郭" lastIdx="0" clrIdx="1312"/>
  <p:cmAuthor id="1314" name="Mjf" initials="M" lastIdx="0" clrIdx="1313"/>
  <p:cmAuthor id="1315" name="lou wei" initials="lw" lastIdx="0" clrIdx="1314"/>
  <p:cmAuthor id="1316" name="Xing Zhang" initials="XZ" lastIdx="0" clrIdx="1315"/>
  <p:cmAuthor id="1317" name="Jet 张" initials="J张" lastIdx="0" clrIdx="1316"/>
  <p:cmAuthor id="1318" name="gd-zengxy10@outlook.com" initials="g" lastIdx="0" clrIdx="1317"/>
  <p:cmAuthor id="1319" name="AW" initials="A" lastIdx="0" clrIdx="1318"/>
  <p:cmAuthor id="1320" name="lixr110" initials="l" lastIdx="0" clrIdx="1319"/>
  <p:cmAuthor id="1321" name="unicom" initials="u" lastIdx="0" clrIdx="1320"/>
  <p:cmAuthor id="1322" name="A4512" initials="A" lastIdx="0" clrIdx="1321"/>
  <p:cmAuthor id="1323" name="郭俊明" initials="WU" lastIdx="0" clrIdx="1322"/>
  <p:cmAuthor id="1324" name="chen trista" initials="ct" lastIdx="0" clrIdx="1323"/>
  <p:cmAuthor id="1325" name="焦晓风" initials="焦" lastIdx="0" clrIdx="1324"/>
  <p:cmAuthor id="1326" name="周辉" initials="周" lastIdx="0" clrIdx="1325"/>
  <p:cmAuthor id="1327" name="陈驹洲" initials="A" lastIdx="0" clrIdx="1326"/>
  <p:cmAuthor id="1328" name="何文通" initials="何" lastIdx="0" clrIdx="1327"/>
  <p:cmAuthor id="1329" name="hp" initials="h" lastIdx="0" clrIdx="1328"/>
  <p:cmAuthor id="1330" name="马艳歌" initials="马" lastIdx="0" clrIdx="1329"/>
  <p:cmAuthor id="1331" name="杨阳" initials="杨" lastIdx="0" clrIdx="1330"/>
  <p:cmAuthor id="1332" name="Bao Ying" initials="BY" lastIdx="0" clrIdx="1331"/>
  <p:cmAuthor id="1333" name="DELL" initials="D" lastIdx="0" clrIdx="1332"/>
  <p:cmAuthor id="1334" name="杨素雯" initials="杨" lastIdx="0" clrIdx="1333"/>
  <p:cmAuthor id="1335" name="黄珂10009187" initials="黄珂10009187" lastIdx="0" clrIdx="1334"/>
  <p:cmAuthor id="1336" name="10072453" initials="1" lastIdx="0" clrIdx="1335"/>
  <p:cmAuthor id="1337" name="10194379" initials="1" lastIdx="0" clrIdx="1336"/>
  <p:cmAuthor id="1338" name="10288204" initials="1" lastIdx="0" clrIdx="1337"/>
  <p:cmAuthor id="1339" name="未知用户107" initials="" lastIdx="0" clrIdx="1338"/>
  <p:cmAuthor id="1340" name="wangtuzi" initials="w" lastIdx="0" clrIdx="1339"/>
  <p:cmAuthor id="1341" name="未知的使用者118" initials="" lastIdx="0" clrIdx="1340"/>
  <p:cmAuthor id="1342" name="未知的使用者85" initials="" lastIdx="0" clrIdx="1341"/>
  <p:cmAuthor id="1343" name="刘春杰10244342" initials="刘春杰10244342" lastIdx="0" clrIdx="1342"/>
  <p:cmAuthor id="1344" name="Gaofugui(Jiangsu,NPS)" initials="G" lastIdx="0" clrIdx="1343"/>
  <p:cmAuthor id="1345" name="张雅欣" initials="张" lastIdx="0" clrIdx="1344"/>
  <p:cmAuthor id="1346" name="Lina Hang(联通上海市上海市分公司)" initials="LH" lastIdx="0" clrIdx="1345"/>
  <p:cmAuthor id="1347" name="yin gang" initials="yg" lastIdx="0" clrIdx="1346"/>
  <p:cmAuthor id="1348" name="崔彤欣" initials="崔" lastIdx="0" clrIdx="1347"/>
  <p:cmAuthor id="1349" name="94895" initials="9" lastIdx="0" clrIdx="1348"/>
  <p:cmAuthor id="1350" name="zhouMa" initials="z" lastIdx="0" clrIdx="1349"/>
  <p:cmAuthor id="1351" name="anima" initials="a" lastIdx="0" clrIdx="1350"/>
  <p:cmAuthor id="1352" name="chenting" initials="CT" lastIdx="0" clrIdx="1351"/>
  <p:cmAuthor id="1353" name="云成龙_JVVjiM7N" initials="authorId_318141806" lastIdx="0" clrIdx="1352"/>
  <p:cmAuthor id="1354" name="sammiyacho" initials="s" lastIdx="0" clrIdx="1353"/>
  <p:cmAuthor id="1355" name="未知用户189" initials="未" lastIdx="0" clrIdx="1354"/>
  <p:cmAuthor id="1356" name="李庆" initials="李" lastIdx="0" clrIdx="1355"/>
  <p:cmAuthor id="1357" name="55012" initials="5" lastIdx="0" clrIdx="1356"/>
  <p:cmAuthor id="1358" name="仝德志" initials="仝" lastIdx="0" clrIdx="1357"/>
  <p:cmAuthor id="1359" name="李金金" initials="李金金" lastIdx="0" clrIdx="1358"/>
  <p:cmAuthor id="1360" name="张菁" initials="张" lastIdx="0" clrIdx="1359"/>
  <p:cmAuthor id="1361" name="云峰 贾" initials="云" lastIdx="0" clrIdx="1360"/>
  <p:cmAuthor id="1362" name="chenh" initials="" lastIdx="0" clrIdx="1361"/>
  <p:cmAuthor id="1363" name="Unknown User66" initials="U" lastIdx="0" clrIdx="1362"/>
  <p:cmAuthor id="1364" name="杨君" initials="杨" lastIdx="0" clrIdx="1363"/>
  <p:cmAuthor id="1365" name="孔德旺" initials="孔" lastIdx="0" clrIdx="1364"/>
  <p:cmAuthor id="1366" name="史良" initials="史" lastIdx="0" clrIdx="1365"/>
  <p:cmAuthor id="1367" name="Mars.T" initials="M" lastIdx="0" clrIdx="1366"/>
  <p:cmAuthor id="1368" name="沈 营超" initials="沈" lastIdx="0" clrIdx="1367"/>
  <p:cmAuthor id="1369" name="马莹" initials="马" lastIdx="0" clrIdx="1368"/>
  <p:cmAuthor id="1370" name="张晓燕(内蒙古巴彦淖尔)" initials="张" lastIdx="0" clrIdx="1369"/>
  <p:cmAuthor id="1371" name="王凯" initials="王" lastIdx="0" clrIdx="1370"/>
  <p:cmAuthor id="1372" name="火域冰魄" initials="火" lastIdx="0" clrIdx="1371"/>
  <p:cmAuthor id="1373" name="娄玮" initials="娄" lastIdx="0" clrIdx="1372"/>
  <p:cmAuthor id="1374" name="余小凤" initials="余" lastIdx="0" clrIdx="1373"/>
  <p:cmAuthor id="1375" name="陈光" initials="陈" lastIdx="0" clrIdx="1374"/>
  <p:cmAuthor id="1376" name="刘美平" initials="xiatt6" lastIdx="0" clrIdx="1375"/>
  <p:cmAuthor id="1377" name="王媛媛" initials="王" lastIdx="0" clrIdx="1376"/>
  <p:cmAuthor id="1378" name="余璠" initials="余" lastIdx="0" clrIdx="1377"/>
  <p:cmAuthor id="1379" name="周剑明" initials="周" lastIdx="0" clrIdx="1378"/>
  <p:cmAuthor id="1380" name="郝玉婷" initials="郝" lastIdx="0" clrIdx="1379"/>
  <p:cmAuthor id="1381" name="安安" initials="安" lastIdx="0" clrIdx="1380"/>
  <p:cmAuthor id="1382" name="文文" initials="文" lastIdx="0" clrIdx="1381"/>
  <p:cmAuthor id="1383" name="磊 陈" initials="磊陈" lastIdx="0" clrIdx="1382"/>
  <p:cmAuthor id="1384" name="Renoir" initials="R" lastIdx="0" clrIdx="1383"/>
  <p:cmAuthor id="1385" name="国家一级注册小仙女®" initials="国" lastIdx="0" clrIdx="1384"/>
  <p:cmAuthor id="1386" name="FIREWORKS" initials="F" lastIdx="0" clrIdx="1385"/>
  <p:cmAuthor id="1387" name="XiaoMing" initials="X" lastIdx="0" clrIdx="1386"/>
  <p:cmAuthor id="1388" name="林桦桦" initials="林" lastIdx="0" clrIdx="1387"/>
  <p:cmAuthor id="1389" name="李渝" initials="李" lastIdx="0" clrIdx="1388"/>
  <p:cmAuthor id="1390" name="冰冰" initials="冰" lastIdx="0" clrIdx="1389"/>
  <p:cmAuthor id="1391" name="陶夏溦" initials="陶夏溦" lastIdx="0" clrIdx="1390"/>
  <p:cmAuthor id="1392" name="time killer" initials="t" lastIdx="0" clrIdx="1391"/>
  <p:cmAuthor id="1393" name="WPS_1700532929" initials="W" lastIdx="0" clrIdx="1392"/>
  <p:cmAuthor id="1394" name="王焜" initials="王" lastIdx="0" clrIdx="1393"/>
  <p:cmAuthor id="1395" name="施俊" initials="施" lastIdx="0" clrIdx="1394"/>
  <p:cmAuthor id="1396" name="小皮蛋" initials="小" lastIdx="0" clrIdx="1395"/>
  <p:cmAuthor id="1397" name="面包" initials="面" lastIdx="0" clrIdx="1396"/>
  <p:cmAuthor id="1398" name="刘津" initials="刘" lastIdx="0" clrIdx="1397"/>
  <p:cmAuthor id="1399" name="孙 鹏" initials="孙" lastIdx="0" clrIdx="1398"/>
  <p:cmAuthor id="1400" name="肖琼" initials="肖琼" lastIdx="0" clrIdx="1399"/>
  <p:cmAuthor id="1401" name="烬飞默途" initials="烬" lastIdx="0" clrIdx="1400"/>
  <p:cmAuthor id="1402" name="孙雨琛" initials="孙" lastIdx="0" clrIdx="1401"/>
  <p:cmAuthor id="1403" name="3930" initials="3" lastIdx="0" clrIdx="1402"/>
  <p:cmAuthor id="1404" name="liuhao24" initials="l" lastIdx="0" clrIdx="1403"/>
  <p:cmAuthor id="1405" name="晶" initials="晶" lastIdx="0" clrIdx="1404"/>
  <p:cmAuthor id="1406" name="暴躁火柴人" initials="暴" lastIdx="0" clrIdx="1405"/>
  <p:cmAuthor id="1407" name="hasee" initials="h" lastIdx="0" clrIdx="1406"/>
  <p:cmAuthor id="1408" name="scx" initials="s" lastIdx="0" clrIdx="1407"/>
  <p:cmAuthor id="1409" name="八步" initials="八" lastIdx="0" clrIdx="1408"/>
  <p:cmAuthor id="1410" name="WPS_1735520906" initials="W" lastIdx="0" clrIdx="1409"/>
  <p:cmAuthor id="1411" name="白春玉" initials="白" lastIdx="0" clrIdx="1410"/>
  <p:cmAuthor id="1412" name="草长莺飞" initials="草" lastIdx="0" clrIdx="1411"/>
  <p:cmAuthor id="1413" name="shikai" initials="s" lastIdx="0" clrIdx="1412"/>
  <p:cmAuthor id="1414" name="冯玲" initials="冯" lastIdx="0" clrIdx="1413"/>
  <p:cmAuthor id="1415" name="烦" initials="烦" lastIdx="0" clrIdx="1414"/>
  <p:cmAuthor id="1416" name="尚磊" initials="尚" lastIdx="0" clrIdx="1415"/>
  <p:cmAuthor id="1417" name="张宇" initials="张" lastIdx="0" clrIdx="1416"/>
  <p:cmAuthor id="1418" name="企业用户_1424318118" initials="企" lastIdx="0" clrIdx="1417"/>
  <p:cmAuthor id="1419" name="25720" initials="2" lastIdx="0" clrIdx="1418"/>
  <p:cmAuthor id="1420" name="咲" initials="咲" lastIdx="0" clrIdx="1419"/>
  <p:cmAuthor id="1421" name="海风~~" initials="海" lastIdx="0" clrIdx="1420"/>
  <p:cmAuthor id="1422" name="zoe" initials="z" lastIdx="0" clrIdx="1421"/>
  <p:cmAuthor id="1423" name="联通杨艳" initials="联" lastIdx="0" clrIdx="1422"/>
  <p:cmAuthor id="1424" name="袁毓蔓" initials="袁" lastIdx="0" clrIdx="1423"/>
  <p:cmAuthor id="1425" name="光明" initials="光" lastIdx="0" clrIdx="1424"/>
  <p:cmAuthor id="1426" name="阿勇" initials="阿" lastIdx="0" clrIdx="1425"/>
  <p:cmAuthor id="1427" name="寒枫" initials="寒" lastIdx="0" clrIdx="1426"/>
  <p:cmAuthor id="1428" name="zhuhong" initials="z" lastIdx="0" clrIdx="1427"/>
  <p:cmAuthor id="1429" name="WPS_1618468757" initials="W" lastIdx="0" clrIdx="1428"/>
  <p:cmAuthor id="1430" name="16619" initials="1" lastIdx="0" clrIdx="1429"/>
  <p:cmAuthor id="1431" name="天山老幺" initials="天" lastIdx="0" clrIdx="1430"/>
  <p:cmAuthor id="1432" name="刘小卤" initials="刘" lastIdx="0" clrIdx="1431"/>
  <p:cmAuthor id="1433" name="孟和" initials="孟" lastIdx="0" clrIdx="1432"/>
  <p:cmAuthor id="1434" name="挨踢攻城士" initials="挨" lastIdx="0" clrIdx="1433"/>
  <p:cmAuthor id="1435" name="mmm猛" initials="m" lastIdx="0" clrIdx="1434"/>
  <p:cmAuthor id="1436" name="GBL" initials="G" lastIdx="0" clrIdx="1435"/>
  <p:cmAuthor id="1437" name="小川/ka" initials="小" lastIdx="0" clrIdx="1436"/>
  <p:cmAuthor id="1438" name="liuyali" initials="l" lastIdx="0" clrIdx="1437"/>
  <p:cmAuthor id="1439" name="JIANG QUN" initials="J" lastIdx="0" clrIdx="1438"/>
  <p:cmAuthor id="1440" name="Bay" initials="B" lastIdx="0" clrIdx="1439"/>
  <p:cmAuthor id="1441" name="牛草源" initials="牛" lastIdx="0" clrIdx="1440"/>
  <p:cmAuthor id="1442" name="杨岚 00340308" initials="0" lastIdx="0" clrIdx="1441"/>
  <p:cmAuthor id="1443" name="10009993" initials="1" lastIdx="0" clrIdx="1442"/>
  <p:cmAuthor id="1444" name="00083425" initials="0" lastIdx="0" clrIdx="1443"/>
  <p:cmAuthor id="1445" name="YU" initials="Y" lastIdx="0" clrIdx="1444"/>
  <p:cmAuthor id="1446" name="雯莉" initials="雯" lastIdx="0" clrIdx="1445"/>
  <p:cmAuthor id="1447" name="胡雅静" initials="胡" lastIdx="0" clrIdx="1446"/>
  <p:cmAuthor id="1448" name="fluxay" initials="f" lastIdx="0" clrIdx="1447"/>
  <p:cmAuthor id="1449" name="wx" initials="w" lastIdx="0" clrIdx="1448"/>
  <p:cmAuthor id="1450" name="高大超" initials="高" lastIdx="0" clrIdx="1449"/>
  <p:cmAuthor id="1451" name="金旺" initials="金旺" lastIdx="0" clrIdx="1450"/>
  <p:cmAuthor id="1452" name="徐秀" initials="徐" lastIdx="0" clrIdx="1451"/>
  <p:cmAuthor id="1453" name="sun" initials="s" lastIdx="0" clrIdx="1452"/>
  <p:cmAuthor id="1454" name="dinghongwei" initials="d" lastIdx="0" clrIdx="1453"/>
  <p:cmAuthor id="1455" name="edz" initials="e" lastIdx="0" clrIdx="1454"/>
  <p:cmAuthor id="1456" name="55088" initials="5" lastIdx="0" clrIdx="1455"/>
  <p:cmAuthor id="1457" name="未知用户1" initials="未知用户1" lastIdx="0" clrIdx="1456"/>
  <p:cmAuthor id="1458" name="liu xuefeng" initials="lx" lastIdx="0" clrIdx="1457"/>
  <p:cmAuthor id="1459" name="曹 新蕾" initials="曹" lastIdx="0" clrIdx="1458"/>
  <p:cmAuthor id="1460" name="wangjiarui" initials="w" lastIdx="0" clrIdx="1459"/>
  <p:cmAuthor id="1461" name="Cindy-NB" initials="C" lastIdx="0" clrIdx="1460"/>
  <p:cmAuthor id="1462" name="panyl25" initials="p" lastIdx="0" clrIdx="1461"/>
  <p:cmAuthor id="1463" name="未知的使用者156" initials="未" lastIdx="0" clrIdx="1462"/>
  <p:cmAuthor id="1464" name="10260964" initials="1" lastIdx="0" clrIdx="1463"/>
  <p:cmAuthor id="1465" name="goodbobo" initials="g" lastIdx="0" clrIdx="1464"/>
  <p:cmAuthor id="1466" name="冯连森" initials="冯" lastIdx="0" clrIdx="1465"/>
  <p:cmAuthor id="1467" name="CWS" initials="C" lastIdx="0" clrIdx="1466"/>
  <p:cmAuthor id="1468" name="ZHANG" initials="Z" lastIdx="0" clrIdx="1467"/>
  <p:cmAuthor id="1469" name="Wangjian (Frank)" initials="W" lastIdx="0" clrIdx="1468"/>
  <p:cmAuthor id="1470" name="芦健" initials="芦" lastIdx="0" clrIdx="1469"/>
  <p:cmAuthor id="1471" name="zqsgs" initials="z" lastIdx="0" clrIdx="1470"/>
  <p:cmAuthor id="1472" name="刘莎_Rnie2Mv6" initials="authorId_1390812686" lastIdx="0" clrIdx="1471"/>
  <p:cmAuthor id="1473" name="董耘_um22zMFb" initials="authorId_1461203234" lastIdx="0" clrIdx="1472"/>
  <p:cmAuthor id="1474" name="廖一明" initials="廖一明" lastIdx="0" clrIdx="1473"/>
  <p:cmAuthor id="1475" name="Yangbaogang" initials="Y" lastIdx="0" clrIdx="1474"/>
  <p:cmAuthor id="1476" name="lina_" initials="l" lastIdx="0" clrIdx="1475"/>
  <p:cmAuthor id="1477" name="玉米馒头" initials="玉" lastIdx="0" clrIdx="1476"/>
  <p:cmAuthor id="1478" name="zhangxc210" initials="z" lastIdx="0" clrIdx="1477"/>
  <p:cmAuthor id="1479" name="wyao8" initials="w" lastIdx="0" clrIdx="1478"/>
  <p:cmAuthor id="1480" name="未知的使用者21" initials="未" lastIdx="0" clrIdx="1479"/>
  <p:cmAuthor id="1481" name="MLOONG" initials="M" lastIdx="0" clrIdx="1480"/>
  <p:cmAuthor id="1482" name="Shirley" initials="S" lastIdx="0" clrIdx="1481"/>
  <p:cmAuthor id="1483" name="wumeng" initials="w" lastIdx="0" clrIdx="1482"/>
  <p:cmAuthor id="1484" name="Saku Uchikawa" initials="S" lastIdx="0" clrIdx="1483"/>
  <p:cmAuthor id="1485" name="16639" initials="1" lastIdx="0" clrIdx="1484"/>
  <p:cmAuthor id="1486" name="yunon" initials="y" lastIdx="0" clrIdx="1485"/>
  <p:cmAuthor id="1487" name="未知用户84" initials="未知用户84" lastIdx="0" clrIdx="1486"/>
  <p:cmAuthor id="1488" name="未知用户138" initials="未知用户138" lastIdx="0" clrIdx="1487"/>
  <p:cmAuthor id="1489" name="廖麗華" initials="廖" lastIdx="0" clrIdx="1488"/>
  <p:cmAuthor id="1490" name="未知用户129" initials="未知用户129" lastIdx="0" clrIdx="1489"/>
  <p:cmAuthor id="1491" name="Ms.Zhang" initials="M" lastIdx="0" clrIdx="1490"/>
  <p:cmAuthor id="1492" name="尚瑞娟" initials="尚" lastIdx="0" clrIdx="1491"/>
  <p:cmAuthor id="1493" name="纪广昊" initials="纪" lastIdx="0" clrIdx="1492"/>
  <p:cmAuthor id="1494" name="cui ying" initials="yc" lastIdx="0" clrIdx="1493"/>
  <p:cmAuthor id="1495" name="王莹" initials="王" lastIdx="0" clrIdx="1494"/>
  <p:cmAuthor id="1496" name="廖旭辉" initials="廖" lastIdx="0" clrIdx="1495"/>
  <p:cmAuthor id="1497" name="dengwanting" initials="d" lastIdx="0" clrIdx="1496"/>
  <p:cmAuthor id="1498" name="maow" initials="m" lastIdx="0" clrIdx="1497"/>
  <p:cmAuthor id="1499" name="yuan'wen'guo" initials="y" lastIdx="0" clrIdx="1498"/>
  <p:cmAuthor id="1500" name="杨小强" initials="杨" lastIdx="0" clrIdx="1499"/>
  <p:cmAuthor id="1501" name="15637" initials="1" lastIdx="0" clrIdx="1500"/>
  <p:cmAuthor id="1502" name="郭利伟" initials="郭" lastIdx="0" clrIdx="1501"/>
  <p:cmAuthor id="1503" name="崔莹" initials="崔" lastIdx="0" clrIdx="1502"/>
  <p:cmAuthor id="1504" name="未知的使用者62" initials="未" lastIdx="0" clrIdx="1503"/>
  <p:cmAuthor id="1505" name="Unknown User22" initials="U" lastIdx="0" clrIdx="1504"/>
  <p:cmAuthor id="1506" name="杨彦伟" initials="杨" lastIdx="0" clrIdx="1505"/>
  <p:cmAuthor id="1507" name="未知的使用者76" initials="未" lastIdx="0" clrIdx="1506"/>
  <p:cmAuthor id="1508" name="张田田" initials="张" lastIdx="0" clrIdx="1507"/>
  <p:cmAuthor id="1509" name="WANGZF" initials="W" lastIdx="0" clrIdx="1508"/>
  <p:cmAuthor id="1510" name="韩莹莹" initials="韩" lastIdx="0" clrIdx="1509"/>
  <p:cmAuthor id="1511" name="饶树成" initials="饶" lastIdx="0" clrIdx="1510"/>
  <p:cmAuthor id="1512" name="贠书亮" initials="贠" lastIdx="0" clrIdx="1511"/>
  <p:cmAuthor id="1513" name="吴卫东" initials="吴" lastIdx="0" clrIdx="1512"/>
  <p:cmAuthor id="1514" name="周志浩" initials="Edmond" lastIdx="0" clrIdx="1513"/>
  <p:cmAuthor id="1515" name="10090152" initials="1" lastIdx="0" clrIdx="1514"/>
  <p:cmAuthor id="1516" name="Y Y" initials="YY" lastIdx="0" clrIdx="1515"/>
  <p:cmAuthor id="1517" name="10206899" initials="1" lastIdx="0" clrIdx="1516"/>
  <p:cmAuthor id="1518" name="10133177" initials="1" lastIdx="0" clrIdx="1517"/>
  <p:cmAuthor id="1519" name="10029265@zte.intra" initials="1" lastIdx="0" clrIdx="1518"/>
  <p:cmAuthor id="1520" name="lantj" initials="l" lastIdx="0" clrIdx="1519"/>
  <p:cmAuthor id="1521" name="徐孟江_MbuiiUbI" initials="authorId_273709786" lastIdx="0" clrIdx="1520"/>
  <p:cmAuthor id="1522" name="zhangjj" initials="z" lastIdx="0" clrIdx="1521"/>
  <p:cmAuthor id="1523" name="贺雅娟" initials="贺" lastIdx="0" clrIdx="1522"/>
  <p:cmAuthor id="1524" name="Zhao Jing" initials="Z" lastIdx="0" clrIdx="1523"/>
  <p:cmAuthor id="1525" name="王元" initials="R" lastIdx="0" clrIdx="1524"/>
  <p:cmAuthor id="1526" name="flami" initials="f" lastIdx="0" clrIdx="1525"/>
  <p:cmAuthor id="1527" name="马彧婷" initials="马" lastIdx="0" clrIdx="1526"/>
  <p:cmAuthor id="1528" name="Unknown User114" initials="U" lastIdx="0" clrIdx="1527"/>
  <p:cmAuthor id="1529" name="梁倩业" initials="梁" lastIdx="0" clrIdx="1528"/>
  <p:cmAuthor id="1530" name="yangxl222" initials="y" lastIdx="0" clrIdx="1529"/>
  <p:cmAuthor id="1531" name="季蓓" initials="季" lastIdx="0" clrIdx="1530"/>
  <p:cmAuthor id="1532" name="zhoushiying1" initials="z" lastIdx="0" clrIdx="1531"/>
  <p:cmAuthor id="1533" name="shenbina" initials="s" lastIdx="0" clrIdx="1532"/>
  <p:cmAuthor id="1534" name="未知的使用者101" initials="未" lastIdx="0" clrIdx="1533"/>
  <p:cmAuthor id="1535" name="Sky123.Org" initials="" lastIdx="0" clrIdx="1534"/>
  <p:cmAuthor id="1536" name="BJP-GX-YUANB" initials="B" lastIdx="0" clrIdx="1535"/>
  <p:cmAuthor id="1537" name="秦成才" initials="秦" lastIdx="0" clrIdx="1536"/>
  <p:cmAuthor id="1538" name="郭胜飞" initials="郭" lastIdx="0" clrIdx="1537"/>
  <p:cmAuthor id="1539" name="李佳伦" initials="李" lastIdx="0" clrIdx="1538"/>
  <p:cmAuthor id="1540" name="李勇路" initials="李" lastIdx="0" clrIdx="1539"/>
  <p:cmAuthor id="1541" name="赵磊" initials="赵" lastIdx="0" clrIdx="1540"/>
  <p:cmAuthor id="1542" name="刘文静" initials="刘" lastIdx="0" clrIdx="1541"/>
  <p:cmAuthor id="1543" name="lb d" initials="ld" lastIdx="0" clrIdx="1542"/>
  <p:cmAuthor id="1544" name="liwei" initials="l" lastIdx="0" clrIdx="1543"/>
  <p:cmAuthor id="1545" name="Li Chao" initials="CL" lastIdx="0" clrIdx="1544"/>
  <p:cmAuthor id="1546" name="刘" initials="刘" lastIdx="0" clrIdx="1545"/>
  <p:cmAuthor id="1547" name="James Conard" initials="J" lastIdx="0" clrIdx="1546"/>
  <p:cmAuthor id="1548" name="郭胜楠" initials="郭" lastIdx="0" clrIdx="1547"/>
  <p:cmAuthor id="1549" name="薛明" initials="一" lastIdx="0" clrIdx="1548"/>
  <p:cmAuthor id="1550" name="武志明" initials="武" lastIdx="0" clrIdx="1549"/>
  <p:cmAuthor id="1551" name="Cpic" initials="C" lastIdx="0" clrIdx="1550"/>
  <p:cmAuthor id="1552" name="Ming Zuo" initials="M" lastIdx="0" clrIdx="1551"/>
  <p:cmAuthor id="1553" name="张星-lgd" initials="张" lastIdx="0" clrIdx="1552"/>
  <p:cmAuthor id="1554" name="dreamsummit" initials="d" lastIdx="0" clrIdx="1553"/>
  <p:cmAuthor id="1555" name="未知的使用者158" initials="未" lastIdx="0" clrIdx="1554"/>
  <p:cmAuthor id="1556" name="余秀丽" initials="余" lastIdx="0" clrIdx="1555"/>
  <p:cmAuthor id="1557" name="黄 俊楠" initials="黄" lastIdx="0" clrIdx="1556"/>
  <p:cmAuthor id="1558" name="张立明" initials="张" lastIdx="0" clrIdx="1557"/>
  <p:cmAuthor id="1559" name="Owner" initials="O" lastIdx="0" clrIdx="1558"/>
  <p:cmAuthor id="1560" name="曾楚轩" initials="曾" lastIdx="0" clrIdx="1559"/>
  <p:cmAuthor id="1561" name="apple" initials="a" lastIdx="0" clrIdx="1560"/>
  <p:cmAuthor id="1562" name="闵容" initials="刘妍" lastIdx="0" clrIdx="1561"/>
  <p:cmAuthor id="1563" name="guant" initials="g" lastIdx="0" clrIdx="1562"/>
  <p:cmAuthor id="1564" name="魏天伟" initials="魏" lastIdx="0" clrIdx="1563"/>
  <p:cmAuthor id="1565" name="shenyw18" initials="s" lastIdx="0" clrIdx="1564"/>
  <p:cmAuthor id="1566" name="wy" initials="w" lastIdx="0" clrIdx="1565"/>
  <p:cmAuthor id="1567" name="韩纪元" initials="韩" lastIdx="0" clrIdx="1566"/>
  <p:cmAuthor id="1568" name="zdl" initials="z" lastIdx="0" clrIdx="1567"/>
  <p:cmAuthor id="1569" name="艾启明" initials="A" lastIdx="0" clrIdx="1568"/>
  <p:cmAuthor id="1570" name="陈豪" initials="陈" lastIdx="0" clrIdx="1569"/>
  <p:cmAuthor id="1571" name="韩凤涛" initials="韩" lastIdx="0" clrIdx="1570"/>
  <p:cmAuthor id="1572" name="10024885" initials="1" lastIdx="0" clrIdx="1571"/>
  <p:cmAuthor id="1573" name="王升华" initials="王" lastIdx="0" clrIdx="1572"/>
  <p:cmAuthor id="1574" name="荣跃萍" initials="荣" lastIdx="0" clrIdx="1573"/>
  <p:cmAuthor id="1575" name="未知的使用者2" initials="未" lastIdx="0" clrIdx="1574"/>
  <p:cmAuthor id="1576" name="陈婷" initials="陈" lastIdx="0" clrIdx="1575"/>
  <p:cmAuthor id="1577" name="Unicom" initials="U" lastIdx="0" clrIdx="1576"/>
  <p:cmAuthor id="1578" name="刘晓玲" initials="lxl" lastIdx="0" clrIdx="1577"/>
  <p:cmAuthor id="1579" name="李菁1|sqlijing1" initials="李" lastIdx="0" clrIdx="1578"/>
  <p:cmAuthor id="1580" name="10077969" initials="1" lastIdx="0" clrIdx="1579"/>
  <p:cmAuthor id="1581" name="郭兆乾" initials="郭" lastIdx="0" clrIdx="1580"/>
  <p:cmAuthor id="1582" name="桂 卓" initials="桂" lastIdx="0" clrIdx="1581"/>
  <p:cmAuthor id="1583" name="王波10142735" initials="王" lastIdx="0" clrIdx="1582"/>
  <p:cmAuthor id="1584" name="10078380" initials="1" lastIdx="0" clrIdx="1583"/>
  <p:cmAuthor id="1585" name="zhang shaohui" initials="zs" lastIdx="0" clrIdx="1584"/>
  <p:cmAuthor id="1586" name="卫帅帅" initials="卫" lastIdx="0" clrIdx="1585"/>
  <p:cmAuthor id="1587" name="10295142" initials="1" lastIdx="0" clrIdx="1586"/>
  <p:cmAuthor id="1588" name="向瑜洋" initials="向" lastIdx="0" clrIdx="1587"/>
  <p:cmAuthor id="1589" name="32134550@qq.com" initials="3" lastIdx="0" clrIdx="1588"/>
  <p:cmAuthor id="1590" name="陈微" initials="陈" lastIdx="0" clrIdx="1589"/>
  <p:cmAuthor id="1591" name="liucy" initials="l" lastIdx="0" clrIdx="1590"/>
  <p:cmAuthor id="1592" name="zjb" initials="z" lastIdx="0" clrIdx="1591"/>
  <p:cmAuthor id="1593" name="admin" initials="a" lastIdx="0" clrIdx="1592"/>
  <p:cmAuthor id="1594" name="李雪玲" initials="李" lastIdx="0" clrIdx="1593"/>
  <p:cmAuthor id="1595" name="MAXHUB" initials="M" lastIdx="0" clrIdx="1594"/>
  <p:cmAuthor id="1596" name="杨帆" initials="杨" lastIdx="0" clrIdx="1595"/>
  <p:cmAuthor id="1597" name="周玉卓" initials="周" lastIdx="0" clrIdx="1596"/>
  <p:cmAuthor id="1598" name="陶选如" initials="陶" lastIdx="0" clrIdx="1597"/>
  <p:cmAuthor id="1599" name="10011274@zte.intra" initials="1" lastIdx="0" clrIdx="1598"/>
  <p:cmAuthor id="1600" name="李雄邦" initials="李" lastIdx="0" clrIdx="1599"/>
  <p:cmAuthor id="1601" name="袁新" initials="袁" lastIdx="0" clrIdx="1600"/>
  <p:cmAuthor id="1602" name="屈艳" initials="屈" lastIdx="0" clrIdx="1601"/>
  <p:cmAuthor id="1603" name="覃龙峡" initials="覃" lastIdx="0" clrIdx="1602"/>
  <p:cmAuthor id="1604" name="叶海纳" initials="叶" lastIdx="0" clrIdx="1603"/>
  <p:cmAuthor id="1605" name="王璞" initials="王" lastIdx="0" clrIdx="1604"/>
  <p:cmAuthor id="1606" name="薛婷婷" initials="薛" lastIdx="0" clrIdx="1605"/>
  <p:cmAuthor id="1607" name="未知用户95" initials="未" lastIdx="0" clrIdx="1606"/>
  <p:cmAuthor id="1608" name="辛守德" initials="辛" lastIdx="0" clrIdx="1607"/>
  <p:cmAuthor id="1609" name="于洋" initials="于" lastIdx="0" clrIdx="1608"/>
  <p:cmAuthor id="1610" name="三石" initials="三" lastIdx="0" clrIdx="1609"/>
  <p:cmAuthor id="1611" name="梅杰" initials="梅" lastIdx="0" clrIdx="1610"/>
  <p:cmAuthor id="1612" name="lil307" initials="l" lastIdx="0" clrIdx="1611"/>
  <p:cmAuthor id="1613" name="王宏宇" initials="王" lastIdx="0" clrIdx="1612"/>
  <p:cmAuthor id="1614" name="yuanyi he" initials="" lastIdx="0" clrIdx="1613"/>
  <p:cmAuthor id="1615" name="乔毅" initials="" lastIdx="0" clrIdx="1614"/>
  <p:cmAuthor id="1616" name="单晓艳" initials="" lastIdx="0" clrIdx="1615"/>
  <p:cmAuthor id="1617" name="ZQBG-GS" initials="" lastIdx="0" clrIdx="1616"/>
  <p:cmAuthor id="1618" name="zz" initials="" lastIdx="0" clrIdx="1617"/>
  <p:cmAuthor id="1619" name="haixin" initials="h" lastIdx="0" clrIdx="1618"/>
  <p:cmAuthor id="1620" name="huangjc" initials="h" lastIdx="0" clrIdx="1619"/>
  <p:cmAuthor id="1621" name="刘艳华" initials="刘" lastIdx="0" clrIdx="1620"/>
  <p:cmAuthor id="1622" name="ddp" initials="d" lastIdx="0" clrIdx="1621"/>
  <p:cmAuthor id="1623" name="于水生" initials="U" lastIdx="0" clrIdx="1622"/>
  <p:cmAuthor id="1624" name="李林方" initials="李" lastIdx="0" clrIdx="1623"/>
  <p:cmAuthor id="1625" name="未知用户2" initials="未知用户2" lastIdx="0" clrIdx="1624"/>
  <p:cmAuthor id="1626" name="赵寒" initials="赵" lastIdx="0" clrIdx="1625"/>
  <p:cmAuthor id="1627" name="李明" initials="李" lastIdx="0" clrIdx="1626"/>
  <p:cmAuthor id="1628" name="马安娜" initials="马" lastIdx="0" clrIdx="1627"/>
  <p:cmAuthor id="1629" name="ma jialin" initials="mj" lastIdx="0" clrIdx="1628"/>
  <p:cmAuthor id="1630" name="李翠微" initials="李" lastIdx="0" clrIdx="1629"/>
  <p:cmAuthor id="1631" name="戴霜" initials="戴" lastIdx="0" clrIdx="1630"/>
  <p:cmAuthor id="1632" name="elfinhsu" initials="e" lastIdx="0" clrIdx="1631"/>
  <p:cmAuthor id="1633" name="晓玲" initials="晓玲" lastIdx="0" clrIdx="1632"/>
  <p:cmAuthor id="1634" name="Zach Zhongkai Ye" initials="Z" lastIdx="0" clrIdx="1633"/>
  <p:cmAuthor id="1635" name="未知用户198" initials="未" lastIdx="0" clrIdx="1634"/>
  <p:cmAuthor id="1636" name="吴萌" initials="吴" lastIdx="0" clrIdx="1635"/>
  <p:cmAuthor id="1637" name="未知用户10" initials="未" lastIdx="0" clrIdx="1636"/>
  <p:cmAuthor id="1638" name="未知用户146" initials="未" lastIdx="0" clrIdx="1637"/>
  <p:cmAuthor id="1639" name="刘继稳" initials="刘" lastIdx="0" clrIdx="1638"/>
  <p:cmAuthor id="1640" name="董伟明" initials="董" lastIdx="0" clrIdx="1639"/>
  <p:cmAuthor id="1641" name="郏 鹏" initials="郏" lastIdx="0" clrIdx="1640"/>
  <p:cmAuthor id="1642" name="王肖俊" initials="蔡晓雪" lastIdx="0" clrIdx="1641"/>
  <p:cmAuthor id="1643" name="Lynette Zitong Li" initials="L" lastIdx="0" clrIdx="1642"/>
  <p:cmAuthor id="1644" name="WL" initials="WL" lastIdx="0" clrIdx="1643"/>
  <p:cmAuthor id="1645" name="周旭东" initials="周" lastIdx="0" clrIdx="1644"/>
  <p:cmAuthor id="1646" name="hyk" initials="h" lastIdx="0" clrIdx="1645"/>
  <p:cmAuthor id="1647" name="Lee 13" initials="L1" lastIdx="0" clrIdx="1646"/>
  <p:cmAuthor id="1648" name="jyy" initials="j" lastIdx="0" clrIdx="1647"/>
  <p:cmAuthor id="1649" name="宝宝羊" initials="宝" lastIdx="0" clrIdx="1648"/>
  <p:cmAuthor id="1650" name="杨静" initials="杨" lastIdx="0" clrIdx="1649"/>
  <p:cmAuthor id="1651" name="冼沛" initials="冼" lastIdx="0" clrIdx="1650"/>
  <p:cmAuthor id="1652" name="隆敏玲" initials="隆" lastIdx="0" clrIdx="1651"/>
  <p:cmAuthor id="1653" name="luhx26" initials="l" lastIdx="0" clrIdx="1652"/>
  <p:cmAuthor id="1654" name="樊革霞" initials="樊" lastIdx="0" clrIdx="1653"/>
  <p:cmAuthor id="1655" name="李杰" initials="李" lastIdx="0" clrIdx="1654"/>
  <p:cmAuthor id="1656" name="未知的使用者135" initials="未" lastIdx="0" clrIdx="1655"/>
  <p:cmAuthor id="1657" name="刘亚柯" initials="刘" lastIdx="0" clrIdx="1656"/>
  <p:cmAuthor id="1658" name="却闻周郎故" initials="却" lastIdx="0" clrIdx="1657"/>
  <p:cmAuthor id="1659" name="现场服务支撑" initials="现" lastIdx="0" clrIdx="1658"/>
  <p:cmAuthor id="1660" name="SOME" initials="S" lastIdx="0" clrIdx="1659"/>
  <p:cmAuthor id="1661" name="q60052952" initials="q" lastIdx="0" clrIdx="1660"/>
  <p:cmAuthor id="1662" name="陈" initials="陈" lastIdx="0" clrIdx="1661"/>
  <p:cmAuthor id="1663" name="杨忠兴" initials="杨" lastIdx="0" clrIdx="1662"/>
  <p:cmAuthor id="1664" name="L H" initials="LH" lastIdx="0" clrIdx="1663"/>
  <p:cmAuthor id="1665" name="陈华磊" initials="u" lastIdx="0" clrIdx="1664"/>
  <p:cmAuthor id="1666" name="仝新" initials="L" lastIdx="0" clrIdx="1665"/>
  <p:cmAuthor id="1667" name="王凌升" initials="u" lastIdx="0" clrIdx="1666"/>
  <p:cmAuthor id="1668" name="Weizhe Xu(联通河南省安阳市分公司)" initials="W" lastIdx="0" clrIdx="1667"/>
  <p:cmAuthor id="1669" name="郭中梅" initials="郭" lastIdx="0" clrIdx="1668"/>
  <p:cmAuthor id="1670" name="冯伟" initials="S" lastIdx="0" clrIdx="1669"/>
  <p:cmAuthor id="1671" name="10270945" initials="1" lastIdx="0" clrIdx="1670"/>
  <p:cmAuthor id="1672" name="maohc" initials="m" lastIdx="0" clrIdx="1671"/>
  <p:cmAuthor id="1673" name="刘争秀" initials="刘" lastIdx="0" clrIdx="1672"/>
  <p:cmAuthor id="1674" name="杨杰" initials="杨" lastIdx="0" clrIdx="1673"/>
  <p:cmAuthor id="1675" name="yuexinlei" initials="y" lastIdx="0" clrIdx="1674"/>
  <p:cmAuthor id="1676" name="Yang" initials="Y" lastIdx="0" clrIdx="1675"/>
  <p:cmAuthor id="1677" name="许楠" initials="许" lastIdx="0" clrIdx="1676"/>
  <p:cmAuthor id="1678" name="王新兰" initials="王" lastIdx="0" clrIdx="1677"/>
  <p:cmAuthor id="1679" name="428123@163.com" initials="4" lastIdx="0" clrIdx="1678"/>
  <p:cmAuthor id="1680" name="韩成" initials="韩" lastIdx="0" clrIdx="1679"/>
  <p:cmAuthor id="1681" name="刘锦" initials="刘" lastIdx="0" clrIdx="1680"/>
  <p:cmAuthor id="1682" name="Zhuqw" initials="Z" lastIdx="0" clrIdx="1681"/>
  <p:cmAuthor id="1683" name="刘云湘" initials="刘" lastIdx="0" clrIdx="1682"/>
  <p:cmAuthor id="1684" name="郭彦君" initials="郭" lastIdx="0" clrIdx="1683"/>
  <p:cmAuthor id="1685" name="孟珊" initials="孟" lastIdx="0" clrIdx="1684"/>
  <p:cmAuthor id="1686" name="zhangxw111" initials="z" lastIdx="0" clrIdx="1685"/>
  <p:cmAuthor id="1687" name="杨晓明" initials="杨" lastIdx="0" clrIdx="1686"/>
  <p:cmAuthor id="1688" name="林泉" initials="林" lastIdx="0" clrIdx="1687"/>
  <p:cmAuthor id="1689" name="qin xiang" initials="" lastIdx="0" clrIdx="1688"/>
  <p:cmAuthor id="1690" name="裴建英_u6rmrY3I" initials="authorId_197474801" lastIdx="0" clrIdx="1689"/>
  <p:cmAuthor id="1691" name="未知用户123" initials="未" lastIdx="0" clrIdx="1690"/>
  <p:cmAuthor id="1692" name="caik" initials="c" lastIdx="0" clrIdx="1691"/>
  <p:cmAuthor id="1693" name="hkyzhy555@sina.com" initials="h" lastIdx="0" clrIdx="1692"/>
  <p:cmAuthor id="1694" name="钢华" initials="钢华" lastIdx="0" clrIdx="1693"/>
  <p:cmAuthor id="1695" name="汤 海宝" initials="汤" lastIdx="0" clrIdx="1694"/>
  <p:cmAuthor id="1696" name="pc" initials="p" lastIdx="0" clrIdx="1695"/>
  <p:cmAuthor id="1697" name="8310" initials="8" lastIdx="0" clrIdx="1696"/>
  <p:cmAuthor id="1698" name="未知用户3" initials="未" lastIdx="0" clrIdx="1697"/>
  <p:cmAuthor id="1699" name="王魁元" initials="张芮14" lastIdx="0" clrIdx="1698"/>
  <p:cmAuthor id="1700" name="LEE" initials="L" lastIdx="0" clrIdx="1699"/>
  <p:cmAuthor id="1701" name="杨国" initials="杨" lastIdx="0" clrIdx="1700"/>
  <p:cmAuthor id="1702" name="李岩（IT）" initials="李" lastIdx="0" clrIdx="1701"/>
  <p:cmAuthor id="1703" name="胡海林" initials="胡" lastIdx="0" clrIdx="1702"/>
  <p:cmAuthor id="1704" name="宝儿" initials="宝" lastIdx="0" clrIdx="1703"/>
  <p:cmAuthor id="1705" name="10288631" initials="1" lastIdx="0" clrIdx="1704"/>
  <p:cmAuthor id="1706" name="zhang erchao" initials="ze" lastIdx="0" clrIdx="1705"/>
  <p:cmAuthor id="1707" name="简单" initials="简" lastIdx="0" clrIdx="1706"/>
  <p:cmAuthor id="1708" name="归零" initials="归" lastIdx="0" clrIdx="1707"/>
  <p:cmAuthor id="1709" name="cinderella" initials="c" lastIdx="0" clrIdx="1708"/>
  <p:cmAuthor id="1710" name="周鸿鹏" initials="周" lastIdx="0" clrIdx="1709"/>
  <p:cmAuthor id="1711" name="云栖松" initials="云" lastIdx="0" clrIdx="1710"/>
  <p:cmAuthor id="1712" name="自然" initials="自" lastIdx="0" clrIdx="1711"/>
  <p:cmAuthor id="1713" name="珏" initials="珏" lastIdx="0" clrIdx="1712"/>
  <p:cmAuthor id="1714" name="孙琳琳" initials="孙" lastIdx="0" clrIdx="1713"/>
  <p:cmAuthor id="1715" name="周芬芬" initials="周" lastIdx="0" clrIdx="1714"/>
  <p:cmAuthor id="1716" name="白静" initials="白" lastIdx="0" clrIdx="1715"/>
  <p:cmAuthor id="1717" name="T167933" initials="T" lastIdx="0" clrIdx="1716"/>
  <p:cmAuthor id="1718" name="00028714" initials="0" lastIdx="0" clrIdx="1717"/>
  <p:cmAuthor id="1719" name="杨程名" initials="ming" lastIdx="0" clrIdx="1718"/>
  <p:cmAuthor id="1720" name="尹泽明" initials="尹" lastIdx="0" clrIdx="1719"/>
  <p:cmAuthor id="1721" name="lit53" initials="l" lastIdx="0" clrIdx="1720"/>
  <p:cmAuthor id="1722" name="maosh" initials="m" lastIdx="0" clrIdx="1721"/>
  <p:cmAuthor id="1723" name="liuzilong" initials="l" lastIdx="0" clrIdx="1722"/>
  <p:cmAuthor id="1724" name="tangna" initials="t" lastIdx="0" clrIdx="1723"/>
  <p:cmAuthor id="1725" name="wangcong" initials="w" lastIdx="0" clrIdx="1724"/>
  <p:cmAuthor id="1726" name="guangshan" initials="g" lastIdx="0" clrIdx="1725"/>
  <p:cmAuthor id="1727" name="樊鲲鹏" initials="樊" lastIdx="0" clrIdx="1726"/>
  <p:cmAuthor id="1728" name="guocc" initials="g" lastIdx="0" clrIdx="1727"/>
  <p:cmAuthor id="1729" name="乔涛" initials="乔" lastIdx="0" clrIdx="1728"/>
  <p:cmAuthor id="1730" name="钟夷" initials="钟" lastIdx="0" clrIdx="1729"/>
  <p:cmAuthor id="1731" name="未知用户220" initials="未" lastIdx="0" clrIdx="1730"/>
  <p:cmAuthor id="1732" name="YaoChunfen" initials="Y" lastIdx="0" clrIdx="1731"/>
  <p:cmAuthor id="1733" name="?定义" initials="?" lastIdx="0" clrIdx="1732"/>
  <p:cmAuthor id="1734" name="allan" initials="a" lastIdx="0" clrIdx="1733"/>
  <p:cmAuthor id="1735" name="全" initials="全" lastIdx="0" clrIdx="1734"/>
  <p:cmAuthor id="1736" name="未知用户124" initials="未" lastIdx="0" clrIdx="1735"/>
  <p:cmAuthor id="1737" name="未知用户336" initials="未" lastIdx="0" clrIdx="1736"/>
  <p:cmAuthor id="1738" name="未知用户320" initials="未" lastIdx="0" clrIdx="1737"/>
  <p:cmAuthor id="1739" name="未知用户390" initials="未" lastIdx="0" clrIdx="1738"/>
  <p:cmAuthor id="1740" name="未知用户391" initials="未" lastIdx="0" clrIdx="1739"/>
  <p:cmAuthor id="1741" name="未知用户394" initials="未" lastIdx="0" clrIdx="1740"/>
  <p:cmAuthor id="1742" name="未知用户395" initials="未" lastIdx="0" clrIdx="1741"/>
  <p:cmAuthor id="1743" name="未知用户407" initials="未" lastIdx="0" clrIdx="1742"/>
  <p:cmAuthor id="1744" name="未知用户398" initials="未" lastIdx="0" clrIdx="1743"/>
  <p:cmAuthor id="1745" name="未知用户400" initials="未" lastIdx="0" clrIdx="1744"/>
  <p:cmAuthor id="1746" name="未知用户420" initials="未" lastIdx="0" clrIdx="1745"/>
  <p:cmAuthor id="1747" name="未知用户422" initials="未" lastIdx="0" clrIdx="1746"/>
  <p:cmAuthor id="1748" name="wenle369@sina.com" initials="w" lastIdx="0" clrIdx="1747"/>
  <p:cmAuthor id="1749" name="554154816@qq.com" initials="5" lastIdx="0" clrIdx="1748"/>
  <p:cmAuthor id="1750" name="未知用户232" initials="未" lastIdx="0" clrIdx="1749"/>
  <p:cmAuthor id="1751" name="未知用户226" initials="未" lastIdx="0" clrIdx="1750"/>
  <p:cmAuthor id="1752" name="lp" initials="l" lastIdx="0" clrIdx="1751"/>
  <p:cmAuthor id="1753" name="张正明" initials="张" lastIdx="0" clrIdx="1752"/>
  <p:cmAuthor id="1754" name="FANG SUN" initials="F" lastIdx="0" clrIdx="1753"/>
  <p:cmAuthor id="1755" name="未知用户416" initials="未" lastIdx="0" clrIdx="1754"/>
  <p:cmAuthor id="1756" name="未知用户408" initials="未" lastIdx="0" clrIdx="1755"/>
  <p:cmAuthor id="1757" name="未知用户412" initials="未" lastIdx="0" clrIdx="1756"/>
  <p:cmAuthor id="1758" name="未知用户414" initials="未" lastIdx="0" clrIdx="1757"/>
  <p:cmAuthor id="1759" name="未知用户415" initials="未" lastIdx="0" clrIdx="1758"/>
  <p:cmAuthor id="1760" name="未知用户370" initials="未" lastIdx="0" clrIdx="1759"/>
  <p:cmAuthor id="1761" name="未知用户286" initials="未" lastIdx="0" clrIdx="1760"/>
  <p:cmAuthor id="1762" name="未知用户352" initials="未" lastIdx="0" clrIdx="1761"/>
  <p:cmAuthor id="1763" name="未知用户353" initials="未" lastIdx="0" clrIdx="1762"/>
  <p:cmAuthor id="1764" name="未知用户355" initials="未" lastIdx="0" clrIdx="1763"/>
  <p:cmAuthor id="1765" name="未知用户357" initials="未" lastIdx="0" clrIdx="1764"/>
  <p:cmAuthor id="1766" name="未知用户362" initials="未" lastIdx="0" clrIdx="1765"/>
  <p:cmAuthor id="1767" name="未知用户479" initials="未" lastIdx="0" clrIdx="1766"/>
  <p:cmAuthor id="1768" name="未知用户482" initials="未" lastIdx="0" clrIdx="1767"/>
  <p:cmAuthor id="1769" name="未知用户483" initials="未" lastIdx="0" clrIdx="1768"/>
  <p:cmAuthor id="1770" name="未知用户485" initials="未" lastIdx="0" clrIdx="1769"/>
  <p:cmAuthor id="1771" name="min li" initials="ml" lastIdx="0" clrIdx="1770"/>
  <p:cmAuthor id="1772" name="gaozq35" initials="9" lastIdx="0" clrIdx="1771"/>
  <p:cmAuthor id="1773" name="田逢阳" initials="A" lastIdx="0" clrIdx="1772"/>
  <p:cmAuthor id="1774" name="G W" initials="GW" lastIdx="0" clrIdx="1773"/>
  <p:cmAuthor id="1775" name="MI" initials="M" lastIdx="0" clrIdx="1774"/>
  <p:cmAuthor id="1776" name="琚超" initials="琚" lastIdx="0" clrIdx="1775"/>
  <p:cmAuthor id="1777" name="xul54" initials="x" lastIdx="0" clrIdx="1776"/>
  <p:cmAuthor id="1778" name="qianyp" initials="q" lastIdx="0" clrIdx="1777"/>
  <p:cmAuthor id="1779" name="刘小虎" initials="刘" lastIdx="0" clrIdx="1778"/>
  <p:cmAuthor id="1780" name="chentaming" initials="c" lastIdx="0" clrIdx="1779"/>
  <p:cmAuthor id="1781" name="ADMIN" initials="A" lastIdx="0" clrIdx="1780"/>
  <p:cmAuthor id="1782" name="llone llone" initials="l" lastIdx="0" clrIdx="1781"/>
  <p:cmAuthor id="1783" name="王志娟" initials="王" lastIdx="0" clrIdx="1782"/>
  <p:cmAuthor id="1784" name="刘洪伟" initials="刘" lastIdx="0" clrIdx="1783"/>
  <p:cmAuthor id="1785" name="吕玲子" initials="吕" lastIdx="0" clrIdx="1784"/>
  <p:cmAuthor id="1786" name="chengx64" initials="c" lastIdx="0" clrIdx="1785"/>
  <p:cmAuthor id="1787" name="咸鱼  谢" initials="咸" lastIdx="0" clrIdx="1786"/>
  <p:cmAuthor id="1788" name="hyman" initials="h" lastIdx="0" clrIdx="1787"/>
  <p:cmAuthor id="1789" name="筅笙" initials="筅" lastIdx="0" clrIdx="1788"/>
  <p:cmAuthor id="1790" name="蔡建楠" initials="caijianna" lastIdx="0" clrIdx="1789"/>
  <p:cmAuthor id="1791" name="赵诚荣10027092" initials="赵" lastIdx="0" clrIdx="1790"/>
  <p:cmAuthor id="1792" name="10208176" initials="1" lastIdx="0" clrIdx="1791"/>
  <p:cmAuthor id="1793" name="00065088" initials="0" lastIdx="0" clrIdx="1792"/>
  <p:cmAuthor id="1794" name="cengliangjun@outlook.com" initials="c" lastIdx="0" clrIdx="1793"/>
  <p:cmAuthor id="1795" name="27217" initials="2" lastIdx="0" clrIdx="1794"/>
  <p:cmAuthor id="1796" name="刘 学君" initials="刘" lastIdx="0" clrIdx="1795"/>
  <p:cmAuthor id="1797" name="CDunicom" initials="C" lastIdx="0" clrIdx="1796"/>
  <p:cmAuthor id="1798" name="10221166" initials="1" lastIdx="0" clrIdx="1797"/>
  <p:cmAuthor id="1799" name="谭政" initials="谭" lastIdx="0" clrIdx="1798"/>
  <p:cmAuthor id="1800" name="李志强" initials="李" lastIdx="0" clrIdx="1799"/>
  <p:cmAuthor id="1801" name="张帅" initials="张" lastIdx="0" clrIdx="1800"/>
  <p:cmAuthor id="1802" name="admin26" initials="a" lastIdx="0" clrIdx="1801"/>
  <p:cmAuthor id="1803" name="Thinkpad" initials="T" lastIdx="0" clrIdx="1802"/>
  <p:cmAuthor id="1804" name="77599" initials="7" lastIdx="0" clrIdx="1803"/>
  <p:cmAuthor id="1805" name="CAO XIN" initials="CX" lastIdx="0" clrIdx="1804"/>
  <p:cmAuthor id="1806" name="sss" initials="s" lastIdx="0" clrIdx="1805"/>
  <p:cmAuthor id="1807" name="xujh" initials="x" lastIdx="0" clrIdx="1806"/>
  <p:cmAuthor id="1808" name="yuxue" initials="y" lastIdx="0" clrIdx="1807"/>
  <p:cmAuthor id="1809" name="36913" initials="3" lastIdx="0" clrIdx="1808"/>
  <p:cmAuthor id="1810" name="whpaul" initials="w" lastIdx="0" clrIdx="1809"/>
  <p:cmAuthor id="1811" name="黄译萱(联通上海市上海市分公司)" initials="MSOffice" lastIdx="0" clrIdx="1810"/>
  <p:cmAuthor id="1812" name="徐珂" initials="徐" lastIdx="0" clrIdx="1811"/>
  <p:cmAuthor id="1813" name="shensy12" initials="s" lastIdx="0" clrIdx="1812"/>
  <p:cmAuthor id="1814" name="张妙甜" initials="MiaoTian" lastIdx="0" clrIdx="1813"/>
  <p:cmAuthor id="1815" name="Gloria" initials="G" lastIdx="0" clrIdx="1814"/>
  <p:cmAuthor id="1816" name="雷晓旭" initials="lxx" lastIdx="0" clrIdx="1815"/>
  <p:cmAuthor id="1817" name="Angela NiZhang" initials="angzhang" lastIdx="0" clrIdx="1816"/>
  <p:cmAuthor id="1818" name="Jessie JiaxinZheng" initials="ZJJ" lastIdx="0" clrIdx="1817"/>
  <p:cmAuthor id="1819" name="chinaunicom" initials="c" lastIdx="0" clrIdx="1818"/>
  <p:cmAuthor id="1820" name="罗燕珊" initials="罗" lastIdx="0" clrIdx="1819"/>
  <p:cmAuthor id="1821" name="Wang, Ju-Jing" initials="WJ" lastIdx="0" clrIdx="1820"/>
  <p:cmAuthor id="1822" name="guo jingwen" initials="gj" lastIdx="0" clrIdx="1821"/>
  <p:cmAuthor id="1823" name="肖海浪" initials="肖" lastIdx="0" clrIdx="1822"/>
  <p:cmAuthor id="1824" name="moqio" initials="m" lastIdx="0" clrIdx="1823"/>
  <p:cmAuthor id="1825" name="LiHongYun" initials="L" lastIdx="0" clrIdx="1824"/>
  <p:cmAuthor id="1826" name="黎永君" initials="黎" lastIdx="0" clrIdx="1825"/>
  <p:cmAuthor id="1827" name="雷利娟" initials="雷" lastIdx="0" clrIdx="1826"/>
  <p:cmAuthor id="1828" name="张祥强" initials="张祥强" lastIdx="0" clrIdx="1827"/>
  <p:cmAuthor id="1829" name="郝洪超" initials="郝" lastIdx="0" clrIdx="1828"/>
  <p:cmAuthor id="1830" name="Acer" initials="A" lastIdx="0" clrIdx="1829"/>
  <p:cmAuthor id="1831" name="冯芳" initials="冯" lastIdx="0" clrIdx="1830"/>
  <p:cmAuthor id="1832" name="史鑫秋" initials="史" lastIdx="0" clrIdx="1831"/>
  <p:cmAuthor id="1833" name="未知的使用者138" initials="未" lastIdx="0" clrIdx="1832"/>
  <p:cmAuthor id="1834" name="乔樑" initials="乔" lastIdx="0" clrIdx="1833"/>
  <p:cmAuthor id="1835" name="林颖" initials="林" lastIdx="0" clrIdx="1834"/>
  <p:cmAuthor id="1836" name="37054" initials="3" lastIdx="0" clrIdx="1835"/>
  <p:cmAuthor id="1837" name="zhaopj18" initials="z" lastIdx="0" clrIdx="1836"/>
  <p:cmAuthor id="1838" name="常立军" initials="常" lastIdx="0" clrIdx="1837"/>
  <p:cmAuthor id="1839" name="nyks" initials="n" lastIdx="0" clrIdx="1838"/>
  <p:cmAuthor id="1840" name="10309979" initials="1" lastIdx="0" clrIdx="1839"/>
  <p:cmAuthor id="1841" name="longyamei-1" initials="l" lastIdx="0" clrIdx="1840"/>
  <p:cmAuthor id="1842" name="钱纪琛" initials="钱" lastIdx="0" clrIdx="1841"/>
  <p:cmAuthor id="1843" name="goforever814" initials="g" lastIdx="0" clrIdx="1842"/>
  <p:cmAuthor id="1844" name="luanhl" initials="lhl" lastIdx="0" clrIdx="1843"/>
  <p:cmAuthor id="1845" name="张晓艳" initials="" lastIdx="0" clrIdx="1844"/>
  <p:cmAuthor id="1846" name="赵雨晨" initials="赵" lastIdx="0" clrIdx="1845"/>
  <p:cmAuthor id="1847" name="zhangyr" initials="z" lastIdx="0" clrIdx="1846"/>
  <p:cmAuthor id="1848" name="阴智育" initials="阴" lastIdx="0" clrIdx="1847"/>
  <p:cmAuthor id="1849" name="岳勇" initials="岳" lastIdx="0" clrIdx="1848"/>
  <p:cmAuthor id="1850" name="时光" initials="时" lastIdx="0" clrIdx="1849"/>
  <p:cmAuthor id="1851" name="niuniu" initials="n" lastIdx="0" clrIdx="1850"/>
  <p:cmAuthor id="1852" name="Deng" initials="D" lastIdx="0" clrIdx="1851"/>
  <p:cmAuthor id="1853" name="ChinaTea" initials="C" lastIdx="0" clrIdx="1852"/>
  <p:cmAuthor id="1854" name="孙鹏杰" initials="孙" lastIdx="0" clrIdx="1853"/>
  <p:cmAuthor id="1855" name="牛保双" initials="牛" lastIdx="0" clrIdx="1854"/>
  <p:cmAuthor id="1856" name="Tomorrow" initials="T" lastIdx="0" clrIdx="1855"/>
  <p:cmAuthor id="1857" name="洋仔" initials="洋" lastIdx="0" clrIdx="1856"/>
  <p:cmAuthor id="1858" name="zw zhou" initials="zz" lastIdx="0" clrIdx="1857"/>
  <p:cmAuthor id="1859" name="xue yayong" initials="xy" lastIdx="0" clrIdx="1858"/>
  <p:cmAuthor id="1860" name="杨锦洲" initials="杨" lastIdx="0" clrIdx="1859"/>
  <p:cmAuthor id="1861" name="桃豆豆" initials="桃" lastIdx="0" clrIdx="1860"/>
  <p:cmAuthor id="1862" name="刁航宇" initials="刁" lastIdx="0" clrIdx="1861"/>
  <p:cmAuthor id="1863" name="✨ Nicole " initials="✨" lastIdx="0" clrIdx="1862"/>
  <p:cmAuthor id="1864" name="李凤仪" initials="李" lastIdx="0" clrIdx="1863"/>
  <p:cmAuthor id="1865" name="于洁" initials="于" lastIdx="0" clrIdx="1864"/>
  <p:cmAuthor id="1866" name="小州Gg" initials="小" lastIdx="0" clrIdx="1865"/>
  <p:cmAuthor id="1867" name="王旭" initials="王" lastIdx="0" clrIdx="1866"/>
  <p:cmAuthor id="1868" name=" 胖哒慧" initials="" lastIdx="0" clrIdx="1867"/>
  <p:cmAuthor id="1869" name="天天" initials="天" lastIdx="0" clrIdx="1868"/>
  <p:cmAuthor id="1870" name="colin" initials="c" lastIdx="0" clrIdx="1869"/>
  <p:cmAuthor id="1871" name="小阳光" initials="小" lastIdx="0" clrIdx="1870"/>
  <p:cmAuthor id="1872" name="初七之月亮" initials="初" lastIdx="0" clrIdx="1871"/>
  <p:cmAuthor id="1873" name="谭淼" initials="谭" lastIdx="0" clrIdx="1872"/>
  <p:cmAuthor id="1874" name="xy" initials="x" lastIdx="0" clrIdx="1873"/>
  <p:cmAuthor id="1875" name="杜立旺" initials="杜" lastIdx="0" clrIdx="1874"/>
  <p:cmAuthor id="1876" name="我就是自己的大太阳sunshine" initials="我" lastIdx="0" clrIdx="1875"/>
  <p:cmAuthor id="1877" name="yangsong" initials="y" lastIdx="0" clrIdx="1876"/>
  <p:cmAuthor id="1878" name="Oscar" initials="O" lastIdx="0" clrIdx="1877"/>
  <p:cmAuthor id="1879" name="zhangzhongmin" initials="" lastIdx="0" clrIdx="1878"/>
  <p:cmAuthor id="1880" name="黄常宇" initials="黄" lastIdx="0" clrIdx="1879"/>
  <p:cmAuthor id="1881" name="依依" initials="依" lastIdx="0" clrIdx="1880"/>
  <p:cmAuthor id="1882" name="陈佳慧" initials="陈" lastIdx="0" clrIdx="1881"/>
  <p:cmAuthor id="1883" name="曹劲然" initials="曹" lastIdx="0" clrIdx="1882"/>
  <p:cmAuthor id="1884" name="mark" initials="m" lastIdx="0" clrIdx="1883"/>
  <p:cmAuthor id="1885" name="桑榆" initials="桑" lastIdx="0" clrIdx="1884"/>
  <p:cmAuthor id="1886" name="CabayJenne" initials="C" lastIdx="0" clrIdx="1885"/>
  <p:cmAuthor id="1887" name="关璐" initials="关" lastIdx="0" clrIdx="1886"/>
  <p:cmAuthor id="1888" name="邢开" initials="邢" lastIdx="0" clrIdx="1887"/>
  <p:cmAuthor id="1889" name="mystic" initials="m" lastIdx="0" clrIdx="1888"/>
  <p:cmAuthor id="1890" name="刘思远" initials="刘" lastIdx="0" clrIdx="1889"/>
  <p:cmAuthor id="1891" name="未知用户148" initials="" lastIdx="0" clrIdx="1890"/>
  <p:cmAuthor id="1892" name="sunqi" initials="s" lastIdx="0" clrIdx="1891"/>
  <p:cmAuthor id="1893" name="永月墨夜" initials="永" lastIdx="0" clrIdx="1892"/>
  <p:cmAuthor id="1894" name="糕酥...●—●" initials="糕" lastIdx="0" clrIdx="1893"/>
  <p:cmAuthor id="1895" name="纯粹" initials="纯" lastIdx="0" clrIdx="1894"/>
  <p:cmAuthor id="1896" name="黄婷楠" initials="黄" lastIdx="0" clrIdx="1895"/>
  <p:cmAuthor id="1897" name="华" initials="华" lastIdx="0" clrIdx="1896"/>
  <p:cmAuthor id="1898" name="紫琬" initials="紫" lastIdx="0" clrIdx="1897"/>
  <p:cmAuthor id="1899" name="赵永成" initials="赵" lastIdx="0" clrIdx="1898"/>
  <p:cmAuthor id="1900" name="16640" initials="1" lastIdx="0" clrIdx="1899"/>
  <p:cmAuthor id="1901" name="袖盈嘉茉" initials="袖" lastIdx="0" clrIdx="1900"/>
  <p:cmAuthor id="1902" name="卞珊珊" initials="卞" lastIdx="0" clrIdx="1901"/>
  <p:cmAuthor id="1903" name="大白 " initials="大" lastIdx="0" clrIdx="1902"/>
  <p:cmAuthor id="1904" name="HJ_李伟真" initials="H" lastIdx="0" clrIdx="1903"/>
  <p:cmAuthor id="1905" name="zhan" initials="z" lastIdx="0" clrIdx="1904"/>
  <p:cmAuthor id="1906" name="刘佳" initials="刘" lastIdx="0" clrIdx="1905"/>
  <p:cmAuthor id="1907" name="西赆南琛" initials="西" lastIdx="0" clrIdx="1906"/>
  <p:cmAuthor id="1908" name="武戎" initials="武" lastIdx="0" clrIdx="1907"/>
  <p:cmAuthor id="1909" name="常光辉" initials="常" lastIdx="0" clrIdx="1908"/>
  <p:cmAuthor id="1910" name="杨利利" initials="杨" lastIdx="0" clrIdx="1909"/>
  <p:cmAuthor id="1911" name="奇点" initials="奇" lastIdx="0" clrIdx="1910"/>
  <p:cmAuthor id="1912" name="刘付平" initials="刘" lastIdx="0" clrIdx="1911"/>
  <p:cmAuthor id="1913" name="晚·峰" initials="晚" lastIdx="0" clrIdx="1912"/>
  <p:cmAuthor id="1914" name="ccc" initials="c" lastIdx="0" clrIdx="1913"/>
  <p:cmAuthor id="1915" name="张鑫" initials="张" lastIdx="0" clrIdx="1914"/>
  <p:cmAuthor id="1916" name="车旭" initials="车" lastIdx="0" clrIdx="1915"/>
  <p:cmAuthor id="1917" name="李广鹏" initials="李" lastIdx="0" clrIdx="1916"/>
  <p:cmAuthor id="1918" name="Pearson.Zhao" initials="P" lastIdx="0" clrIdx="1917"/>
  <p:cmAuthor id="1919" name="DldUlcks" initials="D" lastIdx="0" clrIdx="1918"/>
  <p:cmAuthor id="1920" name="tony" initials="t" lastIdx="0" clrIdx="1919"/>
  <p:cmAuthor id="1921" name="WPS_1716908770" initials="W" lastIdx="0" clrIdx="1920"/>
  <p:cmAuthor id="1922" name="never pink" initials="n" lastIdx="0" clrIdx="1921"/>
  <p:cmAuthor id="1923" name="吴开云" initials="吴" lastIdx="0" clrIdx="1922"/>
  <p:cmAuthor id="1924" name="于浣" initials="于" lastIdx="0" clrIdx="1923"/>
  <p:cmAuthor id="1925" name="李进进" initials="李" lastIdx="0" clrIdx="1924"/>
  <p:cmAuthor id="1926" name="小粟勺" initials="小" lastIdx="0" clrIdx="1925"/>
  <p:cmAuthor id="1927" name="黄炜" initials="黄" lastIdx="0" clrIdx="1926"/>
  <p:cmAuthor id="1928" name="李骞" initials="李" lastIdx="0" clrIdx="1927"/>
  <p:cmAuthor id="1929" name="86136" initials="8" lastIdx="0" clrIdx="1928"/>
  <p:cmAuthor id="1930" name="王 明振" initials="王" lastIdx="0" clrIdx="1929"/>
  <p:cmAuthor id="1931" name="百军 李" initials="百李" lastIdx="0" clrIdx="1930"/>
  <p:cmAuthor id="1932" name="WPS_1686010660" initials="W" lastIdx="0" clrIdx="1931"/>
  <p:cmAuthor id="1933" name="ligd62" initials="l" lastIdx="0" clrIdx="1932"/>
  <p:cmAuthor id="1934" name="surfaceq" initials="s" lastIdx="0" clrIdx="1933"/>
  <p:cmAuthor id="1935" name="刘 姝" initials="刘" lastIdx="0" clrIdx="1934"/>
  <p:cmAuthor id="1936" name="恰瓜" initials="恰" lastIdx="0" clrIdx="1935"/>
  <p:cmAuthor id="1937" name="樊 现静" initials="樊" lastIdx="0" clrIdx="1936"/>
  <p:cmAuthor id="1938" name="lihui" initials="l" lastIdx="0" clrIdx="1937"/>
  <p:cmAuthor id="1939" name="孙 澍" initials="孙" lastIdx="0" clrIdx="1938"/>
  <p:cmAuthor id="1940" name="木漏れ日" initials="木" lastIdx="0" clrIdx="1939"/>
  <p:cmAuthor id="1941" name="张磊" initials="张" lastIdx="0" clrIdx="1940"/>
  <p:cmAuthor id="1942" name="如斯" initials="如" lastIdx="0" clrIdx="1941"/>
  <p:cmAuthor id="1943" name="部室管理员/软件开发中心/总行机关/ABC" initials="部" lastIdx="0" clrIdx="1942"/>
  <p:cmAuthor id="1944" name="Wang lei" initials="W" lastIdx="0" clrIdx="1943"/>
  <p:cmAuthor id="1945" name="lijx73" initials="l" lastIdx="0" clrIdx="1944"/>
  <p:cmAuthor id="1946" name="陈礼波" initials="陈" lastIdx="0" clrIdx="1945"/>
  <p:cmAuthor id="1947" name="程佳琳" initials="程" lastIdx="0" clrIdx="1946"/>
  <p:cmAuthor id="1948" name="Daigy" initials="D" lastIdx="0" clrIdx="1947"/>
  <p:cmAuthor id="1949" name="zhangbai" initials="z" lastIdx="0" clrIdx="1948"/>
  <p:cmAuthor id="1950" name="jcwang" initials="j" lastIdx="0" clrIdx="1949"/>
  <p:cmAuthor id="1951" name="wink" initials="w" lastIdx="0" clrIdx="1950"/>
  <p:cmAuthor id="1952" name="张森" initials="SZ" lastIdx="0" clrIdx="1951"/>
  <p:cmAuthor id="1953" name="田延刚" initials="田" lastIdx="0" clrIdx="1952"/>
  <p:cmAuthor id="1954" name="59626" initials="5" lastIdx="0" clrIdx="1953"/>
  <p:cmAuthor id="1955" name="张炳涛" initials="张" lastIdx="0" clrIdx="1954"/>
  <p:cmAuthor id="1956" name="WPS_1592556096" initials="W" lastIdx="0" clrIdx="1955"/>
  <p:cmAuthor id="1957" name="Lemon." initials="L" lastIdx="0" clrIdx="1956"/>
  <p:cmAuthor id="1958" name="Zing" initials="Z" lastIdx="0" clrIdx="1957"/>
  <p:cmAuthor id="1959" name="10181267" initials="1" lastIdx="0" clrIdx="1958"/>
  <p:cmAuthor id="1960" name="显琨 程" initials="显程" lastIdx="0" clrIdx="1959"/>
  <p:cmAuthor id="1961" name="吴体华" initials="吴" lastIdx="0" clrIdx="1960"/>
  <p:cmAuthor id="1962" name="GJJ" initials="G" lastIdx="0" clrIdx="1961"/>
  <p:cmAuthor id="1963" name="10161768" initials="1" lastIdx="0" clrIdx="1962"/>
  <p:cmAuthor id="1964" name="lin" initials="l" lastIdx="0" clrIdx="1963"/>
  <p:cmAuthor id="1965" name="陈谦" initials="陈" lastIdx="0" clrIdx="1964"/>
  <p:cmAuthor id="1966" name="爱炫马铃薯" initials="爱" lastIdx="0" clrIdx="1965"/>
  <p:cmAuthor id="1967" name="q1521" initials="q" lastIdx="0" clrIdx="1966"/>
  <p:cmAuthor id="1968" name="mac" initials="m" lastIdx="0" clrIdx="1967"/>
  <p:cmAuthor id="1969" name="10036782" initials="1" lastIdx="0" clrIdx="1968"/>
  <p:cmAuthor id="1970" name="番茄^_^" initials="番" lastIdx="0" clrIdx="1969"/>
  <p:cmAuthor id="1971" name="10270505" initials="1" lastIdx="0" clrIdx="1970"/>
  <p:cmAuthor id="1972" name="10145512" initials="1" lastIdx="0" clrIdx="1971"/>
  <p:cmAuthor id="1973" name="00025099" initials="0" lastIdx="0" clrIdx="1972"/>
  <p:cmAuthor id="1974" name="00158845" initials="0" lastIdx="0" clrIdx="1973"/>
  <p:cmAuthor id="1975" name="00242950" initials="0" lastIdx="0" clrIdx="1974"/>
  <p:cmAuthor id="1976" name="10129659" initials="1" lastIdx="0" clrIdx="1975"/>
  <p:cmAuthor id="1977" name="傅文琦" initials="傅" lastIdx="0" clrIdx="1976"/>
  <p:cmAuthor id="1978" name="-facile" initials="-" lastIdx="0" clrIdx="1977"/>
  <p:cmAuthor id="1979" name="10096786" initials="1" lastIdx="0" clrIdx="1978"/>
  <p:cmAuthor id="1980" name="liwn56" initials="l" lastIdx="0" clrIdx="1979"/>
  <p:cmAuthor id="1981" name="emil" initials="e" lastIdx="0" clrIdx="1980"/>
  <p:cmAuthor id="1982" name="邱倩琳" initials="邱" lastIdx="0" clrIdx="1981"/>
  <p:cmAuthor id="1983" name="daiyi06" initials="d" lastIdx="0" clrIdx="1982"/>
  <p:cmAuthor id="1984" name="liuc211" initials="l" lastIdx="0" clrIdx="1983"/>
  <p:cmAuthor id="1985" name="10078316" initials="1" lastIdx="0" clrIdx="1984"/>
  <p:cmAuthor id="1986" name="Tea" initials="T" lastIdx="0" clrIdx="1985"/>
  <p:cmAuthor id="1987" name="储贤民" initials="储" lastIdx="0" clrIdx="1986"/>
  <p:cmAuthor id="1988" name="guron" initials="g" lastIdx="0" clrIdx="1987"/>
  <p:cmAuthor id="1989" name="曹雪" initials="曹" lastIdx="0" clrIdx="1988"/>
  <p:cmAuthor id="1990" name="微笑" initials="微" lastIdx="0" clrIdx="1989"/>
  <p:cmAuthor id="1991" name="鱼爱吃猫8" initials="鱼" lastIdx="0" clrIdx="1990"/>
  <p:cmAuthor id="1992" name="于萌" initials="于" lastIdx="0" clrIdx="1991"/>
  <p:cmAuthor id="1993" name="小迷糊" initials="小" lastIdx="0" clrIdx="1992"/>
  <p:cmAuthor id="1994" name="10743" initials="1" lastIdx="0" clrIdx="1993"/>
  <p:cmAuthor id="1995" name="McGlasson, Louise" initials="M" lastIdx="0" clrIdx="1994"/>
  <p:cmAuthor id="1996" name="T480" initials="T" lastIdx="0" clrIdx="1995"/>
  <p:cmAuthor id="1997" name="WPS_1724045767" initials="W" lastIdx="0" clrIdx="1996"/>
  <p:cmAuthor id="1998" name="黄慧" initials="黄" lastIdx="0" clrIdx="1997"/>
  <p:cmAuthor id="1999" name="GR" initials="G" lastIdx="0" clrIdx="1998"/>
  <p:cmAuthor id="2007" name="可婷儿" initials="可" lastIdx="0" clrIdx="2006"/>
  <p:cmAuthor id="2008" name="Sarah" initials="S" lastIdx="0" clrIdx="2007"/>
  <p:cmAuthor id="2009" name="思尧" initials="思" lastIdx="0" clrIdx="2008"/>
  <p:cmAuthor id="2010" name="gxp517" initials="g" lastIdx="0" clrIdx="2009"/>
  <p:cmAuthor id="2011" name=" 橘子的美好生活" initials="" lastIdx="0" clrIdx="2010"/>
  <p:cmAuthor id="2012" name="徐崔生" initials="徐" lastIdx="0" clrIdx="2011"/>
  <p:cmAuthor id="2013" name=" 曦海濤눈_눈" initials=" " lastIdx="0" clrIdx="2012"/>
  <p:cmAuthor id="2014" name="杨根深" initials="杨" lastIdx="0" clrIdx="2013"/>
  <p:cmAuthor id="2015" name="8237476420" initials="8" lastIdx="0" clrIdx="2014"/>
  <p:cmAuthor id="2016" name="佛度有缘" initials="佛" lastIdx="0" clrIdx="2015"/>
  <p:cmAuthor id="2017" name="糖把丶誓党" initials="糖" lastIdx="0" clrIdx="2016"/>
  <p:cmAuthor id="2018" name="AmyLiu" initials="A" lastIdx="0" clrIdx="2017"/>
  <p:cmAuthor id="2019" name="陆竣" initials="陆" lastIdx="0" clrIdx="2018"/>
  <p:cmAuthor id="2020" name="ltbg" initials="l" lastIdx="0" clrIdx="2019"/>
  <p:cmAuthor id="2021" name="K4e" initials="K" lastIdx="0" clrIdx="2020"/>
  <p:cmAuthor id="2022" name="linsq2" initials="l" lastIdx="0" clrIdx="2021"/>
  <p:cmAuthor id="2023" name="A" initials="A" lastIdx="0" clrIdx="2022"/>
  <p:cmAuthor id="2024" name="翟 博纯" initials="翟" lastIdx="0" clrIdx="2023"/>
  <p:cmAuthor id="2025" name="wangxiaoxuan@ha.cmcc" initials="w" lastIdx="0" clrIdx="2024"/>
  <p:cmAuthor id="2026" name="Li Pengling" initials="LP" lastIdx="0" clrIdx="2025"/>
  <p:cmAuthor id="2027" name="10099398" initials="1" lastIdx="0" clrIdx="2026"/>
  <p:cmAuthor id="2028" name="Johnny Hsieh" initials="J" lastIdx="0" clrIdx="2027"/>
  <p:cmAuthor id="2029" name="未知的使用者114" initials="未" lastIdx="0" clrIdx="2028"/>
  <p:cmAuthor id="2030" name="未知用户85" initials="未" lastIdx="0" clrIdx="2029"/>
  <p:cmAuthor id="2031" name="吴彤" initials="吴" lastIdx="0" clrIdx="2030"/>
  <p:cmAuthor id="2032" name="张小梅" initials="张" lastIdx="0" clrIdx="2031"/>
  <p:cmAuthor id="2033" name="陈帅宇" initials="a" lastIdx="0" clrIdx="2032"/>
  <p:cmAuthor id="2034" name="鲁 卫" initials="鲁" lastIdx="0" clrIdx="2033"/>
  <p:cmAuthor id="2035" name="武晓蕾" initials="武" lastIdx="0" clrIdx="2034"/>
  <p:cmAuthor id="2036" name="张 晓然" initials="张" lastIdx="0" clrIdx="2035"/>
  <p:cmAuthor id="2037" name="Raman Sharma" initials="R" lastIdx="0" clrIdx="2036"/>
  <p:cmAuthor id="2038" name="戴" initials="戴" lastIdx="0" clrIdx="2037"/>
  <p:cmAuthor id="2039" name="gxy" initials="g" lastIdx="0" clrIdx="2038"/>
  <p:cmAuthor id="2040" name="陈林" initials="陈" lastIdx="0" clrIdx="2039"/>
  <p:cmAuthor id="2041" name="李 小荣" initials="李" lastIdx="0" clrIdx="2040"/>
  <p:cmAuthor id="2042" name="CMP" initials="C" lastIdx="0" clrIdx="2041"/>
  <p:cmAuthor id="2043" name="康孟海" initials="康" lastIdx="0" clrIdx="2042"/>
  <p:cmAuthor id="2044" name="邵丹(联通上海市上海市分公司)" initials="邵丹(联通上海市上海市分公司)" lastIdx="0" clrIdx="2043"/>
  <p:cmAuthor id="2045" name="米文科_RBNbi6FF" initials="authorId_2104455999" lastIdx="0" clrIdx="2044"/>
  <p:cmAuthor id="2046" name="wuxl" initials="w" lastIdx="0" clrIdx="2045"/>
  <p:cmAuthor id="2047" name="Windows User" initials="WU" lastIdx="0" clrIdx="2046"/>
  <p:cmAuthor id="2048" name="郝欣" initials="郝" lastIdx="0" clrIdx="2047"/>
  <p:cmAuthor id="2049" name="178405028@qq.com" initials="1" lastIdx="0" clrIdx="2048"/>
  <p:cmAuthor id="2050" name="zhanghui" initials="z" lastIdx="0" clrIdx="2049"/>
  <p:cmAuthor id="2051" name="向铃" initials="向" lastIdx="0" clrIdx="2050"/>
  <p:cmAuthor id="2052" name="矫晓凤" initials="矫" lastIdx="0" clrIdx="2051"/>
  <p:cmAuthor id="2053" name="姚吉" initials="姚" lastIdx="0" clrIdx="2052"/>
  <p:cmAuthor id="2054" name="王淼" initials="王" lastIdx="0" clrIdx="2053"/>
  <p:cmAuthor id="2055" name="我家涵宝贝儿" initials="我" lastIdx="0" clrIdx="2054"/>
  <p:cmAuthor id="2056" name="王竞弘" initials="王" lastIdx="0" clrIdx="2055"/>
  <p:cmAuthor id="2057" name="李 峰" initials="李" lastIdx="0" clrIdx="2056"/>
  <p:cmAuthor id="2058" name="gll" initials="g" lastIdx="0" clrIdx="2057"/>
  <p:cmAuthor id="2059" name="nosignal" initials="n" lastIdx="0" clrIdx="2058"/>
  <p:cmAuthor id="2060" name="tan jiarui" initials="tj" lastIdx="0" clrIdx="2059"/>
  <p:cmAuthor id="2061" name="yindoujundeyikuaifuji" initials="y" lastIdx="0" clrIdx="2060"/>
  <p:cmAuthor id="2062" name="liuchang" initials="l" lastIdx="0" clrIdx="2061"/>
  <p:cmAuthor id="2063" name="黄文奎" initials="黄" lastIdx="0" clrIdx="2062"/>
  <p:cmAuthor id="2064" name="李诗雪" initials="李" lastIdx="0" clrIdx="2063"/>
  <p:cmAuthor id="2065" name="杨海峰" initials="杨" lastIdx="0" clrIdx="2064"/>
  <p:cmAuthor id="2066" name="林娜" initials="林" lastIdx="0" clrIdx="2065"/>
  <p:cmAuthor id="2067" name="leibing@cmhi.cmcc" initials="l" lastIdx="0" clrIdx="2066"/>
  <p:cmAuthor id="2068" name="Unknown User69" initials="U" lastIdx="0" clrIdx="2067"/>
  <p:cmAuthor id="2069" name="罗志军" initials="Microsof" lastIdx="0" clrIdx="2068"/>
  <p:cmAuthor id="2070" name="Unknown User63" initials="U" lastIdx="0" clrIdx="2069"/>
  <p:cmAuthor id="2071" name="xiaohan" initials="x" lastIdx="0" clrIdx="2070"/>
  <p:cmAuthor id="2072" name="万国清" initials="万" lastIdx="0" clrIdx="2071"/>
  <p:cmAuthor id="2073" name="刘芳希" initials="刘" lastIdx="0" clrIdx="2072"/>
  <p:cmAuthor id="2074" name="SX-TD" initials="S" lastIdx="0" clrIdx="2073"/>
  <p:cmAuthor id="2075" name="刘文举" initials="刘" lastIdx="0" clrIdx="2074"/>
  <p:cmAuthor id="2076" name="limy709" initials="l" lastIdx="0" clrIdx="2075"/>
  <p:cmAuthor id="2077" name="未知用户12" initials="未" lastIdx="0" clrIdx="2076"/>
  <p:cmAuthor id="2078" name="唐唐飞" initials="唐" lastIdx="0" clrIdx="2077"/>
  <p:cmAuthor id="2079" name="王辉 向" initials="王" lastIdx="0" clrIdx="2078"/>
  <p:cmAuthor id="2080" name="任灿丽" initials="任" lastIdx="0" clrIdx="2079"/>
  <p:cmAuthor id="2081" name="黎海霞" initials="黎" lastIdx="0" clrIdx="2080"/>
  <p:cmAuthor id="2082" name="zheng kedan" initials="z" lastIdx="0" clrIdx="2081"/>
  <p:cmAuthor id="2083" name="李乐薇" initials="李" lastIdx="0" clrIdx="2082"/>
  <p:cmAuthor id="2084" name="陈宇丰" initials="陈" lastIdx="0" clrIdx="2083"/>
  <p:cmAuthor id="2085" name="恩智 刘" initials="恩" lastIdx="0" clrIdx="2084"/>
  <p:cmAuthor id="2086" name="张鲲" initials="张" lastIdx="0" clrIdx="2085"/>
  <p:cmAuthor id="2087" name="张颖" initials="张" lastIdx="0" clrIdx="2086"/>
  <p:cmAuthor id="2088" name="岛" initials="岛" lastIdx="0" clrIdx="2087"/>
  <p:cmAuthor id="2089" name="单佳" initials="单" lastIdx="0" clrIdx="2088"/>
  <p:cmAuthor id="2090" name="李全杰" initials="李" lastIdx="0" clrIdx="2089"/>
  <p:cmAuthor id="2091" name="未知" initials="未" lastIdx="0" clrIdx="2090"/>
  <p:cmAuthor id="2092" name="沈米嘉" initials="沈" lastIdx="0" clrIdx="2091"/>
  <p:cmAuthor id="2093" name="cmcc" initials="c" lastIdx="0" clrIdx="2092"/>
  <p:cmAuthor id="2094" name="dongxin" initials="d" lastIdx="0" clrIdx="2093"/>
  <p:cmAuthor id="2095" name="孙远" initials="孙" lastIdx="0" clrIdx="2094"/>
  <p:cmAuthor id="2096" name="Haojing (Sarah, GTS)" initials="HJ" lastIdx="0" clrIdx="2095"/>
  <p:cmAuthor id="2097" name="朱宁" initials="朱" lastIdx="0" clrIdx="2096"/>
  <p:cmAuthor id="2098" name="周创" initials="周" lastIdx="0" clrIdx="2097"/>
  <p:cmAuthor id="2099" name="10260969" initials="z" lastIdx="0" clrIdx="2098"/>
  <p:cmAuthor id="2100" name="吴 雅" initials="吴" lastIdx="0" clrIdx="2099"/>
  <p:cmAuthor id="2101" name="张心怡" initials="张" lastIdx="0" clrIdx="2100"/>
  <p:cmAuthor id="2102" name="Jackie" initials="J" lastIdx="0" clrIdx="2101"/>
  <p:cmAuthor id="2103" name="未知的使用者4" initials="未" lastIdx="0" clrIdx="2102"/>
  <p:cmAuthor id="2104" name="刘凯铃" initials="刘" lastIdx="0" clrIdx="2103"/>
  <p:cmAuthor id="2105" name="马可" initials="马" lastIdx="0" clrIdx="2104"/>
  <p:cmAuthor id="2106" name="rita" initials="r" lastIdx="0" clrIdx="2105"/>
  <p:cmAuthor id="2107" name="cbm" initials="" lastIdx="0" clrIdx="2106"/>
  <p:cmAuthor id="2108" name="董时菊" initials="DSJ" lastIdx="0" clrIdx="2107"/>
  <p:cmAuthor id="2109" name="张薇薇" initials="WZ" lastIdx="0" clrIdx="2108"/>
  <p:cmAuthor id="2110" name="付豪" initials="付" lastIdx="0" clrIdx="2109"/>
  <p:cmAuthor id="2111" name="00035181" initials="0" lastIdx="0" clrIdx="2110"/>
  <p:cmAuthor id="2112" name="zhoum" initials="z" lastIdx="0" clrIdx="2111"/>
  <p:cmAuthor id="2113" name="beibei" initials="b" lastIdx="0" clrIdx="2112"/>
  <p:cmAuthor id="2114" name="孔琦璟" initials="kqj" lastIdx="0" clrIdx="2113"/>
  <p:cmAuthor id="2115" name="10118178" initials="1" lastIdx="0" clrIdx="2114"/>
  <p:cmAuthor id="2116" name="苗丁仁10181802" initials="苗" lastIdx="0" clrIdx="2115"/>
  <p:cmAuthor id="2117" name="wrx" initials="wrx" lastIdx="0" clrIdx="2116"/>
  <p:cmAuthor id="2118" name="伟 刘" initials="伟刘" lastIdx="0" clrIdx="2117"/>
  <p:cmAuthor id="2119" name="Wanghy" initials="W" lastIdx="0" clrIdx="2118"/>
  <p:cmAuthor id="2120" name="郭玉华" initials="郭" lastIdx="0" clrIdx="2119"/>
  <p:cmAuthor id="2121" name="杨庆友" initials="杨" lastIdx="0" clrIdx="2120"/>
  <p:cmAuthor id="2122" name="10080235" initials="1" lastIdx="0" clrIdx="2121"/>
  <p:cmAuthor id="2123" name="Mag Chui" initials="MC" lastIdx="0" clrIdx="2122"/>
  <p:cmAuthor id="2124" name="fufufufu" initials="f" lastIdx="0" clrIdx="2123"/>
  <p:cmAuthor id="2125" name="Weijia Liu(联通集团企业发展部/法律部)" initials="WL" lastIdx="0" clrIdx="2124"/>
  <p:cmAuthor id="2126" name="李蕾00009994" initials="李" lastIdx="0" clrIdx="2125"/>
  <p:cmAuthor id="2127" name="CAOH16" initials="C" lastIdx="0" clrIdx="2126"/>
  <p:cmAuthor id="2128" name="Charley" initials="C" lastIdx="0" clrIdx="2127"/>
  <p:cmAuthor id="2129" name="wangshuai" initials="w" lastIdx="0" clrIdx="2128"/>
  <p:cmAuthor id="2130" name="苏光耀_fEJ3faiq" initials="authorId_173651" lastIdx="0" clrIdx="2129"/>
  <p:cmAuthor id="2131" name="倪怡" initials="倪" lastIdx="0" clrIdx="2130"/>
  <p:cmAuthor id="2132" name="标注" initials="B" lastIdx="0" clrIdx="2131"/>
  <p:cmAuthor id="2133" name="Agui" initials="A" lastIdx="0" clrIdx="2132"/>
  <p:cmAuthor id="2134" name="zhouxm73" initials="z" lastIdx="0" clrIdx="2133"/>
  <p:cmAuthor id="2135" name="kind" initials="k" lastIdx="0" clrIdx="2134"/>
  <p:cmAuthor id="2136" name="冯兰晓" initials="冯" lastIdx="0" clrIdx="2135"/>
  <p:cmAuthor id="2137" name="Master 3L" initials="M3" lastIdx="0" clrIdx="2136"/>
  <p:cmAuthor id="2138" name="spring_ren" initials="s" lastIdx="0" clrIdx="2137"/>
  <p:cmAuthor id="2139" name="张师" initials="张" lastIdx="0" clrIdx="2138"/>
  <p:cmAuthor id="2140" name="张妍" initials="张" lastIdx="0" clrIdx="2139"/>
  <p:cmAuthor id="2141" name="盛新鹏" initials="盛" lastIdx="0" clrIdx="2140"/>
  <p:cmAuthor id="2142" name="yubing" initials="y" lastIdx="0" clrIdx="2141"/>
  <p:cmAuthor id="2143" name="李苏薇" initials="李" lastIdx="0" clrIdx="2142"/>
  <p:cmAuthor id="2144" name="宋玉坤" initials="W用" lastIdx="0" clrIdx="2143"/>
  <p:cmAuthor id="2145" name="未知用户86" initials="未" lastIdx="0" clrIdx="2144"/>
  <p:cmAuthor id="2146" name="ZhengShilei" initials="Z" lastIdx="0" clrIdx="2145"/>
  <p:cmAuthor id="2147" name="thinkin" initials="t" lastIdx="0" clrIdx="2146"/>
  <p:cmAuthor id="2148" name="邓智韬" initials="邓" lastIdx="0" clrIdx="2147"/>
  <p:cmAuthor id="2149" name="天宇" initials="天" lastIdx="0" clrIdx="2148"/>
  <p:cmAuthor id="2150" name="changlu" initials="c" lastIdx="0" clrIdx="2149"/>
  <p:cmAuthor id="2151" name="wangll930" initials="w" lastIdx="0" clrIdx="2150"/>
  <p:cmAuthor id="2152" name="肖秀琴" initials="肖" lastIdx="0" clrIdx="2151"/>
  <p:cmAuthor id="2153" name="未知的使用者89" initials="未" lastIdx="0" clrIdx="2152"/>
  <p:cmAuthor id="2154" name="WPS" initials="W" lastIdx="0" clrIdx="2153"/>
  <p:cmAuthor id="2155" name="Frank" initials="F" lastIdx="0" clrIdx="2154"/>
  <p:cmAuthor id="2156" name="LBB" initials="L" lastIdx="0" clrIdx="2155"/>
  <p:cmAuthor id="2157" name="qiyue" initials="q" lastIdx="0" clrIdx="2156"/>
  <p:cmAuthor id="2158" name="Unknown User8" initials="U" lastIdx="0" clrIdx="2157"/>
  <p:cmAuthor id="2159" name="unicom101" initials="u" lastIdx="0" clrIdx="2158"/>
  <p:cmAuthor id="2160" name="金保争" initials="金" lastIdx="0" clrIdx="2159"/>
  <p:cmAuthor id="2161" name="秦长顺" initials="秦" lastIdx="0" clrIdx="2160"/>
  <p:cmAuthor id="2162" name="张少荣" initials="张" lastIdx="0" clrIdx="2161"/>
  <p:cmAuthor id="2163" name="szk" initials="szk" lastIdx="0" clrIdx="2162"/>
  <p:cmAuthor id="2164" name="liuzhuchen" initials="l" lastIdx="0" clrIdx="2163"/>
  <p:cmAuthor id="2165" name="朱 彤" initials="朱" lastIdx="0" clrIdx="2164"/>
  <p:cmAuthor id="2166" name="邵文利" initials="邵" lastIdx="0" clrIdx="2165"/>
  <p:cmAuthor id="2167" name="梁文佳" initials="梁" lastIdx="0" clrIdx="2166"/>
  <p:cmAuthor id="2168" name="翁美娜" initials="翁" lastIdx="0" clrIdx="2167"/>
  <p:cmAuthor id="2169" name="张晓" initials="A" lastIdx="0" clrIdx="2168"/>
  <p:cmAuthor id="2170" name="刘改新" initials="刘" lastIdx="0" clrIdx="2169"/>
  <p:cmAuthor id="2171" name="10009110" initials="1" lastIdx="0" clrIdx="2170"/>
  <p:cmAuthor id="2172" name="赵丽丽" initials="赵" lastIdx="0" clrIdx="2171"/>
  <p:cmAuthor id="2173" name="zhuyu" initials="z" lastIdx="0" clrIdx="2172"/>
  <p:cmAuthor id="2174" name="65693" initials="6" lastIdx="0" clrIdx="2173"/>
  <p:cmAuthor id="2175" name="杨雪" initials="杨" lastIdx="0" clrIdx="2174"/>
  <p:cmAuthor id="2176" name="付煜" initials="付" lastIdx="0" clrIdx="2175"/>
  <p:cmAuthor id="2177" name="赵中利" initials="赵" lastIdx="0" clrIdx="2176"/>
  <p:cmAuthor id="2178" name="申旺" initials="申" lastIdx="0" clrIdx="2177"/>
  <p:cmAuthor id="2179" name="王森" initials="王" lastIdx="0" clrIdx="2178"/>
  <p:cmAuthor id="2180" name="王安2" initials="王安2" lastIdx="0" clrIdx="2179"/>
  <p:cmAuthor id="2181" name="scb" initials="s" lastIdx="0" clrIdx="2180"/>
  <p:cmAuthor id="2182" name="邢向华" initials="邢" lastIdx="0" clrIdx="2181"/>
  <p:cmAuthor id="2183" name="未知的使用者102" initials="未" lastIdx="0" clrIdx="2182"/>
  <p:cmAuthor id="2184" name="Cushion" initials="C" lastIdx="0" clrIdx="2183"/>
  <p:cmAuthor id="2185" name="Miao" initials="M" lastIdx="0" clrIdx="2184"/>
  <p:cmAuthor id="2186" name="徐一帆" initials="徐" lastIdx="0" clrIdx="2185"/>
  <p:cmAuthor id="2187" name="杨 明" initials="杨" lastIdx="0" clrIdx="2186"/>
  <p:cmAuthor id="2188" name="王运立" initials="王" lastIdx="0" clrIdx="2187"/>
  <p:cmAuthor id="2189" name="王维晨" initials="王" lastIdx="0" clrIdx="2188"/>
  <p:cmAuthor id="2190" name="赵冰" initials="赵" lastIdx="0" clrIdx="2189"/>
  <p:cmAuthor id="2191" name="赵玮" initials="赵" lastIdx="0" clrIdx="2190"/>
  <p:cmAuthor id="2192" name="Admin9168" initials="A" lastIdx="0" clrIdx="2191"/>
  <p:cmAuthor id="2193" name="jiangy" initials="j" lastIdx="0" clrIdx="2192"/>
  <p:cmAuthor id="2194" name="刘威" initials="liuwei" lastIdx="0" clrIdx="2193"/>
  <p:cmAuthor id="2195" name="10311315" initials="1" lastIdx="0" clrIdx="2194"/>
  <p:cmAuthor id="2196" name="cutc_xubo" initials="c" lastIdx="0" clrIdx="2195"/>
  <p:cmAuthor id="2197" name="大攀" initials="大" lastIdx="0" clrIdx="2196"/>
  <p:cmAuthor id="2198" name="PENG" initials="P" lastIdx="0" clrIdx="2197"/>
  <p:cmAuthor id="2199" name="许愿池的~" initials="许" lastIdx="0" clrIdx="2198"/>
  <p:cmAuthor id="2200" name="王立晖" initials="u" lastIdx="0" clrIdx="2199"/>
  <p:cmAuthor id="2201" name="李航" initials="李" lastIdx="0" clrIdx="2200"/>
  <p:cmAuthor id="2202" name="徐芳" initials="徐" lastIdx="0" clrIdx="2201"/>
  <p:cmAuthor id="2203" name="李根" initials="许永亮" lastIdx="0" clrIdx="2202"/>
  <p:cmAuthor id="2204" name="B" initials="B" lastIdx="0" clrIdx="2203"/>
  <p:cmAuthor id="2205" name="孙 笑庆" initials="孙" lastIdx="0" clrIdx="2204"/>
  <p:cmAuthor id="2206" name="qin yu" initials="q" lastIdx="0" clrIdx="2205"/>
  <p:cmAuthor id="2207" name="Simona" initials="S" lastIdx="0" clrIdx="2206"/>
  <p:cmAuthor id="2208" name="陈丽丽" initials="陈" lastIdx="0" clrIdx="2207"/>
  <p:cmAuthor id="2209" name="张丽丽" initials="张" lastIdx="0" clrIdx="2208"/>
  <p:cmAuthor id="2210" name="刘寓" initials="刘" lastIdx="0" clrIdx="2209"/>
  <p:cmAuthor id="2211" name="F。" initials="F" lastIdx="0" clrIdx="2210"/>
  <p:cmAuthor id="2212" name="HY" initials="H" lastIdx="0" clrIdx="2211"/>
  <p:cmAuthor id="2213" name="王帅" initials="王" lastIdx="0" clrIdx="2212"/>
  <p:cmAuthor id="2214" name="梦" initials="梦" lastIdx="0" clrIdx="2213"/>
  <p:cmAuthor id="2215" name="魏雅倩" initials="魏" lastIdx="0" clrIdx="2214"/>
  <p:cmAuthor id="2216" name="fish" initials="f" lastIdx="0" clrIdx="2215"/>
  <p:cmAuthor id="2217" name="WPS_1662621990" initials="W" lastIdx="0" clrIdx="2216"/>
  <p:cmAuthor id="2218" name="刘亮" initials="刘" lastIdx="0" clrIdx="2217"/>
  <p:cmAuthor id="2219" name="蒋赛" initials="蒋" lastIdx="0" clrIdx="2218"/>
  <p:cmAuthor id="2220" name="卫莉" initials="卫" lastIdx="0" clrIdx="2219"/>
  <p:cmAuthor id="2221" name="H" initials="H" lastIdx="0" clrIdx="2220"/>
  <p:cmAuthor id="2222" name="Sunny" initials="S" lastIdx="0" clrIdx="2221"/>
  <p:cmAuthor id="2223" name="峰哥" initials="峰" lastIdx="0" clrIdx="2222"/>
  <p:cmAuthor id="2224" name="sunyi" initials="s" lastIdx="0" clrIdx="2223"/>
  <p:cmAuthor id="2225" name="wangweenie" initials="w" lastIdx="0" clrIdx="2224"/>
  <p:cmAuthor id="2226" name="liu jane" initials="l" lastIdx="0" clrIdx="2225"/>
  <p:cmAuthor id="2227" name="张蓝茜" initials="张" lastIdx="0" clrIdx="2226"/>
  <p:cmAuthor id="2228" name="上官 雅瞳" initials="上" lastIdx="0" clrIdx="2227"/>
  <p:cmAuthor id="2229" name="lijh145" initials="l" lastIdx="0" clrIdx="2228"/>
  <p:cmAuthor id="2230" name="朱光耀" initials="朱" lastIdx="0" clrIdx="2229"/>
  <p:cmAuthor id="2231" name="王 平坚" initials="王" lastIdx="0" clrIdx="2230"/>
  <p:cmAuthor id="2232" name="鲁守吉" initials="鲁" lastIdx="0" clrIdx="2231"/>
  <p:cmAuthor id="2233" name="金海燕" initials="金" lastIdx="0" clrIdx="2232"/>
  <p:cmAuthor id="2234" name="SDTAGX008" initials="S" lastIdx="0" clrIdx="2233"/>
  <p:cmAuthor id="2235" name="Achex" initials="A" lastIdx="0" clrIdx="2234"/>
  <p:cmAuthor id="2236" name="Wang Sisi" initials="W" lastIdx="0" clrIdx="2235"/>
  <p:cmAuthor id="2237" name="Zhang, Teresa-Y" initials="Z" lastIdx="0" clrIdx="2236"/>
  <p:cmAuthor id="2238" name="沈奂" initials="沈奂" lastIdx="0" clrIdx="2237"/>
  <p:cmAuthor id="2239" name="lih32" initials="l" lastIdx="0" clrIdx="2238"/>
  <p:cmAuthor id="2240" name="Modle" initials="M" lastIdx="0" clrIdx="2239"/>
  <p:cmAuthor id="2241" name="77192" initials="7" lastIdx="0" clrIdx="2240"/>
  <p:cmAuthor id="2242" name="qhb" initials="q" lastIdx="0" clrIdx="2241"/>
  <p:cmAuthor id="2243" name="大勇哥" initials="大" lastIdx="0" clrIdx="2242"/>
  <p:cmAuthor id="2244" name="窦隆玲" initials="窦" lastIdx="0" clrIdx="2243"/>
  <p:cmAuthor id="2245" name="one" initials="o" lastIdx="0" clrIdx="2244"/>
  <p:cmAuthor id="2246" name="万 江波" initials="万" lastIdx="0" clrIdx="2245"/>
  <p:cmAuthor id="2247" name="史 喜英" initials="史" lastIdx="0" clrIdx="2246"/>
  <p:cmAuthor id="2248" name="MY" initials="M" lastIdx="0" clrIdx="2247"/>
  <p:cmAuthor id="2249" name="郑雅欣---寿险总公司营销市场部" initials="郑" lastIdx="0" clrIdx="2248"/>
  <p:cmAuthor id="2250" name="JS-NT-HA" initials="J" lastIdx="0" clrIdx="2249"/>
  <p:cmAuthor id="2251" name="李岩" initials="李" lastIdx="0" clrIdx="2250"/>
  <p:cmAuthor id="2252" name="miao zhang" initials="m" lastIdx="0" clrIdx="2251"/>
  <p:cmAuthor id="2253" name="郭文侠" initials="郭" lastIdx="0" clrIdx="2252"/>
  <p:cmAuthor id="2254" name="阳 焦" initials="阳" lastIdx="0" clrIdx="2253"/>
  <p:cmAuthor id="2255" name="续晓婧" initials="续" lastIdx="0" clrIdx="2254"/>
  <p:cmAuthor id="2256" name="崔阳阳" initials="崔" lastIdx="0" clrIdx="2255"/>
  <p:cmAuthor id="2257" name="Lee Melo" initials="L" lastIdx="0" clrIdx="2256"/>
  <p:cmAuthor id="2258" name="运营" initials="运" lastIdx="0" clrIdx="2257"/>
  <p:cmAuthor id="2259" name="13954" initials="1" lastIdx="0" clrIdx="2258"/>
  <p:cmAuthor id="2260" name="徐晓丽" initials="徐" lastIdx="0" clrIdx="2259"/>
  <p:cmAuthor id="2261" name="戴方方" initials="戴" lastIdx="0" clrIdx="2260"/>
  <p:cmAuthor id="2262" name="陈 明东" initials="陈" lastIdx="0" clrIdx="2261"/>
  <p:cmAuthor id="2263" name="office user" initials="o" lastIdx="0" clrIdx="2262"/>
  <p:cmAuthor id="2264" name="office365" initials="o" lastIdx="0" clrIdx="2263"/>
  <p:cmAuthor id="2265" name="甄 建文" initials="甄" lastIdx="0" clrIdx="2264"/>
  <p:cmAuthor id="2266" name="章梦滢" initials="章" lastIdx="0" clrIdx="2265"/>
  <p:cmAuthor id="2267" name="Chris French" initials="C" lastIdx="0" clrIdx="2266"/>
  <p:cmAuthor id="2268" name="用户" initials="用" lastIdx="0" clrIdx="2267"/>
  <p:cmAuthor id="2269" name="Virginia" initials="V" lastIdx="0" clrIdx="2268"/>
  <p:cmAuthor id="2270" name="汪庆涛" initials="汪" lastIdx="0" clrIdx="2269"/>
  <p:cmAuthor id="2271" name="庞付娟" initials="庞" lastIdx="0" clrIdx="2270"/>
  <p:cmAuthor id="2272" name="18043170808" initials="1" lastIdx="0" clrIdx="2271"/>
  <p:cmAuthor id="2273" name="陈冰靓" initials="陈" lastIdx="0" clrIdx="2272"/>
  <p:cmAuthor id="2274" name="chen xiaoling" initials="c" lastIdx="0" clrIdx="2273"/>
  <p:cmAuthor id="2275" name="叶 俊锋" initials="叶" lastIdx="0" clrIdx="2274"/>
  <p:cmAuthor id="2276" name="YANGCHENG" initials="Y" lastIdx="0" clrIdx="2275"/>
  <p:cmAuthor id="2277" name="why" initials="w" lastIdx="0" clrIdx="2276"/>
  <p:cmAuthor id="2278" name="wuyizhe" initials="w" lastIdx="0" clrIdx="2277"/>
  <p:cmAuthor id="2279" name="huangxiaowu" initials="h" lastIdx="0" clrIdx="2278"/>
  <p:cmAuthor id="2280" name="SKY" initials="S" lastIdx="0" clrIdx="2279"/>
  <p:cmAuthor id="2281" name="li chen" initials="l" lastIdx="0" clrIdx="2280"/>
  <p:cmAuthor id="2282" name="黄 佳昕" initials="黄" lastIdx="0" clrIdx="2281"/>
  <p:cmAuthor id="2283" name="康玮华" initials="康" lastIdx="0" clrIdx="2282"/>
  <p:cmAuthor id="2284" name="tpuser" initials="t" lastIdx="0" clrIdx="2283"/>
  <p:cmAuthor id="2285" name="马琛琛" initials="马" lastIdx="0" clrIdx="2284"/>
  <p:cmAuthor id="2286" name="李 玉飞" initials="李" lastIdx="0" clrIdx="2285"/>
  <p:cmAuthor id="2287" name="hee-lhb" initials="h" lastIdx="0" clrIdx="2286"/>
  <p:cmAuthor id="2288" name="ju zhang" initials="j" lastIdx="0" clrIdx="2287"/>
  <p:cmAuthor id="2289" name="吴 育明" initials="吴" lastIdx="0" clrIdx="2288"/>
  <p:cmAuthor id="2290" name="19140" initials="1" lastIdx="0" clrIdx="2289"/>
  <p:cmAuthor id="2291" name="刘沐妍" initials="刘" lastIdx="0" clrIdx="2290"/>
  <p:cmAuthor id="2292" name="shouzhan" initials="s" lastIdx="0" clrIdx="2291"/>
  <p:cmAuthor id="2293" name="杨 晓彤" initials="杨" lastIdx="0" clrIdx="2292"/>
  <p:cmAuthor id="2294" name="姜伟齐" initials="姜" lastIdx="0" clrIdx="2293"/>
  <p:cmAuthor id="2295" name="陈虹" initials="陈" lastIdx="0" clrIdx="2294"/>
  <p:cmAuthor id="2296" name="JIDI" initials="J" lastIdx="0" clrIdx="2295"/>
  <p:cmAuthor id="2297" name="Deng weihua" initials="D" lastIdx="0" clrIdx="2296"/>
  <p:cmAuthor id="2298" name="邹维敏" initials="邹" lastIdx="0" clrIdx="2297"/>
  <p:cmAuthor id="2299" name="Dlj0533" initials="D" lastIdx="0" clrIdx="2298"/>
  <p:cmAuthor id="2300" name="杨淑淇❀" initials="杨" lastIdx="0" clrIdx="2299"/>
  <p:cmAuthor id="2301" name="朱云" initials="朱" lastIdx="0" clrIdx="2300"/>
  <p:cmAuthor id="2302" name="张松蕾" initials="C" lastIdx="0" clrIdx="2301"/>
  <p:cmAuthor id="2303" name="M" initials="IT" lastIdx="0" clrIdx="2302"/>
  <p:cmAuthor id="2304" name="Wanglexun(Leo,CMCC Marketing)" initials="WM" lastIdx="0" clrIdx="2303"/>
  <p:cmAuthor id="2305" name="chris" initials="c" lastIdx="0" clrIdx="2304"/>
  <p:cmAuthor id="2306" name="乐燕" initials="乐" lastIdx="0" clrIdx="2305"/>
  <p:cmAuthor id="2307" name="Fanny" initials="F" lastIdx="0" clrIdx="2306"/>
  <p:cmAuthor id="2308" name="273679546@qq.com" initials="2" lastIdx="0" clrIdx="2307"/>
  <p:cmAuthor id="2309" name="yangqd3" initials="y" lastIdx="0" clrIdx="2308"/>
  <p:cmAuthor id="2310" name="begin" initials="b" lastIdx="0" clrIdx="2309"/>
  <p:cmAuthor id="2311" name="cyq" initials="c" lastIdx="0" clrIdx="2310"/>
  <p:cmAuthor id="2312" name="WPS_1669175722" initials="W" lastIdx="0" clrIdx="2311"/>
  <p:cmAuthor id="2313" name="半暖时光" initials="半" lastIdx="0" clrIdx="2312"/>
  <p:cmAuthor id="2314" name="A8596" initials="A" lastIdx="0" clrIdx="2313"/>
  <p:cmAuthor id="2315" name="liyy" initials="l" lastIdx="0" clrIdx="2314"/>
  <p:cmAuthor id="2316" name="吴楠楠" initials="u" lastIdx="0" clrIdx="2315"/>
  <p:cmAuthor id="2317" name="李桐" initials="李桐" lastIdx="0" clrIdx="2316"/>
  <p:cmAuthor id="2318" name="哎呀呀何牙牙" initials="哎" lastIdx="0" clrIdx="2317"/>
  <p:cmAuthor id="2319" name="未知的使用者77" initials="未" lastIdx="0" clrIdx="2318"/>
  <p:cmAuthor id="2320" name="未知的使用者78" initials="未" lastIdx="0" clrIdx="2319"/>
  <p:cmAuthor id="2321" name="刘祥" initials="刘" lastIdx="0" clrIdx="2320"/>
  <p:cmAuthor id="2322" name="郭家宝" initials="郭" lastIdx="0" clrIdx="2321"/>
  <p:cmAuthor id="2323" name="李奇航" initials="李" lastIdx="0" clrIdx="2322"/>
  <p:cmAuthor id="2324" name="马艺华" initials="马" lastIdx="0" clrIdx="2323"/>
  <p:cmAuthor id="2325" name="王顶" initials="王" lastIdx="0" clrIdx="2324"/>
  <p:cmAuthor id="2326" name="李丽华" initials="李" lastIdx="0" clrIdx="2325"/>
  <p:cmAuthor id="2327" name="李开威" initials="李" lastIdx="0" clrIdx="2326"/>
  <p:cmAuthor id="2328" name="dings5" initials="d" lastIdx="0" clrIdx="2327"/>
  <p:cmAuthor id="2329" name="86189" initials="8" lastIdx="0" clrIdx="2328"/>
  <p:cmAuthor id="2330" name="吉云艳" initials="吉" lastIdx="0" clrIdx="2329"/>
  <p:cmAuthor id="2331" name="王钦博" initials="王" lastIdx="0" clrIdx="2330"/>
  <p:cmAuthor id="2332" name="高慧瑾" initials="高" lastIdx="0" clrIdx="2331"/>
  <p:cmAuthor id="2333" name="一米阳光" initials="一" lastIdx="0" clrIdx="2332"/>
  <p:cmAuthor id="2334" name="guanhh" initials="g" lastIdx="0" clrIdx="2333"/>
  <p:cmAuthor id="2335" name="冯岩" initials="冯" lastIdx="0" clrIdx="2334"/>
  <p:cmAuthor id="2336" name="张华" initials="张" lastIdx="0" clrIdx="2335"/>
  <p:cmAuthor id="2337" name="批注" initials="A" lastIdx="0" clrIdx="2336"/>
  <p:cmAuthor id="2338" name="liyang" initials="l" lastIdx="0" clrIdx="2337"/>
  <p:cmAuthor id="2339" name="未知用户240" initials="未" lastIdx="0" clrIdx="2338"/>
  <p:cmAuthor id="2340" name="胡继峰" initials="胡" lastIdx="0" clrIdx="2339"/>
  <p:cmAuthor id="2341" name="朱红新10208100" initials="朱" lastIdx="0" clrIdx="2340"/>
  <p:cmAuthor id="2342" name="11839" initials="1" lastIdx="0" clrIdx="2341"/>
  <p:cmAuthor id="2343" name="郭禹希" initials="郭" lastIdx="0" clrIdx="2342"/>
  <p:cmAuthor id="2344" name="lxf1823" initials="l" lastIdx="0" clrIdx="2343"/>
  <p:cmAuthor id="2345" name="李雪清" initials="李" lastIdx="0" clrIdx="2344"/>
  <p:cmAuthor id="2346" name="ywwh" initials="y" lastIdx="0" clrIdx="2345"/>
  <p:cmAuthor id="2347" name="zhengyx70" initials="z" lastIdx="0" clrIdx="2346"/>
  <p:cmAuthor id="2348" name="盛雪婷" initials="盛" lastIdx="0" clrIdx="2347"/>
  <p:cmAuthor id="2349" name="10278788" initials="1" lastIdx="0" clrIdx="2348"/>
  <p:cmAuthor id="2350" name="10081076" initials="1" lastIdx="0" clrIdx="2349"/>
  <p:cmAuthor id="2351" name="10187976@zte.intra" initials="1" lastIdx="0" clrIdx="2350"/>
  <p:cmAuthor id="2352" name="陈玲" initials="陈" lastIdx="0" clrIdx="2351"/>
  <p:cmAuthor id="2353" name="陈琳" initials="陈琳" lastIdx="0" clrIdx="2352"/>
  <p:cmAuthor id="2354" name="李羽佳" initials="李羽佳" lastIdx="0" clrIdx="2353"/>
  <p:cmAuthor id="2355" name="天灰灰、会不会忘了你是谁" initials="天" lastIdx="0" clrIdx="2354"/>
  <p:cmAuthor id="2356" name="嗯" initials="嗯" lastIdx="0" clrIdx="2355"/>
  <p:cmAuthor id="2357" name="cenz2" initials="c" lastIdx="0" clrIdx="2356"/>
  <p:cmAuthor id="2358" name="Lzy" initials="L" lastIdx="0" clrIdx="2357"/>
  <p:cmAuthor id="2359" name="zzzqi" initials="z" lastIdx="0" clrIdx="2358"/>
  <p:cmAuthor id="2360" name="黄金超" initials="黄" lastIdx="0" clrIdx="2359"/>
  <p:cmAuthor id="2361" name="王天永" initials="王" lastIdx="0" clrIdx="2360"/>
  <p:cmAuthor id="2362" name="Elfie" initials="E" lastIdx="0" clrIdx="2361"/>
  <p:cmAuthor id="2363" name="rabbi" initials="r" lastIdx="0" clrIdx="2362"/>
  <p:cmAuthor id="2364" name="10115294" initials="1" lastIdx="0" clrIdx="2363"/>
  <p:cmAuthor id="2365" name="zhuzy" initials="z" lastIdx="0" clrIdx="2364"/>
  <p:cmAuthor id="2366" name="10225611" initials="1" lastIdx="0" clrIdx="2365"/>
  <p:cmAuthor id="2367" name="13488749431手机用户" initials="1" lastIdx="0" clrIdx="2366"/>
  <p:cmAuthor id="2368" name="李宁" initials="李" lastIdx="0" clrIdx="2367"/>
  <p:cmAuthor id="2369" name="马宇媛" initials="马" lastIdx="0" clrIdx="2368"/>
  <p:cmAuthor id="2370" name="X13-Y" initials="X" lastIdx="0" clrIdx="2369"/>
  <p:cmAuthor id="2371" name="gmcc" initials="g" lastIdx="0" clrIdx="2370"/>
  <p:cmAuthor id="2372" name="汤善朋" initials="汤" lastIdx="0" clrIdx="2371"/>
  <p:cmAuthor id="2373" name="翟立柱" initials="翟" lastIdx="0" clrIdx="2372"/>
  <p:cmAuthor id="2374" name="梁茜" initials="梁" lastIdx="0" clrIdx="2373"/>
  <p:cmAuthor id="2375" name="shinin" initials="s" lastIdx="0" clrIdx="2374"/>
  <p:cmAuthor id="2376" name="李亚利" initials="李" lastIdx="0" clrIdx="2375"/>
  <p:cmAuthor id="2377" name="baij6" initials="b" lastIdx="0" clrIdx="2376"/>
  <p:cmAuthor id="2378" name="孙浩宇" initials="孙" lastIdx="0" clrIdx="2377"/>
  <p:cmAuthor id="2379" name="Wangxy" initials="W" lastIdx="0" clrIdx="2378"/>
  <p:cmAuthor id="2380" name="夏先生" initials="夏" lastIdx="0" clrIdx="2379"/>
  <p:cmAuthor id="2381" name="Young" initials="Y" lastIdx="0" clrIdx="2380"/>
  <p:cmAuthor id="2382" name="90594" initials="9" lastIdx="0" clrIdx="2381"/>
  <p:cmAuthor id="2383" name="马乔" initials="马" lastIdx="0" clrIdx="2382"/>
  <p:cmAuthor id="2384" name="是你呀" initials="是" lastIdx="0" clrIdx="2383"/>
  <p:cmAuthor id="2385" name="fang" initials="f" lastIdx="0" clrIdx="2384"/>
  <p:cmAuthor id="2386" name="王艳丽" initials="王" lastIdx="0" clrIdx="2385"/>
  <p:cmAuthor id="2387" name="周欢" initials="周" lastIdx="0" clrIdx="2386"/>
  <p:cmAuthor id="2388" name="10240440" initials="1" lastIdx="0" clrIdx="2387"/>
  <p:cmAuthor id="2389" name="10188653" initials="1" lastIdx="0" clrIdx="2388"/>
  <p:cmAuthor id="2390" name="秦凯达" initials="秦" lastIdx="0" clrIdx="2389"/>
  <p:cmAuthor id="2391" name="奇" initials="奇" lastIdx="0" clrIdx="2390"/>
  <p:cmAuthor id="2392" name="Ronnie" initials="R" lastIdx="0" clrIdx="2391"/>
  <p:cmAuthor id="2393" name="zr zhang" initials="zz" lastIdx="0" clrIdx="2392"/>
  <p:cmAuthor id="2394" name="蔡蕙" initials="蔡" lastIdx="0" clrIdx="2393"/>
  <p:cmAuthor id="2395" name="云晗雨" initials="云" lastIdx="0" clrIdx="2394"/>
  <p:cmAuthor id="2396" name="歡" initials="歡" lastIdx="0" clrIdx="2395"/>
  <p:cmAuthor id="2397" name="贾瑞" initials="贾" lastIdx="0" clrIdx="2396"/>
  <p:cmAuthor id="2398" name="郝锦涛" initials="郝" lastIdx="0" clrIdx="2397"/>
  <p:cmAuthor id="2399" name="momo" initials="m" lastIdx="0" clrIdx="2398"/>
  <p:cmAuthor id="2400" name="李骁" initials="李" lastIdx="0" clrIdx="2399"/>
  <p:cmAuthor id="2401" name="先生 叶" initials="先" lastIdx="0" clrIdx="2400"/>
  <p:cmAuthor id="2402" name="未知用户38" initials="未" lastIdx="0" clrIdx="2401"/>
  <p:cmAuthor id="2403" name="李少帅" initials="李" lastIdx="0" clrIdx="2402"/>
  <p:cmAuthor id="2404" name="张敏" initials="张" lastIdx="0" clrIdx="2403"/>
  <p:cmAuthor id="2405" name="shangx" initials="s" lastIdx="0" clrIdx="2404"/>
  <p:cmAuthor id="2406" name="郑伟" initials="郑" lastIdx="0" clrIdx="2405"/>
  <p:cmAuthor id="2407" name="乔华" initials="乔" lastIdx="0" clrIdx="2406"/>
  <p:cmAuthor id="2408" name="岳晓丽" initials="岳" lastIdx="0" clrIdx="2407"/>
  <p:cmAuthor id="2409" name="TaiKang" initials="T" lastIdx="0" clrIdx="2408"/>
  <p:cmAuthor id="2410" name="User_2" initials="U" lastIdx="0" clrIdx="2409"/>
  <p:cmAuthor id="2411" name="jerry wong" initials="j" lastIdx="0" clrIdx="2410"/>
  <p:cmAuthor id="2412" name="金鱼·张晨·远想·项目经理" initials="金" lastIdx="0" clrIdx="2411"/>
  <p:cmAuthor id="2413" name="张 美红" initials="张" lastIdx="0" clrIdx="2412"/>
  <p:cmAuthor id="2414" name="滕杰" initials="滕" lastIdx="0" clrIdx="2413"/>
  <p:cmAuthor id="2415" name="喰?" initials="喰" lastIdx="0" clrIdx="2414"/>
  <p:cmAuthor id="2416" name="Office User" initials="O" lastIdx="0" clrIdx="2415"/>
  <p:cmAuthor id="2417" name="JS-HA-ZSB-孙文涛" initials="J" lastIdx="0" clrIdx="2416"/>
  <p:cmAuthor id="2418" name="李恋春" initials="李" lastIdx="0" clrIdx="2417"/>
  <p:cmAuthor id="2419" name="石磊" initials="石磊" lastIdx="0" clrIdx="2418"/>
  <p:cmAuthor id="2420" name="wangjing48" initials="w" lastIdx="0" clrIdx="2419"/>
  <p:cmAuthor id="2421" name="李巾" initials="李" lastIdx="0" clrIdx="2420"/>
  <p:cmAuthor id="2422" name="阚吉伟" initials="阚" lastIdx="0" clrIdx="2421"/>
  <p:cmAuthor id="2423" name="马 天宁" initials="马" lastIdx="0" clrIdx="2422"/>
  <p:cmAuthor id="2424" name="di wui" initials="d" lastIdx="0" clrIdx="2423"/>
  <p:cmAuthor id="2425" name="Alina" initials="A" lastIdx="0" clrIdx="2424"/>
  <p:cmAuthor id="2426" name="gucy05" initials="g" lastIdx="0" clrIdx="2425"/>
  <p:cmAuthor id="2427" name="张清霞" initials="张" lastIdx="0" clrIdx="2426"/>
  <p:cmAuthor id="2428" name="李 鑫" initials="李" lastIdx="0" clrIdx="2427"/>
  <p:cmAuthor id="2429" name="Rotar Valky" initials="RV" lastIdx="0" clrIdx="2428"/>
  <p:cmAuthor id="2430" name="carrie魏" initials="c" lastIdx="0" clrIdx="2429"/>
  <p:cmAuthor id="2431" name="等我有" initials="等" lastIdx="0" clrIdx="2430"/>
  <p:cmAuthor id="2432" name="M7100z-win7" initials="M" lastIdx="0" clrIdx="2431"/>
  <p:cmAuthor id="2433" name="shenxin03" initials="s" lastIdx="0" clrIdx="2432"/>
  <p:cmAuthor id="2434" name="XYY" initials="X" lastIdx="0" clrIdx="2433"/>
  <p:cmAuthor id="2435" name="黄筱雅" initials="黄" lastIdx="0" clrIdx="2434"/>
  <p:cmAuthor id="2436" name="李 惠" initials="李" lastIdx="0" clrIdx="2435"/>
  <p:cmAuthor id="2437" name="Xinyi" initials="X" lastIdx="0" clrIdx="2436"/>
  <p:cmAuthor id="2438" name="NINGMEI" initials="N" lastIdx="0" clrIdx="2437"/>
  <p:cmAuthor id="2439" name="wangqi01-lhe" initials="w" lastIdx="0" clrIdx="2438"/>
  <p:cmAuthor id="2440" name="贝贝ai猪" initials="贝" lastIdx="0" clrIdx="2439"/>
  <p:cmAuthor id="2441" name="sdzz-syy" initials="s" lastIdx="0" clrIdx="2440"/>
  <p:cmAuthor id="2442" name="Sylan♈️、" initials="S" lastIdx="0" clrIdx="2441"/>
  <p:cmAuthor id="2443" name="王灏" initials="王灏" lastIdx="0" clrIdx="2442"/>
  <p:cmAuthor id="2444" name="说给木瓜" initials="说" lastIdx="0" clrIdx="2443"/>
  <p:cmAuthor id="2445" name="王然" initials="王" lastIdx="0" clrIdx="2444"/>
  <p:cmAuthor id="2446" name="闫妍" initials="闫妍" lastIdx="0" clrIdx="2445"/>
  <p:cmAuthor id="2447" name="liull111" initials="l" lastIdx="0" clrIdx="2446"/>
  <p:cmAuthor id="2448" name="王柯力" initials="王" lastIdx="0" clrIdx="2447"/>
  <p:cmAuthor id="2449" name="政企" initials="政" lastIdx="0" clrIdx="2448"/>
  <p:cmAuthor id="2450" name="Pei Chang(联通集团信息化事业部)" initials="PC" lastIdx="0" clrIdx="2449"/>
  <p:cmAuthor id="2451" name="孙春叶" initials="孙" lastIdx="0" clrIdx="2450"/>
  <p:cmAuthor id="2452" name="王岚晟" initials="王" lastIdx="0" clrIdx="2451"/>
  <p:cmAuthor id="2453" name="10011306" initials="1" lastIdx="0" clrIdx="2452"/>
  <p:cmAuthor id="2454" name="yq_yaoxin@bj.cmcc" initials="yq_yaoxin@bj.cmcc" lastIdx="0" clrIdx="2453"/>
  <p:cmAuthor id="2455" name="10033218" initials="1" lastIdx="0" clrIdx="2454"/>
  <p:cmAuthor id="2456" name="杨 峰" initials="杨" lastIdx="0" clrIdx="2455"/>
  <p:cmAuthor id="2457" name="闫永婷" initials="authorId_145877154" lastIdx="0" clrIdx="2456"/>
  <p:cmAuthor id="2458" name="杨晓洁" initials="杨" lastIdx="0" clrIdx="2457"/>
  <p:cmAuthor id="2459" name="10207586" initials="1" lastIdx="0" clrIdx="2458"/>
  <p:cmAuthor id="2460" name="董国庆" initials="董" lastIdx="0" clrIdx="2459"/>
  <p:cmAuthor id="2461" name="张琪" initials="张" lastIdx="0" clrIdx="2460"/>
  <p:cmAuthor id="2462" name="付江河" initials="付" lastIdx="0" clrIdx="2461"/>
  <p:cmAuthor id="2463" name="186" initials="1" lastIdx="0" clrIdx="2462"/>
  <p:cmAuthor id="2464" name="baijing" initials="b" lastIdx="0" clrIdx="2463"/>
  <p:cmAuthor id="2465" name="马喆" initials="马" lastIdx="0" clrIdx="2464"/>
  <p:cmAuthor id="2466" name="李可" initials="李" lastIdx="0" clrIdx="2465"/>
  <p:cmAuthor id="2467" name="西西" initials="西" lastIdx="0" clrIdx="2466"/>
  <p:cmAuthor id="2468" name="WPS_1681376038" initials="W" lastIdx="0" clrIdx="2467"/>
  <p:cmAuthor id="2469" name="Doria." initials="D" lastIdx="0" clrIdx="2468"/>
  <p:cmAuthor id="2470" name="林岚" initials="林" lastIdx="0" clrIdx="2469"/>
  <p:cmAuthor id="2471" name="周慧" initials="周" lastIdx="0" clrIdx="2470"/>
  <p:cmAuthor id="2472" name="hewen" initials="h" lastIdx="0" clrIdx="2471"/>
  <p:cmAuthor id="2473" name="王嗣淇" initials="王" lastIdx="0" clrIdx="2472"/>
  <p:cmAuthor id="2474" name="夏夏" initials="夏" lastIdx="0" clrIdx="2473"/>
  <p:cmAuthor id="2475" name="Song Meng" initials="SM" lastIdx="0" clrIdx="2474"/>
  <p:cmAuthor id="2476" name="郑军" initials="j" lastIdx="0" clrIdx="2475"/>
  <p:cmAuthor id="2477" name="Tu Liz" initials="TL" lastIdx="0" clrIdx="2476"/>
  <p:cmAuthor id="2478" name="苏 冬渊" initials="苏" lastIdx="0" clrIdx="2477"/>
  <p:cmAuthor id="2479" name="黎文颂" initials="lws" lastIdx="0" clrIdx="2478"/>
  <p:cmAuthor id="2480" name="ye zf" initials="yz" lastIdx="0" clrIdx="2479"/>
  <p:cmAuthor id="2481" name="weijj52" initials="w" lastIdx="0" clrIdx="2480"/>
  <p:cmAuthor id="2482" name="许嘉珍" initials="u" lastIdx="0" clrIdx="2481"/>
  <p:cmAuthor id="2483" name="yuanjy" initials="y" lastIdx="0" clrIdx="2482"/>
  <p:cmAuthor id="2484" name="zhongkui" initials="z" lastIdx="0" clrIdx="2483"/>
  <p:cmAuthor id="2485" name="吴斌" initials="吴" lastIdx="0" clrIdx="2484"/>
  <p:cmAuthor id="2486" name="赵永杰" initials="赵" lastIdx="0" clrIdx="2485"/>
  <p:cmAuthor id="2487" name="李际磊" initials="LJL" lastIdx="0" clrIdx="2486"/>
  <p:cmAuthor id="2488" name="wangyishi (A)" initials="w(" lastIdx="0" clrIdx="2487"/>
  <p:cmAuthor id="2489" name="calvinchen" initials="c" lastIdx="0" clrIdx="2488"/>
  <p:cmAuthor id="2490" name="huoys" initials="h" lastIdx="0" clrIdx="2489"/>
  <p:cmAuthor id="2491" name="莉珊 谢" initials="莉谢" lastIdx="0" clrIdx="2490"/>
  <p:cmAuthor id="2492" name="汪欣" initials="汪" lastIdx="0" clrIdx="2491"/>
  <p:cmAuthor id="2493" name="wang liyuan" initials="wl" lastIdx="0" clrIdx="2492"/>
  <p:cmAuthor id="2494" name="Ren Li(联通集团联通系统集成有限公司)" initials="RL" lastIdx="0" clrIdx="2493"/>
  <p:cmAuthor id="2495" name="系统修改" initials="yuh111" lastIdx="0" clrIdx="2494"/>
  <p:cmAuthor id="2496" name="Smith" initials="S" lastIdx="0" clrIdx="2495"/>
  <p:cmAuthor id="2497" name="wang xiaoyu" initials="wx" lastIdx="0" clrIdx="2496"/>
  <p:cmAuthor id="2498" name="王海英" initials="U" lastIdx="0" clrIdx="2497"/>
  <p:cmAuthor id="2499" name="yyx" initials="y" lastIdx="0" clrIdx="2498"/>
  <p:cmAuthor id="2500" name="zhanglei" initials="z" lastIdx="0" clrIdx="2499"/>
  <p:cmAuthor id="2501" name="86138" initials="8" lastIdx="0" clrIdx="2500"/>
  <p:cmAuthor id="2502" name="hzwan" initials="h" lastIdx="0" clrIdx="2501"/>
  <p:cmAuthor id="2503" name="CONG LIU" initials="CL" lastIdx="0" clrIdx="2502"/>
  <p:cmAuthor id="2504" name="manbu369" initials="m" lastIdx="0" clrIdx="2503"/>
  <p:cmAuthor id="2505" name="00006891" initials="0" lastIdx="0" clrIdx="2504"/>
  <p:cmAuthor id="2506" name="熊先奎10009191" initials="熊" lastIdx="0" clrIdx="2505"/>
  <p:cmAuthor id="2507" name="wang jing" initials="wj" lastIdx="0" clrIdx="2506"/>
  <p:cmAuthor id="2508" name="lifulan" initials="l" lastIdx="0" clrIdx="2507"/>
  <p:cmAuthor id="2509" name="赵婉蓉" initials="赵" lastIdx="0" clrIdx="2508"/>
  <p:cmAuthor id="2510" name="朱一琳" initials="朱" lastIdx="0" clrIdx="2509"/>
  <p:cmAuthor id="2511" name="sufei" initials="s" lastIdx="0" clrIdx="2510"/>
  <p:cmAuthor id="2512" name="王秋贻" initials="王" lastIdx="0" clrIdx="2511"/>
  <p:cmAuthor id="2513" name="唐瑞" initials="唐" lastIdx="0" clrIdx="2512"/>
  <p:cmAuthor id="2514" name="李 用成" initials="李" lastIdx="0" clrIdx="2513"/>
  <p:cmAuthor id="2515" name="刘晓园" initials="刘" lastIdx="0" clrIdx="2514"/>
  <p:cmAuthor id="2516" name="master0001" initials="m" lastIdx="0" clrIdx="2515"/>
  <p:cmAuthor id="2517" name="leo" initials="l" lastIdx="0" clrIdx="2516"/>
  <p:cmAuthor id="2518" name="杨雨萌" initials="杨" lastIdx="0" clrIdx="2517"/>
  <p:cmAuthor id="2519" name="杨寒星" initials="杨" lastIdx="0" clrIdx="2518"/>
  <p:cmAuthor id="2520" name="张直建" initials="张" lastIdx="0" clrIdx="2519"/>
  <p:cmAuthor id="2521" name="蒋" initials="蒋" lastIdx="0" clrIdx="2520"/>
  <p:cmAuthor id="2522" name="daiji" initials="d" lastIdx="0" clrIdx="2521"/>
  <p:cmAuthor id="2523" name="刘涛" initials="刘" lastIdx="0" clrIdx="2522"/>
  <p:cmAuthor id="2524" name="赵彤" initials="u" lastIdx="0" clrIdx="2523"/>
  <p:cmAuthor id="2525" name="谭万知" initials="谭" lastIdx="0" clrIdx="2524"/>
  <p:cmAuthor id="2526" name="233662046@qq.com" initials="2" lastIdx="0" clrIdx="2525"/>
  <p:cmAuthor id="2527" name="caochuxi" initials="c" lastIdx="0" clrIdx="2526"/>
  <p:cmAuthor id="2528" name="高洁" initials="高" lastIdx="0" clrIdx="2527"/>
  <p:cmAuthor id="2529" name="zhaoqi" initials="z" lastIdx="0" clrIdx="2528"/>
  <p:cmAuthor id="2530" name="秋霞" initials="秋" lastIdx="0" clrIdx="2529"/>
  <p:cmAuthor id="2531" name="王红信" initials="王" lastIdx="0" clrIdx="2530"/>
  <p:cmAuthor id="2532" name="macos" initials="m" lastIdx="0" clrIdx="2531"/>
  <p:cmAuthor id="2533" name="柳蕊" initials="liurui@ha.cmcc" lastIdx="0" clrIdx="2532"/>
  <p:cmAuthor id="2534" name="张康" initials="张" lastIdx="0" clrIdx="2533"/>
  <p:cmAuthor id="2535" name="wangzibao@ha.cmcc" initials="wangzibao@ha.cmcc" lastIdx="0" clrIdx="2534"/>
  <p:cmAuthor id="2536" name="未知用户178" initials="未" lastIdx="0" clrIdx="2535"/>
  <p:cmAuthor id="2537" name="未知用户186" initials="未" lastIdx="0" clrIdx="2536"/>
  <p:cmAuthor id="2538" name="59314" initials="5" lastIdx="0" clrIdx="2537"/>
  <p:cmAuthor id="2539" name="未知的使用者223" initials="" lastIdx="0" clrIdx="2538"/>
  <p:cmAuthor id="2540" name="未知的使用者134" initials="" lastIdx="0" clrIdx="2539"/>
  <p:cmAuthor id="2541" name="张麟" initials="h" lastIdx="0" clrIdx="2540"/>
  <p:cmAuthor id="2542" name="Victlief" initials="V" lastIdx="0" clrIdx="2541"/>
  <p:cmAuthor id="2543" name="未知用户255" initials="未" lastIdx="0" clrIdx="2542"/>
  <p:cmAuthor id="2544" name="未知用户257" initials="未" lastIdx="0" clrIdx="2543"/>
  <p:cmAuthor id="2545" name="未知用户346" initials="未" lastIdx="0" clrIdx="2544"/>
  <p:cmAuthor id="2546" name="梁丹" initials="l" lastIdx="0" clrIdx="2545"/>
  <p:cmAuthor id="2547" name="WPS_1554898881" initials="W" lastIdx="0" clrIdx="2546"/>
  <p:cmAuthor id="2548" name="未知用户196" initials="未" lastIdx="0" clrIdx="2547"/>
  <p:cmAuthor id="2549" name="成国强_6jqyBN7N" initials="authorId_8148959" lastIdx="0" clrIdx="2548"/>
  <p:cmAuthor id="2550" name="翔 张" initials="翔" lastIdx="0" clrIdx="2549"/>
  <p:cmAuthor id="2551" name="15719214165@163.com" initials="1" lastIdx="0" clrIdx="2550"/>
  <p:cmAuthor id="2552" name="张 曦" initials="张" lastIdx="0" clrIdx="2551"/>
  <p:cmAuthor id="2553" name="M 2" initials="M2" lastIdx="0" clrIdx="2552"/>
  <p:cmAuthor id="2554" name="YangXuke" initials="Y" lastIdx="0" clrIdx="2553"/>
  <p:cmAuthor id="2555" name="Xia Meng 00049798" initials="Mandy" lastIdx="0" clrIdx="2554"/>
  <p:cmAuthor id="2556" name="S 风" initials="S风" lastIdx="0" clrIdx="2555"/>
  <p:cmAuthor id="2557" name="xuanxuan wu" initials="xw" lastIdx="0" clrIdx="2556"/>
  <p:cmAuthor id="2558" name="Qin" initials="Q" lastIdx="0" clrIdx="2557"/>
  <p:cmAuthor id="2559" name="行 朱" initials="行" lastIdx="0" clrIdx="2558"/>
  <p:cmAuthor id="2560" name="代钰贺" initials="代" lastIdx="0" clrIdx="2559"/>
  <p:cmAuthor id="2561" name="wells" initials="w" lastIdx="0" clrIdx="2560"/>
  <p:cmAuthor id="2562" name="霍丽娜" initials="霍" lastIdx="0" clrIdx="2561"/>
  <p:cmAuthor id="2563" name="hmguo" initials="h" lastIdx="0" clrIdx="2562"/>
  <p:cmAuthor id="2564" name="win7" initials="w" lastIdx="0" clrIdx="2563"/>
  <p:cmAuthor id="2565" name="yangxy" initials="y" lastIdx="0" clrIdx="2564"/>
  <p:cmAuthor id="2566" name="frankyang" initials="f" lastIdx="0" clrIdx="2565"/>
  <p:cmAuthor id="2567" name="巍 冯" initials="巍冯" lastIdx="0" clrIdx="2566"/>
  <p:cmAuthor id="2568" name="张明珠" initials="张" lastIdx="0" clrIdx="2567"/>
  <p:cmAuthor id="2569" name="徐杰" initials="徐" lastIdx="0" clrIdx="2568"/>
  <p:cmAuthor id="2570" name="li yx" initials="ly" lastIdx="0" clrIdx="2569"/>
  <p:cmAuthor id="2571" name="费艳明" initials="费" lastIdx="0" clrIdx="2570"/>
  <p:cmAuthor id="2572" name="赵志泉" initials="赵" lastIdx="0" clrIdx="2571"/>
  <p:cmAuthor id="2573" name="蔡正兴" initials="蔡" lastIdx="0" clrIdx="2572"/>
  <p:cmAuthor id="2574" name="雷志芳" initials="雷" lastIdx="0" clrIdx="2573"/>
  <p:cmAuthor id="2575" name="w" initials="w" lastIdx="0" clrIdx="2574"/>
  <p:cmAuthor id="2576" name="Jinyue" initials="J" lastIdx="0" clrIdx="2575"/>
  <p:cmAuthor id="2577" name="李聪颖" initials="李" lastIdx="0" clrIdx="2576"/>
  <p:cmAuthor id="2578" name="小情绪ぅ" initials="小" lastIdx="0" clrIdx="2577"/>
  <p:cmAuthor id="2579" name="髙髙髙" initials="髙" lastIdx="0" clrIdx="2578"/>
  <p:cmAuthor id="2580" name="难得清闲" initials="难" lastIdx="0" clrIdx="2579"/>
  <p:cmAuthor id="2581" name="杜宸霆" initials="杜" lastIdx="0" clrIdx="2580"/>
  <p:cmAuthor id="2582" name="WPS_1559704321" initials="W" lastIdx="0" clrIdx="2581"/>
  <p:cmAuthor id="2583" name="度心" initials="度" lastIdx="0" clrIdx="2582"/>
  <p:cmAuthor id="2584" name="张佳林" initials="张" lastIdx="0" clrIdx="2583"/>
  <p:cmAuthor id="2585" name="陈云斌10013556" initials="陈" lastIdx="0" clrIdx="2584"/>
  <p:cmAuthor id="2586" name="wanglin 10327828" initials="w" lastIdx="0" clrIdx="2585"/>
  <p:cmAuthor id="2587" name="10335529" initials="1" lastIdx="0" clrIdx="2586"/>
  <p:cmAuthor id="2588" name="Liyangjun" initials="L" lastIdx="0" clrIdx="2587"/>
  <p:cmAuthor id="2589" name="贾琴" initials="贾" lastIdx="0" clrIdx="2588"/>
  <p:cmAuthor id="2590" name="张静" initials="z" lastIdx="0" clrIdx="2589"/>
  <p:cmAuthor id="2591" name="卢雯" initials="卢雯" lastIdx="0" clrIdx="2590"/>
  <p:cmAuthor id="2592" name="changwei" initials="c" lastIdx="0" clrIdx="2591"/>
  <p:cmAuthor id="2593" name="zhangxy833" initials="z" lastIdx="0" clrIdx="2592"/>
  <p:cmAuthor id="2594" name="suochuqiao" initials="s" lastIdx="0" clrIdx="2593"/>
  <p:cmAuthor id="2595" name="屈克" initials="屈" lastIdx="0" clrIdx="2594"/>
  <p:cmAuthor id="2596" name="zhangy1023" initials="z" lastIdx="0" clrIdx="2595"/>
  <p:cmAuthor id="2597" name="刘铭" initials="刘" lastIdx="0" clrIdx="2596"/>
  <p:cmAuthor id="2598" name="刘红星" initials="刘" lastIdx="0" clrIdx="2597"/>
  <p:cmAuthor id="2599" name="王语偲" initials="L" lastIdx="0" clrIdx="2598"/>
  <p:cmAuthor id="2600" name="张洁" initials="张" lastIdx="0" clrIdx="2599"/>
  <p:cmAuthor id="2601" name="陈枫叶" initials="陈" lastIdx="0" clrIdx="2600"/>
  <p:cmAuthor id="2602" name="shebei" initials="s" lastIdx="0" clrIdx="2601"/>
  <p:cmAuthor id="2603" name="苏 捷" initials="苏" lastIdx="0" clrIdx="2602"/>
  <p:cmAuthor id="2604" name="Lei Zhang" initials="L" lastIdx="0" clrIdx="2603"/>
  <p:cmAuthor id="2605" name="Mz" initials="M" lastIdx="0" clrIdx="2604"/>
  <p:cmAuthor id="2606" name="benbenonroad zhao" initials="b" lastIdx="0" clrIdx="2605"/>
  <p:cmAuthor id="2607" name="SHMILY" initials="S" lastIdx="0" clrIdx="2606"/>
  <p:cmAuthor id="2608" name="kingsoft" initials="k" lastIdx="0" clrIdx="2607"/>
  <p:cmAuthor id="2609" name="caoyq0624" initials="c" lastIdx="0" clrIdx="2608"/>
  <p:cmAuthor id="2610" name="songchunhua" initials="s" lastIdx="0" clrIdx="2609"/>
  <p:cmAuthor id="2611" name="宋昆" initials="宋" lastIdx="0" clrIdx="2610"/>
  <p:cmAuthor id="2612" name="Sandra" initials="S" lastIdx="0" clrIdx="2611"/>
  <p:cmAuthor id="2613" name="YANGS-PC" initials="Y" lastIdx="0" clrIdx="2612"/>
  <p:cmAuthor id="2614" name="ansen emma" initials="a" lastIdx="0" clrIdx="2613"/>
  <p:cmAuthor id="2615" name="WHTP" initials="W" lastIdx="0" clrIdx="2614"/>
  <p:cmAuthor id="2616" name="余潇迎" initials="余" lastIdx="0" clrIdx="2615"/>
  <p:cmAuthor id="2617" name="陈 橙橙" initials="陈" lastIdx="0" clrIdx="2616"/>
  <p:cmAuthor id="2618" name="PPTer_Tang" initials="P" lastIdx="0" clrIdx="2617"/>
  <p:cmAuthor id="2619" name="ZYM" initials="Z" lastIdx="0" clrIdx="2618"/>
  <p:cmAuthor id="2620" name="林玲 郑" initials="林" lastIdx="0" clrIdx="2619"/>
  <p:cmAuthor id="2621" name="张林林" initials="张" lastIdx="0" clrIdx="2620"/>
  <p:cmAuthor id="2622" name="xiong" initials="x" lastIdx="0" clrIdx="2621"/>
  <p:cmAuthor id="2623" name="jiansheng li" initials="j" lastIdx="0" clrIdx="2622"/>
  <p:cmAuthor id="2624" name="李增增" initials="李" lastIdx="0" clrIdx="2623"/>
  <p:cmAuthor id="2625" name="video" initials="v" lastIdx="0" clrIdx="2624"/>
  <p:cmAuthor id="2626" name="吕震" initials="吕" lastIdx="0" clrIdx="2625"/>
  <p:cmAuthor id="2627" name="岳文甲" initials="岳" lastIdx="0" clrIdx="2626"/>
  <p:cmAuthor id="2628" name="吴岩" initials="吴" lastIdx="0" clrIdx="2627"/>
  <p:cmAuthor id="2629" name="吴晓梅" initials="吴" lastIdx="0" clrIdx="2628"/>
  <p:cmAuthor id="2630" name="pangyt" initials="p" lastIdx="0" clrIdx="2629"/>
  <p:cmAuthor id="2631" name="核保" initials="核" lastIdx="0" clrIdx="2630"/>
  <p:cmAuthor id="2632" name="志龙 姜" initials="志" lastIdx="0" clrIdx="2631"/>
  <p:cmAuthor id="2633" name="徐 宁" initials="徐" lastIdx="0" clrIdx="2632"/>
  <p:cmAuthor id="2634" name="QBOSSCHEN" initials="Q" lastIdx="0" clrIdx="2633"/>
  <p:cmAuthor id="2635" name="Calvin G" initials="C" lastIdx="0" clrIdx="2634"/>
  <p:cmAuthor id="2636" name="李璐---寿险总公司营销管理部" initials="李" lastIdx="0" clrIdx="2635"/>
  <p:cmAuthor id="2637" name="xuqing" initials="x" lastIdx="0" clrIdx="2636"/>
  <p:cmAuthor id="2638" name="hy-tkyl" initials="h" lastIdx="0" clrIdx="2637"/>
  <p:cmAuthor id="2639" name="黄元" initials="黄" lastIdx="0" clrIdx="2638"/>
  <p:cmAuthor id="2640" name="胡君" initials="胡" lastIdx="0" clrIdx="2639"/>
  <p:cmAuthor id="2641" name="tkuser" initials="t" lastIdx="0" clrIdx="2640"/>
  <p:cmAuthor id="2642" name="冰箱" initials="冰" lastIdx="0" clrIdx="2641"/>
  <p:cmAuthor id="2643" name="刘莹" initials="刘" lastIdx="0" clrIdx="2642"/>
  <p:cmAuthor id="2644" name="stillu" initials="s" lastIdx="0" clrIdx="2643"/>
  <p:cmAuthor id="2645" name="liquanxi" initials="l" lastIdx="0" clrIdx="2644"/>
  <p:cmAuthor id="2646" name="zhouyiming" initials="z" lastIdx="0" clrIdx="2645"/>
  <p:cmAuthor id="2647" name="刘承刚" initials="刘" lastIdx="0" clrIdx="2646"/>
  <p:cmAuthor id="2648" name="minty minty" initials="m" lastIdx="0" clrIdx="2647"/>
  <p:cmAuthor id="2649" name="ozg106" initials="o" lastIdx="0" clrIdx="2648"/>
  <p:cmAuthor id="2650" name="W Nic" initials="W" lastIdx="0" clrIdx="2649"/>
  <p:cmAuthor id="2651" name="91huhang" initials="9" lastIdx="0" clrIdx="2650"/>
  <p:cmAuthor id="2652" name="Ms" initials="M" lastIdx="0" clrIdx="2651"/>
  <p:cmAuthor id="2653" name="杨姗" initials="杨" lastIdx="0" clrIdx="2652"/>
  <p:cmAuthor id="2654" name="张博" initials="张" lastIdx="0" clrIdx="2653"/>
  <p:cmAuthor id="2655" name="丹 王" initials="丹" lastIdx="0" clrIdx="2654"/>
  <p:cmAuthor id="2656" name="ProMedican" initials="P" lastIdx="0" clrIdx="2655"/>
  <p:cmAuthor id="2657" name="侯清英" initials="侯" lastIdx="0" clrIdx="2656"/>
  <p:cmAuthor id="2658" name="齐登宝" initials="齐" lastIdx="0" clrIdx="2657"/>
  <p:cmAuthor id="2659" name="林 声洋" initials="林" lastIdx="0" clrIdx="2658"/>
  <p:cmAuthor id="2660" name="zhengzhong" initials="z" lastIdx="0" clrIdx="2659"/>
  <p:cmAuthor id="2661" name="gongxuan" initials="g" lastIdx="0" clrIdx="2660"/>
  <p:cmAuthor id="2662" name="zhuqy3" initials="z" lastIdx="0" clrIdx="2661"/>
  <p:cmAuthor id="2663" name="雷庭" initials="雷" lastIdx="0" clrIdx="2662"/>
  <p:cmAuthor id="2664" name="f n" initials="fn" lastIdx="0" clrIdx="2663"/>
  <p:cmAuthor id="2665" name="dingyuemei" initials="d" lastIdx="0" clrIdx="2664"/>
  <p:cmAuthor id="2666" name="yangdi" initials="y" lastIdx="0" clrIdx="2665"/>
  <p:cmAuthor id="2667" name="HaoshuaiWu" initials="H" lastIdx="0" clrIdx="2666"/>
  <p:cmAuthor id="2668" name="feng wei" initials="f" lastIdx="0" clrIdx="2667"/>
  <p:cmAuthor id="2669" name="Han Bo" initials="HB" lastIdx="0" clrIdx="2668"/>
  <p:cmAuthor id="2670" name="田海兰" initials="S" lastIdx="0" clrIdx="2669"/>
  <p:cmAuthor id="2671" name="57867" initials="5" lastIdx="0" clrIdx="2670"/>
  <p:cmAuthor id="2672" name="嘉" initials="嘉" lastIdx="0" clrIdx="2671"/>
  <p:cmAuthor id="2673" name="彭凯" initials="彭" lastIdx="0" clrIdx="2672"/>
  <p:cmAuthor id="2674" name="Sky.Wang" initials="S" lastIdx="0" clrIdx="2673"/>
  <p:cmAuthor id="2675" name="总公司培训部" initials="总" lastIdx="0" clrIdx="2674"/>
  <p:cmAuthor id="2676" name="廖爽亚" initials="廖" lastIdx="0" clrIdx="2675"/>
  <p:cmAuthor id="2677" name="Xzjd" initials="X" lastIdx="0" clrIdx="2676"/>
  <p:cmAuthor id="2678" name="njlife" initials="n" lastIdx="0" clrIdx="2677"/>
  <p:cmAuthor id="2679" name="柯 少鹏" initials="柯" lastIdx="0" clrIdx="2678"/>
  <p:cmAuthor id="2680" name="RONGFEN HU" initials="R" lastIdx="0" clrIdx="2679"/>
  <p:cmAuthor id="2681" name="easonyoun" initials="e" lastIdx="0" clrIdx="2680"/>
  <p:cmAuthor id="2682" name="丹伟 苏" initials="丹" lastIdx="0" clrIdx="2681"/>
  <p:cmAuthor id="2683" name="viola_yang" initials="v" lastIdx="0" clrIdx="2682"/>
  <p:cmAuthor id="2684" name="王怀璋" initials="王" lastIdx="0" clrIdx="2683"/>
  <p:cmAuthor id="2685" name="Hi_ Young" initials="H" lastIdx="0" clrIdx="2684"/>
  <p:cmAuthor id="2686" name="武立强" initials="武" lastIdx="0" clrIdx="2685"/>
  <p:cmAuthor id="2687" name="asuse" initials="a" lastIdx="0" clrIdx="2686"/>
  <p:cmAuthor id="2688" name="江涛 李" initials="江" lastIdx="0" clrIdx="2687"/>
  <p:cmAuthor id="2689" name="郭荣辉" initials="郭" lastIdx="0" clrIdx="2688"/>
  <p:cmAuthor id="2690" name="冯炳辰/业务管理部/私人银行部/总行机关/ABC" initials="冯" lastIdx="0" clrIdx="2689"/>
  <p:cmAuthor id="2691" name="谢俊/技术总监室/软件开发中心/总行机关/ABC" initials="谢" lastIdx="0" clrIdx="2690"/>
  <p:cmAuthor id="2692" name="CN=谢俊/OU=技术总监室/OU=软件开发中心/OU=总行机关/O=ABC" initials="C" lastIdx="0" clrIdx="2691"/>
  <p:cmAuthor id="2693" name="赖强/技术总监室/软件开发中心/总行机关/ABC" initials="赖" lastIdx="0" clrIdx="2692"/>
  <p:cmAuthor id="2694" name="Wanwei Liang" initials="W" lastIdx="0" clrIdx="2693"/>
  <p:cmAuthor id="2695" name="不灰心骑士" initials="不" lastIdx="0" clrIdx="2694"/>
  <p:cmAuthor id="2696" name="49254" initials="4" lastIdx="0" clrIdx="2695"/>
  <p:cmAuthor id="2697" name="lgp" initials="l" lastIdx="0" clrIdx="2696"/>
  <p:cmAuthor id="2698" name="马妍" initials="马" lastIdx="0" clrIdx="2697"/>
  <p:cmAuthor id="2699" name="China" initials="C" lastIdx="0" clrIdx="2698"/>
  <p:cmAuthor id="2700" name="ZhangYu" initials="Z" lastIdx="0" clrIdx="2699"/>
  <p:cmAuthor id="2701" name="sunlj002" initials="s" lastIdx="0" clrIdx="2700"/>
  <p:cmAuthor id="2702" name="何秀英" initials="何" lastIdx="0" clrIdx="2701"/>
  <p:cmAuthor id="2703" name="杨东风" initials="杨" lastIdx="0" clrIdx="2702"/>
  <p:cmAuthor id="2704" name="罗彬" initials="罗" lastIdx="0" clrIdx="2703"/>
  <p:cmAuthor id="2705" name="彬 罗" initials="彬" lastIdx="0" clrIdx="2704"/>
  <p:cmAuthor id="2706" name="刘岸亮" initials="刘" lastIdx="0" clrIdx="2705"/>
  <p:cmAuthor id="2707" name="雍中婧" initials="雍" lastIdx="0" clrIdx="2706"/>
  <p:cmAuthor id="2708" name="任斐" initials="任" lastIdx="0" clrIdx="2707"/>
  <p:cmAuthor id="2709" name="FrogPrince1121" initials="F" lastIdx="0" clrIdx="2708"/>
  <p:cmAuthor id="2710" name="程学春 cxc" initials="程" lastIdx="0" clrIdx="2709"/>
  <p:cmAuthor id="2711" name="chenli8" initials="c" lastIdx="0" clrIdx="2710"/>
  <p:cmAuthor id="2712" name="448097321@qq.com" initials="4" lastIdx="0" clrIdx="2711"/>
  <p:cmAuthor id="2713" name="zhumin1" initials="z" lastIdx="0" clrIdx="2712"/>
  <p:cmAuthor id="2714" name="FS" initials="F" lastIdx="0" clrIdx="2713"/>
  <p:cmAuthor id="2715" name="Temp" initials="T" lastIdx="0" clrIdx="2714"/>
  <p:cmAuthor id="2716" name="王雅静" initials="王" lastIdx="0" clrIdx="2715"/>
  <p:cmAuthor id="2717" name="郭书含" initials="郭" lastIdx="0" clrIdx="2716"/>
  <p:cmAuthor id="2718" name="邓鹏君" initials="邓" lastIdx="0" clrIdx="2717"/>
  <p:cmAuthor id="2719" name="zhouyangfan" initials="z" lastIdx="0" clrIdx="2718"/>
  <p:cmAuthor id="2720" name="刘云飞" initials="刘" lastIdx="0" clrIdx="2719"/>
  <p:cmAuthor id="2721" name="1716266060@qq.com" initials="1" lastIdx="0" clrIdx="2720"/>
  <p:cmAuthor id="2722" name="Office 365" initials="O" lastIdx="0" clrIdx="2721"/>
  <p:cmAuthor id="2723" name="пользователь Microsoft Office" initials="п" lastIdx="0" clrIdx="2722"/>
  <p:cmAuthor id="2724" name="Yoda KK" initials="Y" lastIdx="0" clrIdx="2723"/>
  <p:cmAuthor id="2725" name="孙现民" initials="孙" lastIdx="0" clrIdx="2724"/>
  <p:cmAuthor id="2726" name="韩冰" initials="韩" lastIdx="0" clrIdx="2725"/>
  <p:cmAuthor id="2727" name="acer" initials="a" lastIdx="0" clrIdx="2726"/>
  <p:cmAuthor id="2728" name="冯敏" initials="冯" lastIdx="0" clrIdx="2727"/>
  <p:cmAuthor id="2729" name="贾彬彬" initials="贾" lastIdx="0" clrIdx="2728"/>
  <p:cmAuthor id="2730" name="sun frank" initials="s" lastIdx="0" clrIdx="2729"/>
  <p:cmAuthor id="2731" name="zhao wei" initials="z" lastIdx="0" clrIdx="2730"/>
  <p:cmAuthor id="2732" name="徐 伟钦" initials="徐" lastIdx="0" clrIdx="2731"/>
  <p:cmAuthor id="2733" name="李昕玫" initials="李" lastIdx="0" clrIdx="2732"/>
  <p:cmAuthor id="2734" name="lianxing liao" initials="l" lastIdx="0" clrIdx="2733"/>
  <p:cmAuthor id="2735" name="未知用户" initials="未" lastIdx="0" clrIdx="2734"/>
  <p:cmAuthor id="2736" name="yangysh" initials="y" lastIdx="0" clrIdx="2735"/>
  <p:cmAuthor id="2737" name="柳 先涛" initials="柳" lastIdx="0" clrIdx="2736"/>
  <p:cmAuthor id="2738" name="CHEN LONG" initials="C" lastIdx="0" clrIdx="2737"/>
  <p:cmAuthor id="2739" name="刘盛潮" initials="刘" lastIdx="0" clrIdx="2738"/>
  <p:cmAuthor id="2740" name="1 mac" initials="1" lastIdx="0" clrIdx="2739"/>
  <p:cmAuthor id="2741" name="ZZC" initials="Z" lastIdx="0" clrIdx="2740"/>
  <p:cmAuthor id="2742" name="李晨曦" initials="李" lastIdx="0" clrIdx="2741"/>
  <p:cmAuthor id="2743" name="Bonan Qi" initials="B" lastIdx="0" clrIdx="2742"/>
  <p:cmAuthor id="2744" name="yaoxiaojun" initials="y" lastIdx="0" clrIdx="2743"/>
  <p:cmAuthor id="2745" name="tianan" initials="t" lastIdx="0" clrIdx="2744"/>
  <p:cmAuthor id="2746" name="朱雪松" initials="朱" lastIdx="0" clrIdx="2745"/>
  <p:cmAuthor id="2747" name="Vagun Vagun" initials="V" lastIdx="0" clrIdx="2746"/>
  <p:cmAuthor id="2748" name="李秋静" initials="李" lastIdx="0" clrIdx="2747"/>
  <p:cmAuthor id="2749" name="张梦莞" initials="张" lastIdx="0" clrIdx="2748"/>
  <p:cmAuthor id="2750" name="严之" initials="严" lastIdx="0" clrIdx="2749"/>
  <p:cmAuthor id="2751" name="程诗媛" initials="程" lastIdx="0" clrIdx="2750"/>
  <p:cmAuthor id="2752" name="梁潇-lhq" initials="梁" lastIdx="0" clrIdx="2751"/>
  <p:cmAuthor id="2753" name="卫天一" initials="卫" lastIdx="0" clrIdx="2752"/>
  <p:cmAuthor id="2754" name="万户网络" initials="万" lastIdx="0" clrIdx="2753"/>
  <p:cmAuthor id="2755" name="86139" initials="8" lastIdx="0" clrIdx="2754"/>
  <p:cmAuthor id="2756" name="朴鹏-lhq" initials="朴" lastIdx="0" clrIdx="2755"/>
  <p:cmAuthor id="2757" name="吕 阔" initials="吕" lastIdx="0" clrIdx="2756"/>
  <p:cmAuthor id="2758" name="lixun" initials="l" lastIdx="0" clrIdx="2757"/>
  <p:cmAuthor id="2759" name="Isabella" initials="I" lastIdx="0" clrIdx="2758"/>
  <p:cmAuthor id="2760" name="KK Yoda" initials="K" lastIdx="0" clrIdx="2759"/>
  <p:cmAuthor id="2761" name="刘仕俭" initials="刘" lastIdx="0" clrIdx="2760"/>
  <p:cmAuthor id="2762" name="Changing Zhuang" initials="C" lastIdx="0" clrIdx="2761"/>
  <p:cmAuthor id="2763" name="哒哒 熊猫" initials="哒" lastIdx="0" clrIdx="2762"/>
  <p:cmAuthor id="2764" name="Yun-Ting Tseng" initials="Y" lastIdx="0" clrIdx="2763"/>
  <p:cmAuthor id="2765" name="Miss 豆" initials="M" lastIdx="0" clrIdx="2764"/>
  <p:cmAuthor id="2766" name="G" initials="G" lastIdx="0" clrIdx="2765"/>
  <p:cmAuthor id="2767" name="我" initials="我" lastIdx="0" clrIdx="2766"/>
  <p:cmAuthor id="2768" name="??" initials="?" lastIdx="0" clrIdx="2767"/>
  <p:cmAuthor id="2769" name="百里 长青" initials="百" lastIdx="0" clrIdx="2768"/>
  <p:cmAuthor id="2770" name="熘?" initials="熘" lastIdx="0" clrIdx="2769"/>
  <p:cmAuthor id="2771" name="dingenshi" initials="d" lastIdx="0" clrIdx="2770"/>
  <p:cmAuthor id="2772" name="cpic" initials="c" lastIdx="0" clrIdx="2771"/>
  <p:cmAuthor id="2773" name="谷雨" initials="谷" lastIdx="0" clrIdx="2772"/>
  <p:cmAuthor id="2774" name="taowei" initials="t" lastIdx="0" clrIdx="2773"/>
  <p:cmAuthor id="2775" name="中星 叶" initials="中" lastIdx="0" clrIdx="2774"/>
  <p:cmAuthor id="2776" name="Dizzy" initials="D" lastIdx="0" clrIdx="2775"/>
  <p:cmAuthor id="2777" name="倚海听风" initials="倚" lastIdx="0" clrIdx="2776"/>
  <p:cmAuthor id="2778" name="CodonMedical" initials="C" lastIdx="0" clrIdx="2777"/>
  <p:cmAuthor id="2779" name="Yvonne Lin" initials="Y" lastIdx="0" clrIdx="2778"/>
  <p:cmAuthor id="2780" name="Gallivan, John-Paul {MDAO~Basel}" initials="G" lastIdx="0" clrIdx="2779"/>
  <p:cmAuthor id="2781" name="Helms, Hans-Joachim {MDBA~Basel}" initials="H" lastIdx="0" clrIdx="2780"/>
  <p:cmAuthor id="2782" name="Codon Medical" initials="C" lastIdx="0" clrIdx="2781"/>
  <p:cmAuthor id="2783" name="Petersen, Jenny {MDBD~South San Francisco}" initials="P" lastIdx="0" clrIdx="2782"/>
  <p:cmAuthor id="2784" name="刘风香" initials="刘" lastIdx="0" clrIdx="2783"/>
  <p:cmAuthor id="2785" name="Meredith Kalish" initials="M" lastIdx="0" clrIdx="2784"/>
  <p:cmAuthor id="2786" name="Mary Beattie" initials="M" lastIdx="0" clrIdx="2785"/>
  <p:cmAuthor id="2787" name="Melanie Smitt" initials="M" lastIdx="0" clrIdx="2786"/>
  <p:cmAuthor id="2788" name="Andrea Michels" initials="A" lastIdx="0" clrIdx="2787"/>
  <p:cmAuthor id="2789" name="Daniel Clyde (HI)" initials="D" lastIdx="0" clrIdx="2788"/>
  <p:cmAuthor id="2790" name="Fitzpatrick, Nicole {MGAO~Basel}" initials="F" lastIdx="0" clrIdx="2789"/>
  <p:cmAuthor id="2791" name="Kate Rijnen" initials="K" lastIdx="0" clrIdx="2790"/>
  <p:cmAuthor id="2792" name="Mark McGregor (HI)" initials="M" lastIdx="0" clrIdx="2791"/>
  <p:cmAuthor id="2793" name="Machackova, Zuzana {MDAO~Basel}" initials="M" lastIdx="0" clrIdx="2792"/>
  <p:cmAuthor id="2794" name="Franca, Ryan {MDAO~Basel}" initials="F" lastIdx="0" clrIdx="2793"/>
  <p:cmAuthor id="2795" name="Bart Baranowski (HI)" initials="B" lastIdx="0" clrIdx="2794"/>
  <p:cmAuthor id="2796" name="Helen Keyworth (HI)" initials="H" lastIdx="0" clrIdx="2795"/>
  <p:cmAuthor id="2797" name="Louise Adamson (HI)" initials="L" lastIdx="0" clrIdx="2796"/>
  <p:cmAuthor id="2798" name="Andrew Moss (HI)" initials="A" lastIdx="0" clrIdx="2797"/>
  <p:cmAuthor id="2799" name="David Morgan (HI)" initials="D" lastIdx="0" clrIdx="2798"/>
  <p:cmAuthor id="2800" name="Kate Sillitoe (HI)" initials="K" lastIdx="0" clrIdx="2799"/>
  <p:cmAuthor id="2801" name="孟轩君" initials="孟" lastIdx="0" clrIdx="2800"/>
  <p:cmAuthor id="2802" name="hpguan" initials="h" lastIdx="0" clrIdx="2801"/>
  <p:cmAuthor id="2803" name="miaott" initials="m" lastIdx="0" clrIdx="2802"/>
  <p:cmAuthor id="2804" name="齐涛" initials="齐" lastIdx="0" clrIdx="2803"/>
  <p:cmAuthor id="2805" name="zhaoby01" initials="z" lastIdx="0" clrIdx="2804"/>
  <p:cmAuthor id="2806" name="Lydia" initials="L" lastIdx="0" clrIdx="2805"/>
  <p:cmAuthor id="2807" name="fengyuan03" initials="f" lastIdx="0" clrIdx="2806"/>
  <p:cmAuthor id="2808" name="古二蛋" initials="古" lastIdx="0" clrIdx="2807"/>
  <p:cmAuthor id="2809" name="xusha" initials="x" lastIdx="0" clrIdx="2808"/>
  <p:cmAuthor id="2810" name="phoenixdhz" initials="p" lastIdx="0" clrIdx="2809"/>
  <p:cmAuthor id="2811" name="王源" initials="王" lastIdx="0" clrIdx="2810"/>
  <p:cmAuthor id="2812" name="wanghao31" initials="w" lastIdx="0" clrIdx="2811"/>
  <p:cmAuthor id="2813" name="李 东科" initials="李" lastIdx="0" clrIdx="2812"/>
  <p:cmAuthor id="2814" name="甘源" initials="甘" lastIdx="0" clrIdx="2813"/>
  <p:cmAuthor id="2815" name="闫秀丽" initials="闫" lastIdx="0" clrIdx="2814"/>
  <p:cmAuthor id="2816" name="qatr130" initials="q" lastIdx="0" clrIdx="2815"/>
  <p:cmAuthor id="2817" name="袁正海" initials="袁" lastIdx="0" clrIdx="2816"/>
  <p:cmAuthor id="2818" name="橙子" initials="橙" lastIdx="0" clrIdx="2817"/>
  <p:cmAuthor id="2819" name="加 林" initials="加" lastIdx="0" clrIdx="2818"/>
  <p:cmAuthor id="2820" name="think" initials="t" lastIdx="0" clrIdx="2819"/>
  <p:cmAuthor id="2821" name="过 去" initials="过" lastIdx="0" clrIdx="2820"/>
  <p:cmAuthor id="2822" name="ChinaUser" initials="C" lastIdx="0" clrIdx="2821"/>
  <p:cmAuthor id="2823" name="linkplus" initials="l" lastIdx="0" clrIdx="2822"/>
  <p:cmAuthor id="2824" name="未知用户126" initials="未" lastIdx="0" clrIdx="2823"/>
  <p:cmAuthor id="2825" name="未知用户127" initials="未" lastIdx="0" clrIdx="2824"/>
  <p:cmAuthor id="2826" name="未知用户128" initials="未" lastIdx="0" clrIdx="2825"/>
  <p:cmAuthor id="2827" name="alen" initials="a" lastIdx="0" clrIdx="2826"/>
  <p:cmAuthor id="2828" name="USER" initials="U" lastIdx="0" clrIdx="2827"/>
  <p:cmAuthor id="2829" name="王 一鸣" initials="王" lastIdx="0" clrIdx="2828"/>
  <p:cmAuthor id="2830" name="Well Li" initials="W" lastIdx="0" clrIdx="2829"/>
  <p:cmAuthor id="2831" name="任俊宣" initials="任" lastIdx="0" clrIdx="2830"/>
  <p:cmAuthor id="2832" name="未知用户199" initials="未" lastIdx="0" clrIdx="2831"/>
  <p:cmAuthor id="2833" name="sxp" initials="s" lastIdx="0" clrIdx="2832"/>
  <p:cmAuthor id="2834" name="EDZ" initials="E" lastIdx="0" clrIdx="2833"/>
  <p:cmAuthor id="2835" name="Tian Henry" initials="T" lastIdx="0" clrIdx="2834"/>
  <p:cmAuthor id="2836" name="chen yuanyuan" initials="cy" lastIdx="0" clrIdx="2835"/>
  <p:cmAuthor id="2837" name="muxiaohan" initials="m" lastIdx="0" clrIdx="2836"/>
  <p:cmAuthor id="2838" name="A3416" initials="A" lastIdx="0" clrIdx="2837"/>
  <p:cmAuthor id="2839" name="松 李" initials="松" lastIdx="0" clrIdx="2838"/>
  <p:cmAuthor id="2840" name="cuizijin01" initials="c" lastIdx="0" clrIdx="2839"/>
  <p:cmAuthor id="2841" name="雨林木风" initials="雨" lastIdx="0" clrIdx="2840"/>
  <p:cmAuthor id="2842" name="刘思蜀" initials="刘" lastIdx="0" clrIdx="2841"/>
  <p:cmAuthor id="2843" name="choky Chan" initials="c" lastIdx="0" clrIdx="2842"/>
  <p:cmAuthor id="2844" name="程玉珍" initials="程" lastIdx="0" clrIdx="2843"/>
  <p:cmAuthor id="2845" name="翟宏帅" initials="翟" lastIdx="0" clrIdx="2844"/>
  <p:cmAuthor id="2846" name="zhang ju" initials="z" lastIdx="0" clrIdx="2845"/>
  <p:cmAuthor id="2847" name="李 昊" initials="李" lastIdx="0" clrIdx="2846"/>
  <p:cmAuthor id="2848" name="b1487" initials="b" lastIdx="0" clrIdx="2847"/>
  <p:cmAuthor id="2849" name="谭开元/国寿协同部/总行信用卡中心/广发银行" initials="谭" lastIdx="0" clrIdx="2848"/>
  <p:cmAuthor id="2850" name="deeplm" initials="d" lastIdx="0" clrIdx="2849"/>
  <p:cmAuthor id="2851" name="xt256.com" initials="x" lastIdx="0" clrIdx="2850"/>
  <p:cmAuthor id="2852" name="Poseidon" initials="P" lastIdx="0" clrIdx="2851"/>
  <p:cmAuthor id="2853" name="qqqqq" initials="q" lastIdx="0" clrIdx="2852"/>
  <p:cmAuthor id="2854" name="gw" initials="g" lastIdx="0" clrIdx="2853"/>
  <p:cmAuthor id="2855" name="tslife" initials="t" lastIdx="0" clrIdx="2854"/>
  <p:cmAuthor id="2856" name="whale king" initials="w" lastIdx="0" clrIdx="2855"/>
  <p:cmAuthor id="2857" name="congxuesong" initials="c" lastIdx="0" clrIdx="2856"/>
  <p:cmAuthor id="2858" name="许 爽" initials="许" lastIdx="0" clrIdx="2857"/>
  <p:cmAuthor id="2859" name="BIAN Mengyan" initials="B" lastIdx="0" clrIdx="2858"/>
  <p:cmAuthor id="2860" name="未知用户105" initials="未" lastIdx="0" clrIdx="2859"/>
  <p:cmAuthor id="2861" name="CPIC" initials="C" lastIdx="0" clrIdx="2860"/>
  <p:cmAuthor id="2862" name="用户查看" initials="用" lastIdx="0" clrIdx="2861"/>
  <p:cmAuthor id="2863" name="1qchengnan" initials="1" lastIdx="0" clrIdx="2862"/>
  <p:cmAuthor id="2864" name="tkadmin" initials="t" lastIdx="0" clrIdx="2863"/>
  <p:cmAuthor id="2865" name="mawei19" initials="m" lastIdx="0" clrIdx="2864"/>
  <p:cmAuthor id="2866" name="李红钢" initials="李" lastIdx="0" clrIdx="2865"/>
  <p:cmAuthor id="2867" name="daxx" initials="d" lastIdx="0" clrIdx="2866"/>
  <p:cmAuthor id="2868" name="李旭兰" initials="李" lastIdx="0" clrIdx="2867"/>
  <p:cmAuthor id="2869" name="未知用户328" initials="未" lastIdx="0" clrIdx="2868"/>
  <p:cmAuthor id="2870" name="未知用户300" initials="未" lastIdx="0" clrIdx="2869"/>
  <p:cmAuthor id="2871" name="未知用户335" initials="未" lastIdx="0" clrIdx="2870"/>
  <p:cmAuthor id="2872" name="未知用户273" initials="未" lastIdx="0" clrIdx="2871"/>
  <p:cmAuthor id="2873" name="未知用户274" initials="未" lastIdx="0" clrIdx="2872"/>
  <p:cmAuthor id="2874" name="未知用户247" initials="未" lastIdx="0" clrIdx="2873"/>
  <p:cmAuthor id="2875" name="未知用户251" initials="未" lastIdx="0" clrIdx="2874"/>
  <p:cmAuthor id="2876" name="未知用户252" initials="未" lastIdx="0" clrIdx="2875"/>
  <p:cmAuthor id="2877" name="未知用户253" initials="未" lastIdx="0" clrIdx="2876"/>
  <p:cmAuthor id="2878" name="未知用户254" initials="未" lastIdx="0" clrIdx="2877"/>
  <p:cmAuthor id="2879" name="未知用户275" initials="未" lastIdx="0" clrIdx="2878"/>
  <p:cmAuthor id="2880" name="未知用户264" initials="未" lastIdx="0" clrIdx="2879"/>
  <p:cmAuthor id="2881" name="未知用户358" initials="未" lastIdx="0" clrIdx="2880"/>
  <p:cmAuthor id="2882" name="未知用户359" initials="未" lastIdx="0" clrIdx="2881"/>
  <p:cmAuthor id="2883" name="未知用户360" initials="未" lastIdx="0" clrIdx="2882"/>
  <p:cmAuthor id="2884" name="未知用户361" initials="未" lastIdx="0" clrIdx="2883"/>
  <p:cmAuthor id="2885" name="未知用户364" initials="未" lastIdx="0" clrIdx="2884"/>
  <p:cmAuthor id="2886" name="未知用户307" initials="未" lastIdx="0" clrIdx="2885"/>
  <p:cmAuthor id="2887" name="未知用户329" initials="未" lastIdx="0" clrIdx="2886"/>
  <p:cmAuthor id="2888" name="未知用户334" initials="未" lastIdx="0" clrIdx="2887"/>
  <p:cmAuthor id="2889" name="未知用户340" initials="未" lastIdx="0" clrIdx="2888"/>
  <p:cmAuthor id="2890" name="未知用户341" initials="未" lastIdx="0" clrIdx="2889"/>
  <p:cmAuthor id="2891" name="未知用户342" initials="未" lastIdx="0" clrIdx="2890"/>
  <p:cmAuthor id="2892" name="a1270005862@outlook.com" initials="a" lastIdx="0" clrIdx="2891"/>
  <p:cmAuthor id="2893" name="jiapeng wong" initials="jw" lastIdx="0" clrIdx="2892"/>
  <p:cmAuthor id="2894" name="郭成报" initials="郭" lastIdx="0" clrIdx="2893"/>
  <p:cmAuthor id="2895" name="谢静波" initials="谢" lastIdx="0" clrIdx="2894"/>
  <p:cmAuthor id="2896" name="zcy" initials="z" lastIdx="0" clrIdx="2895"/>
  <p:cmAuthor id="2897" name="zhang li" initials="z" lastIdx="0" clrIdx="2896"/>
  <p:cmAuthor id="2898" name="崔艳鹏" initials="崔" lastIdx="0" clrIdx="2897"/>
  <p:cmAuthor id="2899" name="cs" initials="c" lastIdx="0" clrIdx="2898"/>
  <p:cmAuthor id="2900" name="wfbs" initials="w" lastIdx="0" clrIdx="2899"/>
  <p:cmAuthor id="2901" name="8613250766486" initials="8" lastIdx="0" clrIdx="2900"/>
  <p:cmAuthor id="2902" name="丁喆彤" initials="丁" lastIdx="0" clrIdx="2901"/>
  <p:cmAuthor id="2903" name="yeqq06" initials="y" lastIdx="0" clrIdx="2902"/>
  <p:cmAuthor id="2904" name="hainan zheng" initials="h" lastIdx="0" clrIdx="2903"/>
  <p:cmAuthor id="2905" name="gayxb" initials="g" lastIdx="0" clrIdx="2904"/>
  <p:cmAuthor id="2906" name="lish54" initials="l" lastIdx="0" clrIdx="2905"/>
  <p:cmAuthor id="2907" name="殷 积波" initials="殷" lastIdx="0" clrIdx="2906"/>
  <p:cmAuthor id="2908" name="启浩" initials="启" lastIdx="0" clrIdx="2907"/>
  <p:cmAuthor id="2909" name="袨?嗴?傤?" initials="袨" lastIdx="0" clrIdx="2908"/>
  <p:cmAuthor id="2910" name="志刚 赵" initials="志" lastIdx="0" clrIdx="2909"/>
  <p:cmAuthor id="2911" name="张逸晨" initials="张" lastIdx="0" clrIdx="2910"/>
  <p:cmAuthor id="2912" name="张洁01-lhq" initials="张" lastIdx="0" clrIdx="2911"/>
  <p:cmAuthor id="2913" name="池依曼" initials="池" lastIdx="0" clrIdx="2912"/>
  <p:cmAuthor id="2914" name="亚运 曹" initials="亚" lastIdx="0" clrIdx="2913"/>
  <p:cmAuthor id="2915" name="富德生命人寿" initials="富" lastIdx="0" clrIdx="2914"/>
  <p:cmAuthor id="2916" name="袁缘" initials="袁" lastIdx="0" clrIdx="2915"/>
  <p:cmAuthor id="2917" name="shuaibing" initials="s" lastIdx="0" clrIdx="2916"/>
  <p:cmAuthor id="2918" name="sizx" initials="s" lastIdx="0" clrIdx="2917"/>
  <p:cmAuthor id="2919" name="个险部" initials="个" lastIdx="0" clrIdx="2918"/>
  <p:cmAuthor id="2920" name="贾 伟明" initials="贾" lastIdx="0" clrIdx="2919"/>
  <p:cmAuthor id="2921" name="chenyanguang" initials="c" lastIdx="0" clrIdx="2920"/>
  <p:cmAuthor id="2922" name="苏 音" initials="苏" lastIdx="0" clrIdx="2921"/>
  <p:cmAuthor id="2923" name="金宇峰_BfyebuM3" initials="authorId_1008746-10054633" lastIdx="0" clrIdx="2922"/>
  <p:cmAuthor id="2924" name="欢欢" initials="欢" lastIdx="0" clrIdx="2923"/>
  <p:cmAuthor id="2925" name="hanpeng10" initials="h" lastIdx="0" clrIdx="2924"/>
  <p:cmAuthor id="2926" name="tk" initials="t" lastIdx="0" clrIdx="2925"/>
  <p:cmAuthor id="2927" name="lizhuo07" initials="l" lastIdx="0" clrIdx="2926"/>
  <p:cmAuthor id="2928" name="张建超" initials="张" lastIdx="0" clrIdx="2927"/>
  <p:cmAuthor id="2929" name="karen" initials="k" lastIdx="0" clrIdx="2928"/>
  <p:cmAuthor id="2930" name="甘 露" initials="甘" lastIdx="0" clrIdx="2929"/>
  <p:cmAuthor id="2931" name="tcymr" initials="t" lastIdx="0" clrIdx="2930"/>
  <p:cmAuthor id="2932" name="Melissa" initials="M" lastIdx="0" clrIdx="2931"/>
  <p:cmAuthor id="2933" name="aliutao007@163.com" initials="a" lastIdx="0" clrIdx="2932"/>
  <p:cmAuthor id="2934" name="连 浩" initials="连" lastIdx="0" clrIdx="2933"/>
  <p:cmAuthor id="2935" name="赵亮(寿险成都电话销售中心综合管理部法律合规室)" initials="赵亮(寿险成都电话销售中心综合管理部法律合规室)" lastIdx="0" clrIdx="2934"/>
  <p:cmAuthor id="2936" name="asuspc" initials="a" lastIdx="0" clrIdx="2935"/>
  <p:cmAuthor id="2937" name="t-1i-caiwu" initials="t" lastIdx="0" clrIdx="2936"/>
  <p:cmAuthor id="2938" name="zhums" initials="z" lastIdx="0" clrIdx="2937"/>
  <p:cmAuthor id="2939" name="黄梅" initials="黄" lastIdx="0" clrIdx="2938"/>
  <p:cmAuthor id="2940" name="leimengqi" initials="l" lastIdx="0" clrIdx="2939"/>
  <p:cmAuthor id="2941" name="lipengfei01111@outlook.com" initials="l" lastIdx="0" clrIdx="2940"/>
  <p:cmAuthor id="2942" name="wangyang0308" initials="w" lastIdx="0" clrIdx="2941"/>
  <p:cmAuthor id="2943" name="盛红" initials="盛" lastIdx="0" clrIdx="2942"/>
  <p:cmAuthor id="2944" name="hanwen luo" initials="h" lastIdx="0" clrIdx="2943"/>
  <p:cmAuthor id="2945" name="邹 宏松" initials="邹" lastIdx="0" clrIdx="2944"/>
  <p:cmAuthor id="2946" name="tangjx03" initials="t" lastIdx="0" clrIdx="2945"/>
  <p:cmAuthor id="2947" name="rhpx" initials="r" lastIdx="0" clrIdx="2946"/>
  <p:cmAuthor id="2948" name="lvpd" initials="l" lastIdx="0" clrIdx="2947"/>
  <p:cmAuthor id="2949" name="liyz66" initials="l" lastIdx="0" clrIdx="2948"/>
  <p:cmAuthor id="2950" name="王岩" initials="王" lastIdx="0" clrIdx="2949"/>
  <p:cmAuthor id="2951" name="jinrui02" initials="j" lastIdx="0" clrIdx="2950"/>
  <p:cmAuthor id="2952" name="12606" initials="1" lastIdx="0" clrIdx="2951"/>
  <p:cmAuthor id="2953" name="Kathy" initials="K" lastIdx="0" clrIdx="2952"/>
  <p:cmAuthor id="2954" name="ChenQ" initials="C" lastIdx="0" clrIdx="2953"/>
  <p:cmAuthor id="2955" name="wangmiao" initials="w" lastIdx="0" clrIdx="2954"/>
  <p:cmAuthor id="2956" name="mazn01" initials="m" lastIdx="0" clrIdx="2955"/>
  <p:cmAuthor id="2957" name="李俊昭" initials="徐力" lastIdx="0" clrIdx="2956"/>
  <p:cmAuthor id="2958" name="y ks" initials="y" lastIdx="0" clrIdx="2957"/>
  <p:cmAuthor id="2959" name="linyi" initials="l" lastIdx="0" clrIdx="2958"/>
  <p:cmAuthor id="2960" name="Qu song" initials="Q" lastIdx="0" clrIdx="2959"/>
  <p:cmAuthor id="2961" name="anml02" initials="a" lastIdx="0" clrIdx="2960"/>
  <p:cmAuthor id="2962" name="zhangruimin" initials="z" lastIdx="0" clrIdx="2961"/>
  <p:cmAuthor id="2963" name="liuqing46" initials="liuqing46" lastIdx="0" clrIdx="2962"/>
  <p:cmAuthor id="2964" name="nieting01" initials="n" lastIdx="0" clrIdx="2963"/>
  <p:cmAuthor id="2965" name="zhoukx03" initials="z" lastIdx="0" clrIdx="2964"/>
  <p:cmAuthor id="2966" name="372674247@qq.com" initials="3" lastIdx="0" clrIdx="2965"/>
  <p:cmAuthor id="2967" name="张娟" initials="张" lastIdx="0" clrIdx="2966"/>
  <p:cmAuthor id="2968" name="金 翠萍" initials="金" lastIdx="0" clrIdx="2967"/>
  <p:cmAuthor id="2969" name="tklyan@outlook.com" initials="t" lastIdx="0" clrIdx="2968"/>
  <p:cmAuthor id="2970" name="TKHB--HWP" initials="T" lastIdx="0" clrIdx="2969"/>
  <p:cmAuthor id="2971" name="Wei" initials="W" lastIdx="0" clrIdx="2970"/>
  <p:cmAuthor id="2972" name="鞠颂" initials="鞠" lastIdx="0" clrIdx="2971"/>
  <p:cmAuthor id="2973" name="黄超" initials="黄" lastIdx="0" clrIdx="2972"/>
  <p:cmAuthor id="2974" name="Y3-518" initials="Y" lastIdx="0" clrIdx="2973"/>
  <p:cmAuthor id="2975" name="yanchao04" initials="y" lastIdx="0" clrIdx="2974"/>
  <p:cmAuthor id="2976" name="tianxy06" initials="t" lastIdx="0" clrIdx="2975"/>
  <p:cmAuthor id="2977" name="liubw07" initials="l" lastIdx="0" clrIdx="2976"/>
  <p:cmAuthor id="2978" name="huxf" initials="h" lastIdx="0" clrIdx="2977"/>
  <p:cmAuthor id="2979" name="练祥凯" initials="练" lastIdx="0" clrIdx="2978"/>
  <p:cmAuthor id="2980" name="Chen" initials="C" lastIdx="0" clrIdx="2979"/>
  <p:cmAuthor id="2981" name="liuzao" initials="l" lastIdx="0" clrIdx="2980"/>
  <p:cmAuthor id="2982" name="tanfen" initials="t" lastIdx="0" clrIdx="2981"/>
  <p:cmAuthor id="2983" name="86137" initials="8" lastIdx="0" clrIdx="2982"/>
  <p:cmAuthor id="2984" name="luyt05" initials="l" lastIdx="0" clrIdx="2983"/>
  <p:cmAuthor id="2985" name="yueqp" initials="y" lastIdx="0" clrIdx="2984"/>
  <p:cmAuthor id="2986" name="luoye02" initials="l" lastIdx="0" clrIdx="2985"/>
  <p:cmAuthor id="2987" name="zhaoye08" initials="z" lastIdx="0" clrIdx="2986"/>
  <p:cmAuthor id="2988" name="huzx08" initials="h" lastIdx="0" clrIdx="2987"/>
  <p:cmAuthor id="2989" name="田卫明" initials="田" lastIdx="0" clrIdx="2988"/>
  <p:cmAuthor id="2990" name="fengxl1" initials="f" lastIdx="0" clrIdx="2989"/>
  <p:cmAuthor id="2991" name="zhangzy130" initials="z" lastIdx="0" clrIdx="2990"/>
  <p:cmAuthor id="2992" name="jiayf03" initials="j" lastIdx="0" clrIdx="2991"/>
  <p:cmAuthor id="2993" name="mengxy27" initials="m" lastIdx="0" clrIdx="2992"/>
  <p:cmAuthor id="2994" name="严政宇" initials="严政宇" lastIdx="0" clrIdx="2993"/>
  <p:cmAuthor id="2995" name="王 宣" initials="王" lastIdx="0" clrIdx="2994"/>
  <p:cmAuthor id="2996" name="ht guo" initials="h" lastIdx="0" clrIdx="2995"/>
  <p:cmAuthor id="2997" name="韩蕴智" initials="韩" lastIdx="0" clrIdx="2996"/>
  <p:cmAuthor id="2998" name="Disuzz" initials="D" lastIdx="0" clrIdx="2997"/>
  <p:cmAuthor id="2999" name="振旭 党" initials="振旭" lastIdx="0" clrIdx="2998"/>
  <p:cmAuthor id="3000" name="17279" initials="1" lastIdx="0" clrIdx="2999"/>
  <p:cmAuthor id="3001" name="baimuda987@163.com" initials="" lastIdx="0" clrIdx="3000"/>
  <p:cmAuthor id="3002" name="wdl" initials="w" lastIdx="0" clrIdx="3001"/>
  <p:cmAuthor id="3003" name="yang" initials="y" lastIdx="0" clrIdx="3002"/>
  <p:cmAuthor id="3004" name="L T" initials="L" lastIdx="0" clrIdx="3003"/>
  <p:cmAuthor id="3005" name="吴囧囧" initials="吴" lastIdx="0" clrIdx="3004"/>
  <p:cmAuthor id="3006" name="liwenjie" initials="l" lastIdx="0" clrIdx="3005"/>
  <p:cmAuthor id="3007" name="he836" initials="h" lastIdx="0" clrIdx="3006"/>
  <p:cmAuthor id="3008" name="weilong yan" initials="w" lastIdx="0" clrIdx="3007"/>
  <p:cmAuthor id="3009" name="៰ݰ" initials="៰" lastIdx="0" clrIdx="3008"/>
  <p:cmAuthor id="3010" name="王 楠" initials="王" lastIdx="0" clrIdx="3009"/>
  <p:cmAuthor id="3011" name="陈中桃" initials="陈" lastIdx="0" clrIdx="3010"/>
  <p:cmAuthor id="3012" name="霍琰" initials="霍" lastIdx="0" clrIdx="3011"/>
  <p:cmAuthor id="3013" name="liang ge" initials="l" lastIdx="0" clrIdx="3012"/>
  <p:cmAuthor id="3014" name="surface" initials="s" lastIdx="0" clrIdx="3013"/>
  <p:cmAuthor id="3015" name="jiangjian10" initials="j" lastIdx="0" clrIdx="3014"/>
  <p:cmAuthor id="3016" name="wanghui25" initials="w" lastIdx="0" clrIdx="3015"/>
  <p:cmAuthor id="3017" name="chinalife" initials="c" lastIdx="0" clrIdx="3016"/>
  <p:cmAuthor id="3018" name="张 双全" initials="张" lastIdx="0" clrIdx="3017"/>
  <p:cmAuthor id="3019" name="yangyuhui" initials="y" lastIdx="0" clrIdx="3018"/>
  <p:cmAuthor id="3020" name="liulan" initials="l" lastIdx="0" clrIdx="3019"/>
  <p:cmAuthor id="3021" name="星辰" initials="星" lastIdx="0" clrIdx="3020"/>
  <p:cmAuthor id="3022" name="xingxf" initials="x" lastIdx="0" clrIdx="3021"/>
  <p:cmAuthor id="3023" name="NiHao" initials="N" lastIdx="0" clrIdx="3022"/>
  <p:cmAuthor id="3024" name="547518668@qq.com" initials="5" lastIdx="0" clrIdx="3023"/>
  <p:cmAuthor id="3025" name="PXB" initials="P" lastIdx="0" clrIdx="3024"/>
  <p:cmAuthor id="3026" name="xuhaoyu" initials="x" lastIdx="0" clrIdx="3025"/>
  <p:cmAuthor id="3027" name="821375975@qq.com" initials="8" lastIdx="0" clrIdx="3026"/>
  <p:cmAuthor id="3028" name="王 国卫" initials="王" lastIdx="0" clrIdx="3027"/>
  <p:cmAuthor id="3029" name="何慧丽" initials="何" lastIdx="0" clrIdx="3028"/>
  <p:cmAuthor id="3030" name="康炳振" initials="康" lastIdx="0" clrIdx="3029"/>
  <p:cmAuthor id="3031" name="36216" initials="3" lastIdx="0" clrIdx="3030"/>
  <p:cmAuthor id="3032" name="贺龙" initials="贺" lastIdx="0" clrIdx="3031"/>
  <p:cmAuthor id="3033" name="姓 汤旭铭" initials="姓" lastIdx="0" clrIdx="3032"/>
  <p:cmAuthor id="3034" name="yan" initials="y" lastIdx="0" clrIdx="3033"/>
  <p:cmAuthor id="3035" name="未知用户228" initials="未" lastIdx="0" clrIdx="3034"/>
  <p:cmAuthor id="3036" name="刘凯欣" initials="刘" lastIdx="0" clrIdx="3035"/>
  <p:cmAuthor id="3037" name="dellwin" initials="d" lastIdx="0" clrIdx="3036"/>
  <p:cmAuthor id="3038" name="Abel" initials="A" lastIdx="0" clrIdx="3037"/>
  <p:cmAuthor id="3039" name="jinxin" initials="j" lastIdx="0" clrIdx="3038"/>
  <p:cmAuthor id="3040" name="yltp" initials="y" lastIdx="0" clrIdx="3039"/>
  <p:cmAuthor id="3041" name="H1900" initials="H" lastIdx="0" clrIdx="3040"/>
  <p:cmAuthor id="3042" name="赵生杰" initials="赵" lastIdx="0" clrIdx="3041"/>
  <p:cmAuthor id="3043" name="TPlife" initials="T" lastIdx="0" clrIdx="3042"/>
  <p:cmAuthor id="3044" name="liliana" initials="l" lastIdx="0" clrIdx="3043"/>
  <p:cmAuthor id="3045" name="xuxiaofei" initials="x" lastIdx="0" clrIdx="3044"/>
  <p:cmAuthor id="3046" name="李娟" initials="l" lastIdx="0" clrIdx="3045"/>
  <p:cmAuthor id="3047" name="唐芳菲" initials="唐" lastIdx="0" clrIdx="3046"/>
  <p:cmAuthor id="3048" name="Thomas Zeng" initials="TZ" lastIdx="0" clrIdx="3047"/>
  <p:cmAuthor id="3049" name="马纪梅" initials="马" lastIdx="0" clrIdx="3048"/>
  <p:cmAuthor id="3050" name="wangyuan20" initials="w" lastIdx="0" clrIdx="3049"/>
  <p:cmAuthor id="3051" name="朱粒" initials="朱" lastIdx="0" clrIdx="3050"/>
  <p:cmAuthor id="3052" name="董晔" initials="董" lastIdx="0" clrIdx="3051"/>
  <p:cmAuthor id="3053" name="chivas d" initials="c" lastIdx="0" clrIdx="3052"/>
  <p:cmAuthor id="3054" name="CommUser" initials="C" lastIdx="0" clrIdx="3053"/>
  <p:cmAuthor id="3055" name="杨 浩淼" initials="杨" lastIdx="0" clrIdx="3054"/>
  <p:cmAuthor id="3056" name="张云超" initials="张" lastIdx="0" clrIdx="3055"/>
  <p:cmAuthor id="3057" name="haiming27@126.com" initials="h" lastIdx="0" clrIdx="3056"/>
  <p:cmAuthor id="3058" name="ss" initials="s" lastIdx="0" clrIdx="3057"/>
  <p:cmAuthor id="3059" name="localadmin" initials="l" lastIdx="0" clrIdx="3058"/>
  <p:cmAuthor id="3060" name="gaojg02" initials="g" lastIdx="0" clrIdx="3059"/>
  <p:cmAuthor id="3061" name="yangsl33" initials="y" lastIdx="0" clrIdx="3060"/>
  <p:cmAuthor id="3062" name="Jinyi" initials="J" lastIdx="0" clrIdx="3061"/>
  <p:cmAuthor id="3063" name="杨涛-lah" initials="杨" lastIdx="0" clrIdx="3062"/>
  <p:cmAuthor id="3064" name="kp l" initials="k" lastIdx="0" clrIdx="3063"/>
  <p:cmAuthor id="3065" name="石惠敏" initials="石" lastIdx="0" clrIdx="3064"/>
  <p:cmAuthor id="3066" name="tcymr@163.com" initials="t" lastIdx="0" clrIdx="3065"/>
  <p:cmAuthor id="3067" name="樊星" initials="樊" lastIdx="0" clrIdx="3066"/>
  <p:cmAuthor id="3068" name="季玉洁" initials="季" lastIdx="0" clrIdx="3067"/>
  <p:cmAuthor id="3069" name="lijinhe" initials="l" lastIdx="0" clrIdx="3068"/>
  <p:cmAuthor id="3070" name="sufeng02" initials="s" lastIdx="0" clrIdx="3069"/>
  <p:cmAuthor id="3071" name="shenxz07" initials="s" lastIdx="0" clrIdx="3070"/>
  <p:cmAuthor id="3072" name="lihq16" initials="l" lastIdx="0" clrIdx="3071"/>
  <p:cmAuthor id="3073" name="实习生_严政宇" initials="实" lastIdx="0" clrIdx="3072"/>
  <p:cmAuthor id="3074" name="陈静雯" initials="陈" lastIdx="0" clrIdx="3073"/>
  <p:cmAuthor id="3075" name="jing.xue" initials="j" lastIdx="0" clrIdx="3074"/>
  <p:cmAuthor id="3076" name="liuyadong" initials="l" lastIdx="0" clrIdx="3075"/>
  <p:cmAuthor id="3077" name="grace" initials="g" lastIdx="0" clrIdx="3076"/>
  <p:cmAuthor id="3078" name="陈希(寿险一元培训部)" initials="陈" lastIdx="0" clrIdx="3077"/>
  <p:cmAuthor id="3079" name="tkqd" initials="t" lastIdx="0" clrIdx="3078"/>
  <p:cmAuthor id="3080" name="Wang, Cherry-J" initials="W" lastIdx="0" clrIdx="3079"/>
  <p:cmAuthor id="3081" name="崔冶鸣（内蒙古英才管培生）" initials="崔" lastIdx="0" clrIdx="3080"/>
  <p:cmAuthor id="3082" name="zhaoling23" initials="z" lastIdx="0" clrIdx="3081"/>
  <p:cmAuthor id="3083" name="方方" initials="方" lastIdx="0" clrIdx="3082"/>
  <p:cmAuthor id="3084" name="tuhh" initials="t" lastIdx="0" clrIdx="3083"/>
  <p:cmAuthor id="3085" name="tang ff" initials="tf" lastIdx="0" clrIdx="3084"/>
  <p:cmAuthor id="3086" name="LiWei" initials="L" lastIdx="0" clrIdx="3085"/>
  <p:cmAuthor id="3087" name="jxgy15" initials="j" lastIdx="0" clrIdx="3086"/>
  <p:cmAuthor id="3088" name="王航" initials="王" lastIdx="0" clrIdx="3087"/>
  <p:cmAuthor id="3089" name="83676" initials="8" lastIdx="0" clrIdx="3088"/>
  <p:cmAuthor id="3090" name="回校" initials="回" lastIdx="0" clrIdx="3089"/>
  <p:cmAuthor id="3091" name="楚汉公司企划部" initials="楚" lastIdx="0" clrIdx="3090"/>
  <p:cmAuthor id="3092" name="Microsoft" initials="M" lastIdx="0" clrIdx="3091"/>
  <p:cmAuthor id="3093" name="Huangx" initials="H" lastIdx="0" clrIdx="3092"/>
  <p:cmAuthor id="3094" name="clic" initials="c" lastIdx="0" clrIdx="3093"/>
  <p:cmAuthor id="3095" name="Tracy" initials="T" lastIdx="0" clrIdx="3094"/>
  <p:cmAuthor id="3096" name="preppypan@163.com" initials="p" lastIdx="0" clrIdx="3095"/>
  <p:cmAuthor id="3097" name="sunxp002" initials="s" lastIdx="0" clrIdx="3096"/>
  <p:cmAuthor id="3098" name="86158" initials="8" lastIdx="0" clrIdx="3097"/>
  <p:cmAuthor id="3099" name="兆才 文" initials="兆" lastIdx="0" clrIdx="3098"/>
  <p:cmAuthor id="3100" name="A1832" initials="A" lastIdx="0" clrIdx="3099"/>
  <p:cmAuthor id="3101" name="李珔暐" initials="李" lastIdx="0" clrIdx="3100"/>
  <p:cmAuthor id="3102" name="闫旭" initials="闫" lastIdx="0" clrIdx="3101"/>
  <p:cmAuthor id="3103" name="Joyce Ren" initials="J" lastIdx="0" clrIdx="3102"/>
  <p:cmAuthor id="3104" name="anni" initials="a" lastIdx="0" clrIdx="3103"/>
  <p:cmAuthor id="3105" name="woki" initials="w" lastIdx="0" clrIdx="3104"/>
  <p:cmAuthor id="3106" name="qiuws01" initials="qiuws01" lastIdx="0" clrIdx="3105"/>
  <p:cmAuthor id="3107" name="MC SYSTEM" initials="M" lastIdx="0" clrIdx="3106"/>
  <p:cmAuthor id="3108" name="weihao05" initials="w" lastIdx="0" clrIdx="3107"/>
  <p:cmAuthor id="3109" name="yang kina" initials="y" lastIdx="0" clrIdx="3108"/>
  <p:cmAuthor id="3110" name="张 步伟" initials="张" lastIdx="0" clrIdx="3109"/>
  <p:cmAuthor id="3111" name="liuming31" initials="l" lastIdx="0" clrIdx="3110"/>
  <p:cmAuthor id="3112" name="xiaoyang20" initials="x" lastIdx="0" clrIdx="3111"/>
  <p:cmAuthor id="3113" name="孙明阳" initials="孙" lastIdx="0" clrIdx="3112"/>
  <p:cmAuthor id="3114" name="葛艳艳" initials="葛" lastIdx="0" clrIdx="3113"/>
  <p:cmAuthor id="3115" name="30827" initials="3" lastIdx="0" clrIdx="3114"/>
  <p:cmAuthor id="3116" name="新萝卜家园" initials="新" lastIdx="0" clrIdx="3115"/>
  <p:cmAuthor id="3117" name="taikangF1" initials="t" lastIdx="0" clrIdx="3116"/>
  <p:cmAuthor id="3118" name="宋春华" initials="宋" lastIdx="0" clrIdx="3117"/>
  <p:cmAuthor id="3119" name="lixiaosong" initials="l" lastIdx="0" clrIdx="3118"/>
  <p:cmAuthor id="3120" name="yanqiqi-lgd" initials="y" lastIdx="0" clrIdx="3119"/>
  <p:cmAuthor id="3121" name="方朝军/产品推动室/产品开发推广部/总公司" initials="方" lastIdx="0" clrIdx="3120"/>
  <p:cmAuthor id="3122" name="zq" initials="z" lastIdx="0" clrIdx="3121"/>
  <p:cmAuthor id="3123" name="JXGXB" initials="J" lastIdx="0" clrIdx="3122"/>
  <p:cmAuthor id="3124" name="temp" initials="t" lastIdx="0" clrIdx="3123"/>
  <p:cmAuthor id="3125" name="13602" initials="1" lastIdx="0" clrIdx="3124"/>
  <p:cmAuthor id="3126" name="Linjing" initials="L" lastIdx="0" clrIdx="3125"/>
  <p:cmAuthor id="3127" name="tanhl05" initials="t" lastIdx="0" clrIdx="3126"/>
  <p:cmAuthor id="3128" name="Tracy Chen" initials="T" lastIdx="0" clrIdx="3127"/>
  <p:cmAuthor id="3129" name="dongwc0205" initials="d" lastIdx="0" clrIdx="3128"/>
  <p:cmAuthor id="3130" name="levy" initials="l" lastIdx="0" clrIdx="3129"/>
  <p:cmAuthor id="3131" name="CSH" initials="C" lastIdx="0" clrIdx="3130"/>
  <p:cmAuthor id="3132" name="94495" initials="9" lastIdx="0" clrIdx="3131"/>
  <p:cmAuthor id="3133" name="zhenwb" initials="z" lastIdx="0" clrIdx="3132"/>
  <p:cmAuthor id="3134" name="庞宝国" initials="" lastIdx="0" clrIdx="3133"/>
  <p:cmAuthor id="3135" name="FXZC" initials="F" lastIdx="0" clrIdx="3134"/>
  <p:cmAuthor id="3136" name="wangqd07" initials="w" lastIdx="0" clrIdx="3135"/>
  <p:cmAuthor id="3137" name="肖 雷" initials="肖" lastIdx="0" clrIdx="3136"/>
  <p:cmAuthor id="3138" name="袁广涛" initials="袁" lastIdx="0" clrIdx="3137"/>
  <p:cmAuthor id="3139" name="吕雪莹" initials="吕" lastIdx="0" clrIdx="3138"/>
  <p:cmAuthor id="3140" name="杨 树林" initials="杨" lastIdx="0" clrIdx="3139"/>
  <p:cmAuthor id="3141" name="田 斌" initials="田" lastIdx="0" clrIdx="3140"/>
  <p:cmAuthor id="3142" name="ydx2003new@163.com" initials="y" lastIdx="0" clrIdx="3141"/>
  <p:cmAuthor id="3143" name="yuancc04" initials="y" lastIdx="0" clrIdx="3142"/>
  <p:cmAuthor id="3144" name="Student" initials="S" lastIdx="0" clrIdx="3143"/>
  <p:cmAuthor id="3145" name="Kingsoft" initials="K" lastIdx="0" clrIdx="3144"/>
  <p:cmAuthor id="3146" name="litt21" initials="l" lastIdx="0" clrIdx="3145"/>
  <p:cmAuthor id="3147" name="libo-076" initials="l" lastIdx="0" clrIdx="3146"/>
  <p:cmAuthor id="3148" name="YZB" initials="Y" lastIdx="0" clrIdx="3147"/>
  <p:cmAuthor id="3149" name="wangpf24" initials="w" lastIdx="0" clrIdx="3148"/>
  <p:cmAuthor id="3150" name="俞寅达" initials="俞" lastIdx="0" clrIdx="3149"/>
  <p:cmAuthor id="3151" name="Windows" initials="W" lastIdx="0" clrIdx="3150"/>
  <p:cmAuthor id="3152" name="547716734@qq.com" initials="5" lastIdx="0" clrIdx="3151"/>
  <p:cmAuthor id="3153" name="xiegz01" initials="x" lastIdx="0" clrIdx="3152"/>
  <p:cmAuthor id="3154" name="记得。" initials="记" lastIdx="0" clrIdx="3153"/>
  <p:cmAuthor id="3155" name="sivaram" initials="s" lastIdx="0" clrIdx="3154"/>
  <p:cmAuthor id="3156" name="tjliqq" initials="tjliqq" lastIdx="0" clrIdx="3155"/>
  <p:cmAuthor id="3157" name="刘淼" initials="刘" lastIdx="0" clrIdx="3156"/>
  <p:cmAuthor id="3158" name="zhangll237" initials="z" lastIdx="0" clrIdx="3157"/>
  <p:cmAuthor id="3159" name="97017" initials="9" lastIdx="0" clrIdx="3158"/>
  <p:cmAuthor id="3160" name="陈 娟" initials="陈" lastIdx="0" clrIdx="3159"/>
  <p:cmAuthor id="3161" name="panyi05" initials="p" lastIdx="0" clrIdx="3160"/>
  <p:cmAuthor id="3162" name="幸运的蕾蕾" initials="幸" lastIdx="0" clrIdx="3161"/>
  <p:cmAuthor id="3163" name="周玲娟" initials="周" lastIdx="0" clrIdx="3162"/>
  <p:cmAuthor id="3164" name="yuxm23" initials="y" lastIdx="0" clrIdx="3163"/>
  <p:cmAuthor id="3165" name="lin lin" initials="l" lastIdx="0" clrIdx="3164"/>
  <p:cmAuthor id="3166" name="左健" initials="左" lastIdx="0" clrIdx="3165"/>
  <p:cmAuthor id="3167" name="邓蓉榕" initials="邓" lastIdx="0" clrIdx="3166"/>
  <p:cmAuthor id="3168" name="liuxl202" initials="l" lastIdx="0" clrIdx="3167"/>
  <p:cmAuthor id="3169" name="时方赛" initials="时" lastIdx="0" clrIdx="3168"/>
  <p:cmAuthor id="3170" name="Jiang, Alicia" initials="J" lastIdx="0" clrIdx="3169"/>
  <p:cmAuthor id="3171" name="lenovo0" initials="l" lastIdx="0" clrIdx="3170"/>
  <p:cmAuthor id="3172" name="马继忠" initials="马继忠" lastIdx="0" clrIdx="3171"/>
  <p:cmAuthor id="3173" name="youyang" initials="y" lastIdx="0" clrIdx="3172"/>
  <p:cmAuthor id="3174" name="MACHENIKE" initials="M" lastIdx="0" clrIdx="3173"/>
  <p:cmAuthor id="3175" name="侯云鹏_JfIfiqmM" initials="侯" lastIdx="0" clrIdx="3174"/>
  <p:cmAuthor id="3176" name="莉妹儿" initials="莉" lastIdx="0" clrIdx="3175"/>
  <p:cmAuthor id="3177" name="刘 林山" initials="刘" lastIdx="0" clrIdx="3176"/>
  <p:cmAuthor id="3178" name="yi'da'su" initials="y" lastIdx="0" clrIdx="3177"/>
  <p:cmAuthor id="3179" name="朱乐定" initials="朱" lastIdx="0" clrIdx="3178"/>
  <p:cmAuthor id="3180" name="TAO LIU" initials="T" lastIdx="0" clrIdx="3179"/>
  <p:cmAuthor id="3181" name="Guo Gordon" initials="G" lastIdx="0" clrIdx="3180"/>
  <p:cmAuthor id="3182" name="卢侃侃" initials="卢" lastIdx="0" clrIdx="3181"/>
  <p:cmAuthor id="3183" name="haoby" initials="h" lastIdx="0" clrIdx="3182"/>
  <p:cmAuthor id="3184" name="songcl" initials="s" lastIdx="0" clrIdx="3183"/>
  <p:cmAuthor id="3185" name="wang xin" initials="w" lastIdx="0" clrIdx="3184"/>
  <p:cmAuthor id="3186" name="刘芸" initials="刘" lastIdx="0" clrIdx="3185"/>
  <p:cmAuthor id="3187" name="lijy116" initials="l" lastIdx="0" clrIdx="3186"/>
  <p:cmAuthor id="3188" name="Wei Fusheng" initials="W" lastIdx="0" clrIdx="3187"/>
  <p:cmAuthor id="3189" name="ChinaLife" initials="C" lastIdx="0" clrIdx="3188"/>
  <p:cmAuthor id="3190" name="阿坤" initials="阿" lastIdx="0" clrIdx="3189"/>
  <p:cmAuthor id="3191" name="yedy" initials="yedy" lastIdx="0" clrIdx="3190"/>
  <p:cmAuthor id="3192" name="yangdc09" initials="y" lastIdx="0" clrIdx="3191"/>
  <p:cmAuthor id="3193" name="Qi Bonan" initials="Q" lastIdx="0" clrIdx="3192"/>
  <p:cmAuthor id="3194" name="锦江—阿昊" initials="锦" lastIdx="0" clrIdx="3193"/>
  <p:cmAuthor id="3195" name="张亚男" initials="张" lastIdx="0" clrIdx="3194"/>
  <p:cmAuthor id="3196" name="renay@qq.com" initials="r" lastIdx="0" clrIdx="3195"/>
  <p:cmAuthor id="3197" name="天元" initials="天" lastIdx="0" clrIdx="3196"/>
  <p:cmAuthor id="3198" name="xieteng" initials="x" lastIdx="0" clrIdx="3197"/>
  <p:cmAuthor id="3199" name="zhangxj96" initials="z" lastIdx="0" clrIdx="3198"/>
  <p:cmAuthor id="3200" name="妍 黄" initials="妍" lastIdx="0" clrIdx="3199"/>
  <p:cmAuthor id="3201" name="王庆(Kevin)" initials="王" lastIdx="0" clrIdx="3200"/>
  <p:cmAuthor id="3202" name="13699440144@163.com" initials="1" lastIdx="0" clrIdx="3201"/>
  <p:cmAuthor id="3203" name="Hong ZHANG" initials="H" lastIdx="0" clrIdx="3202"/>
  <p:cmAuthor id="3204" name="xy_te" initials="x" lastIdx="0" clrIdx="3203"/>
  <p:cmAuthor id="3205" name="张剑" initials="张" lastIdx="0" clrIdx="3204"/>
  <p:cmAuthor id="3206" name="15631" initials="1" lastIdx="0" clrIdx="3205"/>
  <p:cmAuthor id="3207" name="thy7854@163.com" initials="t" lastIdx="0" clrIdx="3206"/>
  <p:cmAuthor id="3208" name="乾坤 赵" initials="乾" lastIdx="0" clrIdx="3207"/>
  <p:cmAuthor id="3209" name="tianyuan" initials="t" lastIdx="0" clrIdx="3208"/>
  <p:cmAuthor id="3210" name="烟台" initials="烟" lastIdx="0" clrIdx="3209"/>
  <p:cmAuthor id="3211" name="qiang" initials="q" lastIdx="0" clrIdx="3210"/>
  <p:cmAuthor id="3212" name="kevin" initials="k" lastIdx="0" clrIdx="3211"/>
  <p:cmAuthor id="3213" name="汤莹" initials="汤" lastIdx="0" clrIdx="3212"/>
  <p:cmAuthor id="3214" name="Hiugibub" initials="H" lastIdx="0" clrIdx="3213"/>
  <p:cmAuthor id="3215" name="代 传江" initials="代" lastIdx="0" clrIdx="3214"/>
  <p:cmAuthor id="3216" name="❤_＂QIAN。✿" initials="❤" lastIdx="0" clrIdx="3215"/>
  <p:cmAuthor id="3217" name="曹 朝辉" initials="曹" lastIdx="0" clrIdx="3216"/>
  <p:cmAuthor id="3218" name="穆 峯" initials="穆" lastIdx="0" clrIdx="3217"/>
  <p:cmAuthor id="3219" name="穆怀昊" initials="穆怀昊" lastIdx="0" clrIdx="3218"/>
  <p:cmAuthor id="3220" name="TianLei" initials="T" lastIdx="0" clrIdx="3219"/>
  <p:cmAuthor id="3221" name="he zhirui" initials="h" lastIdx="0" clrIdx="3220"/>
  <p:cmAuthor id="3222" name="752844632@qq.com" initials="7" lastIdx="0" clrIdx="3221"/>
  <p:cmAuthor id="3223" name="鄂川 张" initials="鄂张" lastIdx="0" clrIdx="3222"/>
  <p:cmAuthor id="3224" name="小鹏 李" initials="小李" lastIdx="0" clrIdx="3223"/>
  <p:cmAuthor id="3225" name="到底意难平" initials="到" lastIdx="0" clrIdx="3224"/>
  <p:cmAuthor id="3226" name="王 金谦" initials="王" lastIdx="0" clrIdx="3225"/>
  <p:cmAuthor id="3227" name="金良_jYJz3qQJ" initials="authorId_387587456" lastIdx="0" clrIdx="3226"/>
  <p:cmAuthor id="3228" name="张牧子" initials="张" lastIdx="0" clrIdx="3227"/>
  <p:cmAuthor id="3229" name="陆十" initials="陆" lastIdx="0" clrIdx="3228"/>
  <p:cmAuthor id="3230" name="A5937" initials="A" lastIdx="0" clrIdx="3229"/>
  <p:cmAuthor id="3231" name="大唐圣僧" initials="大" lastIdx="0" clrIdx="3230"/>
  <p:cmAuthor id="3232" name="张洲萌" initials="张" lastIdx="0" clrIdx="3231"/>
  <p:cmAuthor id="3233" name="yiwei zhu" initials="y" lastIdx="0" clrIdx="3232"/>
  <p:cmAuthor id="3234" name="catlaohu" initials="c" lastIdx="0" clrIdx="3233"/>
  <p:cmAuthor id="3235" name="wtt" initials="w" lastIdx="0" clrIdx="3234"/>
  <p:cmAuthor id="3236" name="Eliva Sun" initials="E" lastIdx="0" clrIdx="3235"/>
  <p:cmAuthor id="3237" name="zhuhq11" initials="z" lastIdx="0" clrIdx="3236"/>
  <p:cmAuthor id="3238" name="ST-Zhaoyamo" initials="S" lastIdx="0" clrIdx="3237"/>
  <p:cmAuthor id="3239" name="liyang258" initials="l" lastIdx="0" clrIdx="3238"/>
  <p:cmAuthor id="3240" name="39538" initials="3" lastIdx="0" clrIdx="3239"/>
  <p:cmAuthor id="3241" name="51176" initials="5" lastIdx="0" clrIdx="3240"/>
  <p:cmAuthor id="3242" name="刘 健伟" initials="刘" lastIdx="0" clrIdx="3241"/>
  <p:cmAuthor id="3243" name="特力 塔娜" initials="特力" lastIdx="0" clrIdx="3242"/>
  <p:cmAuthor id="3244" name="泰康自贡本部" initials="泰" lastIdx="0" clrIdx="3243"/>
  <p:cmAuthor id="3245" name="朱晓彤" initials="C" lastIdx="0" clrIdx="3244"/>
  <p:cmAuthor id="3246" name="huangliangliang" initials="h" lastIdx="0" clrIdx="3245"/>
  <p:cmAuthor id="3247" name="的鹿" initials="的" lastIdx="0" clrIdx="3246"/>
  <p:cmAuthor id="3248" name="942118604@qq.com" initials="9" lastIdx="0" clrIdx="3247"/>
  <p:cmAuthor id="3249" name="22010" initials="2" lastIdx="0" clrIdx="3248"/>
  <p:cmAuthor id="3250" name="bai bai" initials="b" lastIdx="0" clrIdx="3249"/>
  <p:cmAuthor id="3251" name="Bo" initials="B" lastIdx="0" clrIdx="3250"/>
  <p:cmAuthor id="3252" name="zhengyi" initials="z" lastIdx="0" clrIdx="3251"/>
  <p:cmAuthor id="3253" name="理者" initials="理" lastIdx="0" clrIdx="3252"/>
  <p:cmAuthor id="3254" name="闪电杰尼" initials="闪" lastIdx="0" clrIdx="3253"/>
  <p:cmAuthor id="3255" name="翔宇" initials="翔" lastIdx="0" clrIdx="3254"/>
  <p:cmAuthor id="3256" name="449030419@qq.com" initials="4" lastIdx="0" clrIdx="3255"/>
  <p:cmAuthor id="3257" name="郑由星_外网" initials="郑" lastIdx="0" clrIdx="3256"/>
  <p:cmAuthor id="3258" name="x s" initials="x" lastIdx="0" clrIdx="3257"/>
  <p:cmAuthor id="3259" name="姗姗来迟" initials="姗" lastIdx="0" clrIdx="3258"/>
  <p:cmAuthor id="3260" name="nieyp" initials="n" lastIdx="0" clrIdx="3259"/>
  <p:cmAuthor id="3261" name="zhengwen" initials="z" lastIdx="0" clrIdx="3260"/>
  <p:cmAuthor id="3262" name="wangsc" initials="w" lastIdx="0" clrIdx="3261"/>
  <p:cmAuthor id="3263" name="Xin Wang" initials="X" lastIdx="0" clrIdx="3262"/>
  <p:cmAuthor id="3264" name="郄 琰" initials="郄" lastIdx="0" clrIdx="3263"/>
  <p:cmAuthor id="3265" name="Office" initials="O" lastIdx="0" clrIdx="3264"/>
  <p:cmAuthor id="3266" name="罗梁" initials="罗" lastIdx="0" clrIdx="3265"/>
  <p:cmAuthor id="3267" name="李天昊" initials="李" lastIdx="0" clrIdx="3266"/>
  <p:cmAuthor id="3268" name="z cl" initials="z" lastIdx="0" clrIdx="3267"/>
  <p:cmAuthor id="3269" name="liuys40" initials="l" lastIdx="0" clrIdx="3268"/>
  <p:cmAuthor id="3270" name="刘 帅" initials="刘" lastIdx="0" clrIdx="3269"/>
  <p:cmAuthor id="3271" name="martin" initials="m" lastIdx="0" clrIdx="3270"/>
  <p:cmAuthor id="3272" name="张婧玉" initials="张婧玉" lastIdx="0" clrIdx="3271"/>
  <p:cmAuthor id="3273" name="钱 伟强" initials="钱" lastIdx="0" clrIdx="3272"/>
  <p:cmAuthor id="3274" name="沈 秀敏" initials="沈" lastIdx="0" clrIdx="3273"/>
  <p:cmAuthor id="3275" name="贺淞 许" initials="贺许" lastIdx="0" clrIdx="3274"/>
  <p:cmAuthor id="3276" name="姚灿" initials="姚" lastIdx="0" clrIdx="3275"/>
  <p:cmAuthor id="3277" name="Simon Camp" initials="S" lastIdx="0" clrIdx="3276"/>
  <p:cmAuthor id="3278" name="郭佳宏" initials="郭" lastIdx="0" clrIdx="3277"/>
  <p:cmAuthor id="3279" name="志国 刘" initials="志" lastIdx="0" clrIdx="3278"/>
  <p:cmAuthor id="3280" name="8613607323127" initials="8" lastIdx="0" clrIdx="3279"/>
  <p:cmAuthor id="3281" name="330488008@qq.com" initials="3" lastIdx="0" clrIdx="3280"/>
  <p:cmAuthor id="3282" name="zhangcy58" initials="z" lastIdx="0" clrIdx="3281"/>
  <p:cmAuthor id="3283" name="殷小霞" initials="殷" lastIdx="0" clrIdx="3282"/>
  <p:cmAuthor id="3284" name="赵威然" initials="赵" lastIdx="0" clrIdx="3283"/>
  <p:cmAuthor id="3285" name="王朋" initials="王" lastIdx="0" clrIdx="3284"/>
  <p:cmAuthor id="3286" name="Geffrey Pan" initials="G" lastIdx="0" clrIdx="3285"/>
  <p:cmAuthor id="3287" name="曾 继" initials="曾" lastIdx="0" clrIdx="3286"/>
  <p:cmAuthor id="3288" name="孟家兴" initials="孟" lastIdx="0" clrIdx="3287"/>
  <p:cmAuthor id="3289" name="周俏林" initials="周" lastIdx="0" clrIdx="3288"/>
  <p:cmAuthor id="3290" name="Vicky Cheung" initials="V" lastIdx="0" clrIdx="3289"/>
  <p:cmAuthor id="3291" name="Guangming" initials="G" lastIdx="0" clrIdx="3290"/>
  <p:cmAuthor id="3292" name="袁 栋" initials="袁" lastIdx="0" clrIdx="3291"/>
  <p:cmAuthor id="3293" name="zhangmh@httz.cc" initials="z" lastIdx="0" clrIdx="3292"/>
  <p:cmAuthor id="3294" name="THINPAD" initials="T" lastIdx="0" clrIdx="3293"/>
  <p:cmAuthor id="3295" name="Tyx" initials="T" lastIdx="0" clrIdx="3294"/>
  <p:cmAuthor id="3296" name="lili" initials="lili" lastIdx="0" clrIdx="3295"/>
  <p:cmAuthor id="3297" name="周涛" initials="周" lastIdx="0" clrIdx="3296"/>
  <p:cmAuthor id="3298" name="li kunjie" initials="l" lastIdx="0" clrIdx="3297"/>
  <p:cmAuthor id="3299" name="幸全" initials="幸" lastIdx="0" clrIdx="3298"/>
  <p:cmAuthor id="3300" name="谢 小小" initials="谢" lastIdx="0" clrIdx="3299"/>
  <p:cmAuthor id="3301" name="win11" initials="w" lastIdx="0" clrIdx="3300"/>
  <p:cmAuthor id="3302" name="陈 玉凤" initials="陈" lastIdx="0" clrIdx="3301"/>
  <p:cmAuthor id="3303" name="yu Grover" initials="y" lastIdx="0" clrIdx="3302"/>
  <p:cmAuthor id="3304" name="hancy09" initials="h" lastIdx="0" clrIdx="3303"/>
  <p:cmAuthor id="3305" name="tanmy05" initials="t" lastIdx="0" clrIdx="3304"/>
  <p:cmAuthor id="3306" name="zhaoyan105" initials="z" lastIdx="0" clrIdx="3305"/>
  <p:cmAuthor id="3307" name="liangzx07" initials="l" lastIdx="0" clrIdx="3306"/>
  <p:cmAuthor id="3308" name="yuanwz02" initials="y" lastIdx="0" clrIdx="3307"/>
  <p:cmAuthor id="3309" name="wangcz2" initials="w" lastIdx="0" clrIdx="3308"/>
  <p:cmAuthor id="3310" name="ZXAGX@outlook.com" initials="Z" lastIdx="0" clrIdx="3309"/>
  <p:cmAuthor id="3311" name="307356304@qq.com" initials="3" lastIdx="0" clrIdx="3310"/>
  <p:cmAuthor id="3312" name="Judith" initials="J" lastIdx="0" clrIdx="3311"/>
  <p:cmAuthor id="3313" name="liutt81" initials="l" lastIdx="0" clrIdx="3312"/>
  <p:cmAuthor id="3314" name="bc" initials="b" lastIdx="0" clrIdx="3313"/>
  <p:cmAuthor id="3315" name="王永" initials="王" lastIdx="0" clrIdx="3314"/>
  <p:cmAuthor id="3316" name="吕永朋" initials="吕" lastIdx="0" clrIdx="3315"/>
  <p:cmAuthor id="3317" name="TK" initials="T" lastIdx="0" clrIdx="3316"/>
  <p:cmAuthor id="3318" name="yanglu30" initials="y" lastIdx="0" clrIdx="3317"/>
  <p:cmAuthor id="3319" name="王 婧" initials="王" lastIdx="0" clrIdx="3318"/>
  <p:cmAuthor id="3320" name="Fengling" initials="F" lastIdx="0" clrIdx="3319"/>
  <p:cmAuthor id="3321" name="孙青川" initials="孙" lastIdx="0" clrIdx="3320"/>
  <p:cmAuthor id="3322" name="15356" initials="1" lastIdx="0" clrIdx="3321"/>
  <p:cmAuthor id="3323" name="Zhou Xuanjun" initials="Z" lastIdx="0" clrIdx="3322"/>
  <p:cmAuthor id="3324" name="聂潇丽" initials="聂" lastIdx="0" clrIdx="3323"/>
  <p:cmAuthor id="3325" name="1716169290@qq.com" initials="1" lastIdx="0" clrIdx="3324"/>
  <p:cmAuthor id="3326" name="欢 韩" initials="欢" lastIdx="0" clrIdx="3325"/>
  <p:cmAuthor id="3327" name="子轩 朱" initials="子轩" lastIdx="0" clrIdx="3326"/>
  <p:cmAuthor id="3328" name="阮 啸" initials="阮" lastIdx="0" clrIdx="3327"/>
  <p:cmAuthor id="3329" name="中国人寿曲阜公司个险部" initials="中" lastIdx="0" clrIdx="3328"/>
  <p:cmAuthor id="3330" name="黄洁雯" initials="黄" lastIdx="0" clrIdx="3329"/>
  <p:cmAuthor id="3331" name="林正阳" initials="林" lastIdx="0" clrIdx="3330"/>
  <p:cmAuthor id="3332" name="Why" initials="W" lastIdx="0" clrIdx="3331"/>
  <p:cmAuthor id="3333" name="韩喆权" initials="韩" lastIdx="0" clrIdx="3332"/>
  <p:cmAuthor id="3334" name="Iris-T Liu" initials="I" lastIdx="0" clrIdx="3333"/>
  <p:cmAuthor id="3335" name="未知用户225" initials="未" lastIdx="0" clrIdx="3334"/>
  <p:cmAuthor id="3336" name="贲春刚" initials="贲" lastIdx="0" clrIdx="3335"/>
  <p:cmAuthor id="3337" name="Am'be'r" initials="A" lastIdx="0" clrIdx="3336"/>
  <p:cmAuthor id="3338" name="蒙阴收展部" initials="蒙" lastIdx="0" clrIdx="3337"/>
  <p:cmAuthor id="3339" name="10946" initials="1" lastIdx="0" clrIdx="3338"/>
  <p:cmAuthor id="3340" name="杨迟" initials="杨" lastIdx="0" clrIdx="3339"/>
  <p:cmAuthor id="3341" name="zhuyk" initials="z" lastIdx="0" clrIdx="3340"/>
  <p:cmAuthor id="3342" name="程康平" initials="程" lastIdx="0" clrIdx="3341"/>
  <p:cmAuthor id="3343" name="杨睿" initials="杨" lastIdx="0" clrIdx="3342"/>
  <p:cmAuthor id="3344" name="赵赫" initials="赵" lastIdx="0" clrIdx="3343"/>
  <p:cmAuthor id="3345" name="李静" initials="李" lastIdx="0" clrIdx="3344"/>
  <p:cmAuthor id="3346" name="韩晓" initials="韩" lastIdx="0" clrIdx="3345"/>
  <p:cmAuthor id="3347" name="86178" initials="8" lastIdx="0" clrIdx="3346"/>
  <p:cmAuthor id="3348" name="回收一" initials="回" lastIdx="0" clrIdx="3347"/>
  <p:cmAuthor id="3349" name="徐 振" initials="徐" lastIdx="0" clrIdx="3348"/>
  <p:cmAuthor id="3350" name="15853" initials="1" lastIdx="0" clrIdx="3349"/>
  <p:cmAuthor id="3351" name="19916" initials="1" lastIdx="0" clrIdx="3350"/>
  <p:cmAuthor id="3352" name="张蕊" initials="张" lastIdx="0" clrIdx="3351"/>
  <p:cmAuthor id="3353" name="xz2238" initials="x" lastIdx="0" clrIdx="3352"/>
  <p:cmAuthor id="3354" name="王丹（法律）" initials="王" lastIdx="0" clrIdx="3353"/>
  <p:cmAuthor id="3355" name="华为" initials="华" lastIdx="0" clrIdx="3354"/>
  <p:cmAuthor id="3356" name="兖州" initials="兖" lastIdx="0" clrIdx="3355"/>
  <p:cmAuthor id="3357" name="何梦婕" initials="何" lastIdx="0" clrIdx="3356"/>
  <p:cmAuthor id="3358" name="zml" initials="z" lastIdx="0" clrIdx="3357"/>
  <p:cmAuthor id="3359" name="路飞张" initials="路" lastIdx="0" clrIdx="3358"/>
  <p:cmAuthor id="3360" name="125204404@qq.com" initials="1" lastIdx="0" clrIdx="3359"/>
  <p:cmAuthor id="3361" name="绮莹 谭" initials="绮" lastIdx="0" clrIdx="3360"/>
  <p:cmAuthor id="3362" name="雕刻时光 1987" initials="雕" lastIdx="0" clrIdx="3361"/>
  <p:cmAuthor id="3363" name="cindyhycai@hsbc.com.cn" initials="c" lastIdx="0" clrIdx="3362"/>
  <p:cmAuthor id="3364" name="69395" initials="6" lastIdx="0" clrIdx="3363"/>
  <p:cmAuthor id="3365" name="新笔记本电脑二" initials="新" lastIdx="0" clrIdx="3364"/>
  <p:cmAuthor id="3366" name="wangyi" initials="w" lastIdx="0" clrIdx="3365"/>
  <p:cmAuthor id="3367" name="杨舟" initials="Y" lastIdx="0" clrIdx="3366"/>
  <p:cmAuthor id="3368" name="超'S 康皮呦特儿" initials="超" lastIdx="0" clrIdx="3367"/>
  <p:cmAuthor id="3369" name="86151" initials="8" lastIdx="0" clrIdx="3368"/>
  <p:cmAuthor id="3370" name="炸?" initials="炸" lastIdx="0" clrIdx="3369"/>
  <p:cmAuthor id="3371" name="吴 小丽" initials="吴" lastIdx="0" clrIdx="3370"/>
  <p:cmAuthor id="3372" name="fz" initials="f" lastIdx="0" clrIdx="3371"/>
  <p:cmAuthor id="3373" name="Chen Gin" initials="C" lastIdx="0" clrIdx="3372"/>
  <p:cmAuthor id="3374" name="YUN Jiayue" initials="Y" lastIdx="0" clrIdx="3373"/>
  <p:cmAuthor id="3375" name="xiaoxuan Zeng" initials="x" lastIdx="0" clrIdx="3374"/>
  <p:cmAuthor id="3376" name="Kristi Heim" initials="K" lastIdx="0" clrIdx="3375"/>
  <p:cmAuthor id="3377" name="叶茂甫" initials="叶" lastIdx="0" clrIdx="3376"/>
  <p:cmAuthor id="3378" name="黄 兴贵" initials="黄" lastIdx="0" clrIdx="3377"/>
  <p:cmAuthor id="3379" name="office2016mac05452" initials="o" lastIdx="0" clrIdx="3378"/>
  <p:cmAuthor id="3380" name="超乎想象" initials="超" lastIdx="0" clrIdx="3379"/>
  <p:cmAuthor id="3381" name="ROSIEANNA" initials="" lastIdx="0" clrIdx="3380"/>
  <p:cmAuthor id="3382" name="远 姚" initials="远" lastIdx="0" clrIdx="3381"/>
  <p:cmAuthor id="3383" name="JAMES 杨" initials="" lastIdx="0" clrIdx="3382"/>
  <p:cmAuthor id="3384" name="闫志深" initials="" lastIdx="0" clrIdx="3383"/>
  <p:cmAuthor id="3385" name="刘国强" initials="刘" lastIdx="0" clrIdx="3384"/>
  <p:cmAuthor id="3386" name="Maxsad" initials="M" lastIdx="0" clrIdx="3385"/>
  <p:cmAuthor id="3387" name="未知用户338" initials="未" lastIdx="0" clrIdx="3386"/>
  <p:cmAuthor id="3388" name="未知用户331" initials="未" lastIdx="0" clrIdx="3387"/>
  <p:cmAuthor id="3389" name="Bo Yu" initials="B" lastIdx="0" clrIdx="3388"/>
  <p:cmAuthor id="3390" name="thinkpad" initials="t" lastIdx="0" clrIdx="3389"/>
  <p:cmAuthor id="3391" name="咚咚" initials="咚" lastIdx="0" clrIdx="3390"/>
  <p:cmAuthor id="3392" name="GAOTING0407" initials="G" lastIdx="0" clrIdx="3391"/>
  <p:cmAuthor id="3393" name="SONY" initials="S" lastIdx="0" clrIdx="3392"/>
  <p:cmAuthor id="3394" name="Fenix Wen" initials="F" lastIdx="0" clrIdx="3393"/>
  <p:cmAuthor id="3395" name="钟苗Lawrence" initials="钟" lastIdx="0" clrIdx="3394"/>
  <p:cmAuthor id="3396" name="黄汝可" initials="黄" lastIdx="0" clrIdx="3395"/>
  <p:cmAuthor id="3397" name="虞灵镓" initials="虞" lastIdx="0" clrIdx="3396"/>
  <p:cmAuthor id="3398" name="huijy01" initials="h" lastIdx="0" clrIdx="3397"/>
  <p:cmAuthor id="3399" name="朱莹" initials="朱" lastIdx="0" clrIdx="3398"/>
  <p:cmAuthor id="3400" name="金晓珊" initials="金" lastIdx="0" clrIdx="3399"/>
  <p:cmAuthor id="3401" name="Smilyrwj" initials="S" lastIdx="0" clrIdx="3400"/>
  <p:cmAuthor id="3402" name="袁 玥挺" initials="袁" lastIdx="0" clrIdx="3401"/>
  <p:cmAuthor id="3403" name="薇" initials="薇" lastIdx="0" clrIdx="3402"/>
  <p:cmAuthor id="3404" name="郑梦" initials="郑" lastIdx="0" clrIdx="3403"/>
  <p:cmAuthor id="3405" name="潈ऎ䕨அ" initials="潈" lastIdx="0" clrIdx="3404"/>
  <p:cmAuthor id="3406" name="wangll132" initials="w" lastIdx="0" clrIdx="3405"/>
  <p:cmAuthor id="3407" name="Eric_" initials="E" lastIdx="0" clrIdx="3406"/>
  <p:cmAuthor id="3408" name="斐斐" initials="斐" lastIdx="0" clrIdx="3407"/>
  <p:cmAuthor id="3409" name="..." initials="." lastIdx="0" clrIdx="3408"/>
  <p:cmAuthor id="3410" name="赵阳" initials="赵" lastIdx="0" clrIdx="3409"/>
  <p:cmAuthor id="3411" name="鱼 飞" initials="鱼" lastIdx="0" clrIdx="3410"/>
  <p:cmAuthor id="3412" name="华勇" initials="华" lastIdx="0" clrIdx="3411"/>
  <p:cmAuthor id="3413" name="陶祺" initials="陶祺" lastIdx="0" clrIdx="3412"/>
  <p:cmAuthor id="3414" name="范丽萍" initials="范" lastIdx="0" clrIdx="3413"/>
  <p:cmAuthor id="3415" name="赵博洋(L. D.)" initials="赵" lastIdx="0" clrIdx="3414"/>
  <p:cmAuthor id="3416" name="陈丽帆" initials="authorId_606419211" lastIdx="0" clrIdx="3415"/>
  <p:cmAuthor id="3417" name="秦琴" initials="秦" lastIdx="0" clrIdx="3416"/>
  <p:cmAuthor id="3418" name="liuxy85" initials="liuxy85" lastIdx="0" clrIdx="3417"/>
  <p:cmAuthor id="3419" name="黄埔" initials="黄" lastIdx="0" clrIdx="3418"/>
  <p:cmAuthor id="3420" name="韦三省" initials="韦" lastIdx="0" clrIdx="3419"/>
  <p:cmAuthor id="3421" name="Andy" initials="A" lastIdx="0" clrIdx="3420"/>
  <p:cmAuthor id="3422" name="伍莹" initials="伍" lastIdx="0" clrIdx="3421"/>
  <p:cmAuthor id="3423" name="csc" initials="c" lastIdx="0" clrIdx="3422"/>
  <p:cmAuthor id="3424" name="duanyt01" initials="d" lastIdx="0" clrIdx="3423"/>
  <p:cmAuthor id="3425" name="啵啵" initials="啵" lastIdx="0" clrIdx="3424"/>
  <p:cmAuthor id="3426" name="张贝贝" initials="张" lastIdx="0" clrIdx="3425"/>
  <p:cmAuthor id="3427" name="zhoujw08" initials="z" lastIdx="0" clrIdx="3426"/>
  <p:cmAuthor id="3428" name="马欣" initials="马" lastIdx="0" clrIdx="3427"/>
  <p:cmAuthor id="3429" name="chenxu001" initials="c" lastIdx="0" clrIdx="3428"/>
  <p:cmAuthor id="3430" name="孙青云" initials="孙" lastIdx="0" clrIdx="3429"/>
  <p:cmAuthor id="3431" name="邵建南" initials="邵" lastIdx="0" clrIdx="3430"/>
  <p:cmAuthor id="3432" name="葛玉娟" initials="葛" lastIdx="0" clrIdx="3431"/>
  <p:cmAuthor id="3433" name="Zhiming Wei/CHN" initials="ZW" lastIdx="0" clrIdx="3432"/>
  <p:cmAuthor id="3434" name="wei zhiming" initials="wz" lastIdx="0" clrIdx="3433"/>
  <p:cmAuthor id="3435" name="孙璐璐" initials="孙" lastIdx="0" clrIdx="3434"/>
  <p:cmAuthor id="3436" name="36994979@qq.com" initials="3" lastIdx="0" clrIdx="3435"/>
  <p:cmAuthor id="3437" name="启云" initials="启" lastIdx="0" clrIdx="3436"/>
  <p:cmAuthor id="3438" name="周甜子" initials="周" lastIdx="0" clrIdx="3437"/>
  <p:cmAuthor id="3439" name="朝五晚九。" initials="朝" lastIdx="0" clrIdx="3438"/>
  <p:cmAuthor id="3440" name="董清珍" initials="董" lastIdx="0" clrIdx="3439"/>
  <p:cmAuthor id="3441" name="岩" initials="岩" lastIdx="0" clrIdx="3440"/>
  <p:cmAuthor id="3442" name="tianjuan555555@outlook.com" initials="t" lastIdx="0" clrIdx="3441"/>
  <p:cmAuthor id="3443" name="TPHK" initials="T" lastIdx="0" clrIdx="3442"/>
  <p:cmAuthor id="3444" name="1003776019@qq.com" initials="1" lastIdx="0" clrIdx="3443"/>
  <p:cmAuthor id="3445" name="相信未来" initials="相" lastIdx="0" clrIdx="3444"/>
  <p:cmAuthor id="3446" name="刚子" initials="刚" lastIdx="0" clrIdx="3445"/>
  <p:cmAuthor id="3447" name="ʚ吴倩ɞ" initials="ʚ" lastIdx="0" clrIdx="3446"/>
  <p:cmAuthor id="3448" name="xikai gao" initials="x" lastIdx="0" clrIdx="3447"/>
  <p:cmAuthor id="3449" name="zhaozhihua-lhn" initials="z" lastIdx="0" clrIdx="3448"/>
  <p:cmAuthor id="3450" name="刘主任" initials="刘" lastIdx="0" clrIdx="3449"/>
  <p:cmAuthor id="3451" name="Ch0ngY1n" initials="C" lastIdx="0" clrIdx="3450"/>
  <p:cmAuthor id="3452" name="qiuzq02" initials="q" lastIdx="0" clrIdx="3451"/>
  <p:cmAuthor id="3453" name="王书明" initials="王" lastIdx="0" clrIdx="3452"/>
  <p:cmAuthor id="3454" name="朱明霞" initials="朱" lastIdx="0" clrIdx="3453"/>
  <p:cmAuthor id="3455" name="David" initials="D" lastIdx="0" clrIdx="3454"/>
  <p:cmAuthor id="3456" name="guoge" initials="g" lastIdx="0" clrIdx="3455"/>
  <p:cmAuthor id="3457" name="Trimester" initials="T" lastIdx="0" clrIdx="3456"/>
  <p:cmAuthor id="3458" name="丁书梅" initials="丁" lastIdx="0" clrIdx="3457"/>
  <p:cmAuthor id="3459" name="Picc" initials="" lastIdx="0" clrIdx="3458"/>
  <p:cmAuthor id="3460" name="廖先生" initials="廖" lastIdx="0" clrIdx="3459"/>
  <p:cmAuthor id="3461" name="金玲" initials="金" lastIdx="0" clrIdx="3460"/>
  <p:cmAuthor id="3462" name="WPS_246929439" initials="W" lastIdx="0" clrIdx="3461"/>
  <p:cmAuthor id="3463" name="覃靳" initials="覃" lastIdx="0" clrIdx="3462"/>
  <p:cmAuthor id="3464" name="huanhuan     、" initials="h" lastIdx="0" clrIdx="3463"/>
  <p:cmAuthor id="3465" name="雲深" initials="雲" lastIdx="0" clrIdx="3464"/>
  <p:cmAuthor id="3466" name="⚀⚁⚂⚃⚄⚅༄" initials="⚀" lastIdx="0" clrIdx="3465"/>
  <p:cmAuthor id="3467" name="7864245" initials="7" lastIdx="0" clrIdx="3466"/>
  <p:cmAuthor id="3468" name="不达目标，不改名！！" initials="不" lastIdx="0" clrIdx="3467"/>
  <p:cmAuthor id="3469" name="Ruu" initials="R" lastIdx="0" clrIdx="3468"/>
  <p:cmAuthor id="3470" name="WPS_1528076820" initials="W" lastIdx="0" clrIdx="3469"/>
  <p:cmAuthor id="3471" name="℡  " initials="℡" lastIdx="0" clrIdx="3470"/>
  <p:cmAuthor id="3472" name="shenxz" initials="s" lastIdx="0" clrIdx="3471"/>
  <p:cmAuthor id="3473" name="王瑶" initials="王" lastIdx="0" clrIdx="3472"/>
  <p:cmAuthor id="3474" name="huangxm31" initials="h" lastIdx="0" clrIdx="3473"/>
  <p:cmAuthor id="3475" name="^卖女孩的小火柴^" initials="^" lastIdx="0" clrIdx="3474"/>
  <p:cmAuthor id="3476" name="老陆" initials="老" lastIdx="0" clrIdx="3475"/>
  <p:cmAuthor id="3477" name="程玉白" initials="程" lastIdx="0" clrIdx="3476"/>
  <p:cmAuthor id="3478" name="吴冰彬" initials="吴" lastIdx="0" clrIdx="3477"/>
  <p:cmAuthor id="3479" name="宋吉利" initials="宋" lastIdx="0" clrIdx="3478"/>
  <p:cmAuthor id="3480" name="太平林" initials="太" lastIdx="0" clrIdx="3479"/>
  <p:cmAuthor id="3481" name="李洁" initials="李" lastIdx="0" clrIdx="3480"/>
  <p:cmAuthor id="3482" name="孙兰" initials="孙" lastIdx="0" clrIdx="3481"/>
  <p:cmAuthor id="3483" name="何孟遥" initials="何" lastIdx="0" clrIdx="3482"/>
  <p:cmAuthor id="3484" name="wangdw11" initials="wangdw11" lastIdx="0" clrIdx="3483"/>
  <p:cmAuthor id="3485" name="sdlife" initials="s" lastIdx="0" clrIdx="3484"/>
  <p:cmAuthor id="3486" name="WPS_1304021054" initials="W" lastIdx="0" clrIdx="3485"/>
  <p:cmAuthor id="3487" name="Eileen Yi" initials="E" lastIdx="0" clrIdx="3486"/>
  <p:cmAuthor id="3488" name="零式" initials="零" lastIdx="0" clrIdx="3487"/>
  <p:cmAuthor id="3489" name="T K" initials="T" lastIdx="0" clrIdx="3488"/>
  <p:cmAuthor id="3490" name="琴园行政办公室" initials="琴" lastIdx="0" clrIdx="3489"/>
  <p:cmAuthor id="3491" name="丽" initials="丽" lastIdx="0" clrIdx="3490"/>
  <p:cmAuthor id="3492" name="任治祝" initials="任" lastIdx="0" clrIdx="3491"/>
  <p:cmAuthor id="3493" name="秘撞琴崖掣" initials="秘" lastIdx="0" clrIdx="3492"/>
  <p:cmAuthor id="3494" name="雨蝶" initials="雨" lastIdx="0" clrIdx="3493"/>
  <p:cmAuthor id="3495" name="俏*" initials="俏" lastIdx="0" clrIdx="3494"/>
  <p:cmAuthor id="3496" name="8237476879" initials="8" lastIdx="0" clrIdx="3495"/>
  <p:cmAuthor id="3497" name="zhangry17" initials="z" lastIdx="0" clrIdx="3496"/>
  <p:cmAuthor id="3498" name="zuohm" initials="z" lastIdx="0" clrIdx="3497"/>
  <p:cmAuthor id="3499" name="zby" initials="z" lastIdx="0" clrIdx="3498"/>
  <p:cmAuthor id="3500" name="梁健星" initials="梁" lastIdx="0" clrIdx="3499"/>
  <p:cmAuthor id="3501" name="59484" initials="5" lastIdx="0" clrIdx="3500"/>
  <p:cmAuthor id="3502" name="噢耶" initials="噢" lastIdx="0" clrIdx="3501"/>
  <p:cmAuthor id="3503" name="沈函洁" initials="沈" lastIdx="0" clrIdx="3502"/>
  <p:cmAuthor id="3504" name="wangjly" initials="w" lastIdx="0" clrIdx="3503"/>
  <p:cmAuthor id="3505" name="51957" initials="5" lastIdx="0" clrIdx="3504"/>
  <p:cmAuthor id="3506" name="yangliu35" initials="y" lastIdx="0" clrIdx="3505"/>
  <p:cmAuthor id="3507" name="fumen" initials="f" lastIdx="0" clrIdx="3506"/>
  <p:cmAuthor id="3508" name="孙立宪" initials="孙" lastIdx="0" clrIdx="3507"/>
  <p:cmAuthor id="3509" name="飞博士™" initials="飞" lastIdx="0" clrIdx="3508"/>
  <p:cmAuthor id="3510" name="8226982966" initials="8" lastIdx="0" clrIdx="3509"/>
  <p:cmAuthor id="3511" name="lidm70" initials="l" lastIdx="0" clrIdx="3510"/>
  <p:cmAuthor id="3512" name="中国人寿新津公司" initials="中" lastIdx="0" clrIdx="3511"/>
  <p:cmAuthor id="3513" name="虞新颖_36fmV3QV" initials="authorId_321496044" lastIdx="0" clrIdx="3512"/>
  <p:cmAuthor id="3514" name="陈求明" initials="陈" lastIdx="0" clrIdx="3513"/>
  <p:cmAuthor id="3515" name="湉蓑" initials="湉" lastIdx="0" clrIdx="3514"/>
  <p:cmAuthor id="3516" name="楠張" initials="楠" lastIdx="0" clrIdx="3515"/>
  <p:cmAuthor id="3517" name="sgtk" initials="s" lastIdx="0" clrIdx="3516"/>
  <p:cmAuthor id="3518" name="顾" initials="顾" lastIdx="0" clrIdx="3517"/>
  <p:cmAuthor id="3519" name="tytlertang" initials="t" lastIdx="0" clrIdx="3518"/>
  <p:cmAuthor id="3520" name="郭洁" initials="guojie" lastIdx="0" clrIdx="3519"/>
  <p:cmAuthor id="3521" name="张瑜" initials="张" lastIdx="0" clrIdx="3520"/>
  <p:cmAuthor id="3522" name="胡中柱" initials="胡" lastIdx="0" clrIdx="3521"/>
  <p:cmAuthor id="3523" name="洪凯" initials="洪" lastIdx="0" clrIdx="3522"/>
  <p:cmAuthor id="3524" name="86177" initials="8" lastIdx="0" clrIdx="3523"/>
  <p:cmAuthor id="3525" name="JUN" initials="J" lastIdx="0" clrIdx="3524"/>
  <p:cmAuthor id="3526" name="meng" initials="m" lastIdx="0" clrIdx="3525"/>
  <p:cmAuthor id="3527" name="李双燕13954438990" initials="李" lastIdx="0" clrIdx="3526"/>
  <p:cmAuthor id="3528" name="luohong07" initials="l" lastIdx="0" clrIdx="3527"/>
  <p:cmAuthor id="3529" name="BMW" initials="B" lastIdx="0" clrIdx="3528"/>
  <p:cmAuthor id="3530" name="fanghong11" initials="f" lastIdx="0" clrIdx="3529"/>
  <p:cmAuthor id="3531" name="zhanglh71" initials="z" lastIdx="0" clrIdx="3530"/>
  <p:cmAuthor id="3532" name="娄亚楠" initials="娄" lastIdx="0" clrIdx="3531"/>
  <p:cmAuthor id="3533" name="zhoutx03" initials="z" lastIdx="0" clrIdx="3532"/>
  <p:cmAuthor id="3534" name="康凯" initials="康" lastIdx="0" clrIdx="3533"/>
  <p:cmAuthor id="3535" name="hexz15" initials="h" lastIdx="0" clrIdx="3534"/>
  <p:cmAuthor id="3536" name="李金龙" initials="李" lastIdx="0" clrIdx="3535"/>
  <p:cmAuthor id="3537" name="闫文勇" initials="闫" lastIdx="0" clrIdx="3536"/>
  <p:cmAuthor id="3538" name="luyiyi" initials="l" lastIdx="0" clrIdx="3537"/>
  <p:cmAuthor id="3539" name="和和" initials="和" lastIdx="0" clrIdx="3538"/>
  <p:cmAuthor id="3540" name="yubl02" initials="y" lastIdx="0" clrIdx="3539"/>
  <p:cmAuthor id="3541" name="李宏" initials="李" lastIdx="0" clrIdx="3540"/>
  <p:cmAuthor id="3542" name="xuelan03" initials="x" lastIdx="0" clrIdx="3541"/>
  <p:cmAuthor id="3543" name="李慧芳" initials="李" lastIdx="0" clrIdx="3542"/>
  <p:cmAuthor id="3544" name="蓝 李宇星" initials="蓝" lastIdx="0" clrIdx="3543"/>
  <p:cmAuthor id="3545" name="yuexx" initials="y" lastIdx="0" clrIdx="3544"/>
  <p:cmAuthor id="3546" name="wangyq70" initials="w" lastIdx="0" clrIdx="3545"/>
  <p:cmAuthor id="3547" name="刘士慧" initials="刘" lastIdx="0" clrIdx="3546"/>
  <p:cmAuthor id="3548" name="daijing15" initials="d" lastIdx="0" clrIdx="3547"/>
  <p:cmAuthor id="3549" name="孙晓馨" initials="孙" lastIdx="0" clrIdx="3548"/>
  <p:cmAuthor id="3550" name="15002821" initials="1" lastIdx="0" clrIdx="3549"/>
  <p:cmAuthor id="3551" name="zhouym37" initials="z" lastIdx="0" clrIdx="3550"/>
  <p:cmAuthor id="3552" name="娟" initials="娟" lastIdx="0" clrIdx="3551"/>
  <p:cmAuthor id="3553" name="杨航" initials="杨" lastIdx="0" clrIdx="3552"/>
  <p:cmAuthor id="3554" name="zhaoyj55" initials="z" lastIdx="0" clrIdx="3553"/>
  <p:cmAuthor id="3555" name="王磊" initials="王" lastIdx="0" clrIdx="3554"/>
  <p:cmAuthor id="3556" name="liucf24" initials="l" lastIdx="0" clrIdx="3555"/>
  <p:cmAuthor id="3557" name="chen qinchuan" initials="c" lastIdx="0" clrIdx="3556"/>
  <p:cmAuthor id="3558" name="jiangqj05" initials="j" lastIdx="0" clrIdx="3557"/>
  <p:cmAuthor id="3559" name="李白的msn" initials="李" lastIdx="0" clrIdx="3558"/>
  <p:cmAuthor id="3560" name="chenglx" initials="c" lastIdx="0" clrIdx="3559"/>
  <p:cmAuthor id="3561" name="wangyc73" initials="w" lastIdx="0" clrIdx="3560"/>
  <p:cmAuthor id="3562" name="刘红霞(凯儿得乐.首席经销商)" initials="刘" lastIdx="0" clrIdx="3561"/>
  <p:cmAuthor id="3563" name="xu zhiqiang" initials="x" lastIdx="0" clrIdx="3562"/>
  <p:cmAuthor id="3564" name="qijs" initials="q" lastIdx="0" clrIdx="3563"/>
  <p:cmAuthor id="3565" name="zhangzf23" initials="z" lastIdx="0" clrIdx="3564"/>
  <p:cmAuthor id="3566" name="yn-km51" initials="y" lastIdx="0" clrIdx="3565"/>
  <p:cmAuthor id="3567" name="    1874，" initials=" " lastIdx="0" clrIdx="3566"/>
  <p:cmAuthor id="3568" name="zhangyy345" initials="z" lastIdx="0" clrIdx="3567"/>
  <p:cmAuthor id="3569" name="lu li" initials="l" lastIdx="0" clrIdx="3568"/>
  <p:cmAuthor id="3570" name="stxiaof@163.com" initials="s" lastIdx="0" clrIdx="3569"/>
  <p:cmAuthor id="3571" name="wenxin20" initials="w" lastIdx="0" clrIdx="3570"/>
  <p:cmAuthor id="3572" name="liuty33" initials="l" lastIdx="0" clrIdx="3571"/>
  <p:cmAuthor id="3573" name="Ming" initials="M" lastIdx="0" clrIdx="3572"/>
  <p:cmAuthor id="3574" name="huangwg01" initials="h" lastIdx="0" clrIdx="3573"/>
  <p:cmAuthor id="3575" name="guoel" initials="g" lastIdx="0" clrIdx="3574"/>
  <p:cmAuthor id="3576" name="黄 霞" initials="黄" lastIdx="0" clrIdx="3575"/>
  <p:cmAuthor id="3577" name="tianrx03" initials="t" lastIdx="0" clrIdx="3576"/>
  <p:cmAuthor id="3578" name="郭振华" initials="郭" lastIdx="0" clrIdx="3577"/>
  <p:cmAuthor id="3579" name="gech" initials="g" lastIdx="0" clrIdx="3578"/>
  <p:cmAuthor id="3580" name="孟宪亮" initials="孟" lastIdx="0" clrIdx="3579"/>
  <p:cmAuthor id="3581" name="申安康复1" initials="申" lastIdx="0" clrIdx="3580"/>
  <p:cmAuthor id="3582" name="panfei_zhai@163.com" initials="p" lastIdx="0" clrIdx="3581"/>
  <p:cmAuthor id="3583" name="培训部杨德意" initials="培" lastIdx="0" clrIdx="3582"/>
  <p:cmAuthor id="3584" name="ree15" initials="r" lastIdx="0" clrIdx="3583"/>
  <p:cmAuthor id="3585" name="hu oreo" initials="h" lastIdx="0" clrIdx="3584"/>
  <p:cmAuthor id="3586" name="熊 轶" initials="熊" lastIdx="0" clrIdx="3585"/>
  <p:cmAuthor id="3587" name="Lin" initials="L" lastIdx="0" clrIdx="3586"/>
  <p:cmAuthor id="3588" name="linfang" initials="l" lastIdx="0" clrIdx="3587"/>
  <p:cmAuthor id="3589" name="叶云年" initials="叶" lastIdx="0" clrIdx="3588"/>
  <p:cmAuthor id="3590" name="田宇" initials="田" lastIdx="0" clrIdx="3589"/>
  <p:cmAuthor id="3591" name="郭涛" initials="郭" lastIdx="0" clrIdx="3590"/>
  <p:cmAuthor id="3592" name="yangzz" initials="y" lastIdx="0" clrIdx="3591"/>
  <p:cmAuthor id="3593" name="Xz" initials="X" lastIdx="0" clrIdx="3592"/>
  <p:cmAuthor id="3594" name="邵岩苏" initials="邵" lastIdx="0" clrIdx="3593"/>
  <p:cmAuthor id="3595" name="周游" initials="周" lastIdx="0" clrIdx="3594"/>
  <p:cmAuthor id="3596" name="sunshinesd" initials="s" lastIdx="0" clrIdx="3595"/>
  <p:cmAuthor id="3597" name="lining92" initials="l" lastIdx="0" clrIdx="3596"/>
  <p:cmAuthor id="3598" name="86153" initials="8" lastIdx="0" clrIdx="3597"/>
  <p:cmAuthor id="3599" name="先涛 柳" initials="先" lastIdx="0" clrIdx="3598"/>
  <p:cmAuthor id="3600" name="14413259" initials="1" lastIdx="0" clrIdx="3599"/>
  <p:cmAuthor id="3601" name="admin1" initials="a" lastIdx="0" clrIdx="3600"/>
  <p:cmAuthor id="3602" name="天宁 马" initials="天" lastIdx="0" clrIdx="3601"/>
  <p:cmAuthor id="3603" name="h468" initials="h" lastIdx="0" clrIdx="3602"/>
  <p:cmAuthor id="3604" name="Leb" initials="L" lastIdx="0" clrIdx="3603"/>
  <p:cmAuthor id="3605" name="杨再振" initials="杨" lastIdx="0" clrIdx="3604"/>
  <p:cmAuthor id="3606" name="韩 振武" initials="韩" lastIdx="0" clrIdx="3605"/>
  <p:cmAuthor id="3607" name="1395raincoat" initials="1" lastIdx="0" clrIdx="3606"/>
  <p:cmAuthor id="3608" name="lingxiaomin" initials="l" lastIdx="0" clrIdx="3607"/>
  <p:cmAuthor id="3609" name="宋 歌" initials="宋" lastIdx="0" clrIdx="3608"/>
  <p:cmAuthor id="3610" name="兰兰_qEVvbYFb" initials="兰" lastIdx="0" clrIdx="3609"/>
  <p:cmAuthor id="3611" name="大璇。" initials="大" lastIdx="0" clrIdx="3610"/>
  <p:cmAuthor id="3612" name="61068" initials="6" lastIdx="0" clrIdx="3611"/>
  <p:cmAuthor id="3613" name="马跃" initials="马" lastIdx="0" clrIdx="3612"/>
  <p:cmAuthor id="3614" name="jmtaiping" initials="j" lastIdx="0" clrIdx="3613"/>
  <p:cmAuthor id="3615" name="zhouyx28" initials="z" lastIdx="0" clrIdx="3614"/>
  <p:cmAuthor id="3616" name="sxtp" initials="s" lastIdx="0" clrIdx="3615"/>
  <p:cmAuthor id="3617" name="张 淑茜" initials="张" lastIdx="0" clrIdx="3616"/>
  <p:cmAuthor id="3618" name="45433" initials="4" lastIdx="0" clrIdx="3617"/>
  <p:cmAuthor id="3619" name="win" initials="w" lastIdx="0" clrIdx="3618"/>
  <p:cmAuthor id="3620" name="wangrr08" initials="w" lastIdx="0" clrIdx="3619"/>
  <p:cmAuthor id="3621" name="lijj08" initials="l" lastIdx="0" clrIdx="3620"/>
  <p:cmAuthor id="3622" name="waiting" initials="w" lastIdx="0" clrIdx="3621"/>
  <p:cmAuthor id="3623" name="杨景越" initials="杨" lastIdx="0" clrIdx="3622"/>
  <p:cmAuthor id="3624" name="L" initials="L" lastIdx="0" clrIdx="3623"/>
  <p:cmAuthor id="3625" name="振威 郑" initials="振" lastIdx="0" clrIdx="3624"/>
  <p:cmAuthor id="3626" name="Lindsay Berg" initials="L" lastIdx="0" clrIdx="3625"/>
  <p:cmAuthor id="3627" name="Chris Wells" initials="C" lastIdx="0" clrIdx="3626"/>
  <p:cmAuthor id="3628" name="Karri Alexion-Tiernan" initials="K" lastIdx="0" clrIdx="3627"/>
  <p:cmAuthor id="3629" name="吴昊" initials="吴" lastIdx="0" clrIdx="3628"/>
  <p:cmAuthor id="3630" name="陈杰" initials="陈" lastIdx="0" clrIdx="3629"/>
  <p:cmAuthor id="3631" name="mahengbo" initials="m" lastIdx="0" clrIdx="3630"/>
  <p:cmAuthor id="3632" name="乔引弟-phq" initials="乔" lastIdx="0" clrIdx="3631"/>
  <p:cmAuthor id="3633" name="yuhui" initials="y" lastIdx="0" clrIdx="3632"/>
  <p:cmAuthor id="3634" name="王 先生" initials="王" lastIdx="0" clrIdx="3633"/>
  <p:cmAuthor id="3635" name="高乐鸣" initials="高" lastIdx="0" clrIdx="3634"/>
  <p:cmAuthor id="3636" name="赵茜" initials="赵" lastIdx="0" clrIdx="3635"/>
  <p:cmAuthor id="3637" name="翟宇欣" initials="翟" lastIdx="0" clrIdx="3636"/>
  <p:cmAuthor id="3638" name="美世教育" initials="美" lastIdx="0" clrIdx="3637"/>
  <p:cmAuthor id="3639" name="美式教育" initials="美" lastIdx="0" clrIdx="3638"/>
  <p:cmAuthor id="3640" name="Nie Xiaofei" initials="N" lastIdx="0" clrIdx="3639"/>
  <p:cmAuthor id="3641" name="忘记时间" initials="忘" lastIdx="0" clrIdx="3640"/>
  <p:cmAuthor id="3642" name="菁 王" initials="菁" lastIdx="0" clrIdx="3641"/>
  <p:cmAuthor id="3643" name="汪 鑫宁" initials="汪" lastIdx="0" clrIdx="3642"/>
  <p:cmAuthor id="3644" name="Pong Henry" initials="P" lastIdx="0" clrIdx="3643"/>
  <p:cmAuthor id="3645" name="wangjuan1" initials="w" lastIdx="0" clrIdx="3644"/>
  <p:cmAuthor id="3646" name="nie_y" initials="n" lastIdx="0" clrIdx="3645"/>
  <p:cmAuthor id="3647" name="朱春花" initials="朱" lastIdx="0" clrIdx="3646"/>
  <p:cmAuthor id="3648" name="xiechanghao-lsd" initials="x" lastIdx="0" clrIdx="3647"/>
  <p:cmAuthor id="3649" name="86134" initials="8" lastIdx="0" clrIdx="3648"/>
  <p:cmAuthor id="3650" name="cly" initials="c" lastIdx="0" clrIdx="3649"/>
  <p:cmAuthor id="3651" name="sunshasha-lsd" initials="s" lastIdx="0" clrIdx="3650"/>
  <p:cmAuthor id="3652" name="love1812" initials="l" lastIdx="0" clrIdx="3651"/>
  <p:cmAuthor id="3653" name="潇予" initials="潇" lastIdx="0" clrIdx="3652"/>
  <p:cmAuthor id="3654" name="温劭君" initials="温" lastIdx="0" clrIdx="3653"/>
  <p:cmAuthor id="3655" name="SD-YT-YB" initials="S" lastIdx="0" clrIdx="3654"/>
  <p:cmAuthor id="3656" name="林梓健" initials="林" lastIdx="0" clrIdx="3655"/>
  <p:cmAuthor id="3657" name="chen wenhao" initials="c" lastIdx="0" clrIdx="3656"/>
  <p:cmAuthor id="3658" name="赵永倩" initials="赵" lastIdx="0" clrIdx="3657"/>
  <p:cmAuthor id="3659" name="Lir" initials="L" lastIdx="0" clrIdx="3658"/>
  <p:cmAuthor id="3660" name="13306497415@163.com" initials="1" lastIdx="0" clrIdx="3659"/>
  <p:cmAuthor id="3661" name="xiaoshiwen" initials="x" lastIdx="0" clrIdx="3660"/>
  <p:cmAuthor id="3662" name="wujj43" initials="w" lastIdx="0" clrIdx="3661"/>
  <p:cmAuthor id="3663" name="邵 坷炜" initials="邵" lastIdx="0" clrIdx="3662"/>
  <p:cmAuthor id="3664" name="chenbing02" initials="c" lastIdx="0" clrIdx="3663"/>
  <p:cmAuthor id="3665" name="WPS_1623122126" initials="W" lastIdx="0" clrIdx="3664"/>
  <p:cmAuthor id="3666" name="10261" initials="1" lastIdx="0" clrIdx="3665"/>
  <p:cmAuthor id="3667" name="头痛医脚" initials="头" lastIdx="0" clrIdx="3666"/>
  <p:cmAuthor id="3668" name="黄彩云" initials="黄" lastIdx="0" clrIdx="3667"/>
  <p:cmAuthor id="3669" name="马 强" initials="马" lastIdx="0" clrIdx="3668"/>
  <p:cmAuthor id="3670" name="huangyh6" initials="h" lastIdx="0" clrIdx="3669"/>
  <p:cmAuthor id="3671" name="吴萍" initials="吴" lastIdx="0" clrIdx="3670"/>
  <p:cmAuthor id="3672" name="青灯" initials="青" lastIdx="0" clrIdx="3671"/>
  <p:cmAuthor id="3673" name="zm8480" initials="z" lastIdx="0" clrIdx="3672"/>
  <p:cmAuthor id="3674" name="群 史" initials="群" lastIdx="0" clrIdx="3673"/>
  <p:cmAuthor id="3675" name="罗 祎嘉" initials="罗" lastIdx="0" clrIdx="3674"/>
  <p:cmAuthor id="3676" name="付 维维" initials="付" lastIdx="0" clrIdx="3675"/>
  <p:cmAuthor id="3677" name="llf" initials="l" lastIdx="0" clrIdx="3676"/>
  <p:cmAuthor id="3678" name="小兑" initials="小" lastIdx="0" clrIdx="3677"/>
  <p:cmAuthor id="3679" name="PC-Chinalife" initials="P" lastIdx="0" clrIdx="3678"/>
  <p:cmAuthor id="3680" name="13043" initials="1" lastIdx="0" clrIdx="3679"/>
  <p:cmAuthor id="3681" name="ZXH" initials="Z" lastIdx="0" clrIdx="3680"/>
  <p:cmAuthor id="3682" name="dguser" initials="d" lastIdx="0" clrIdx="3681"/>
  <p:cmAuthor id="3683" name="ZCH" initials="Z" lastIdx="0" clrIdx="3682"/>
  <p:cmAuthor id="3684" name="陈树权" initials="陈" lastIdx="0" clrIdx="3683"/>
  <p:cmAuthor id="3685" name="八妹" initials="八" lastIdx="0" clrIdx="3684"/>
  <p:cmAuthor id="3686" name="刘 思蜀" initials="刘" lastIdx="0" clrIdx="3685"/>
  <p:cmAuthor id="3687" name="蒋煜" initials="蒋" lastIdx="0" clrIdx="3686"/>
  <p:cmAuthor id="3688" name="张麒麟" initials="张" lastIdx="0" clrIdx="3687"/>
  <p:cmAuthor id="3689" name="16104" initials="1" lastIdx="0" clrIdx="3688"/>
  <p:cmAuthor id="3690" name="chenxh" initials="c" lastIdx="0" clrIdx="3689"/>
  <p:cmAuthor id="3691" name="柳岸" initials="柳" lastIdx="0" clrIdx="3690"/>
  <p:cmAuthor id="3692" name="Eric Shen" initials="E" lastIdx="0" clrIdx="3691"/>
  <p:cmAuthor id="3693" name="刘乾勇" initials="刘" lastIdx="0" clrIdx="3692"/>
  <p:cmAuthor id="3694" name="方 周" initials="方" lastIdx="0" clrIdx="3693"/>
  <p:cmAuthor id="3695" name="wang luyan" initials="w" lastIdx="0" clrIdx="3694"/>
  <p:cmAuthor id="3696" name="Wenjing Zhang" initials="W" lastIdx="0" clrIdx="3695"/>
  <p:cmAuthor id="3697" name="Lennox" initials="L" lastIdx="0" clrIdx="3696"/>
  <p:cmAuthor id="3698" name="于鹏程" initials="于" lastIdx="0" clrIdx="3697"/>
  <p:cmAuthor id="3699" name="public" initials="p" lastIdx="0" clrIdx="3698"/>
  <p:cmAuthor id="3700" name="袁银娟_NruuqER3" initials="袁" lastIdx="0" clrIdx="3699"/>
  <p:cmAuthor id="3701" name="董爽爽" initials="董" lastIdx="0" clrIdx="3700"/>
  <p:cmAuthor id="3702" name="张宇婵" initials="张" lastIdx="0" clrIdx="3701"/>
  <p:cmAuthor id="3703" name="惠子。" initials="惠" lastIdx="0" clrIdx="3702"/>
  <p:cmAuthor id="3704" name="19620" initials="1" lastIdx="0" clrIdx="3703"/>
  <p:cmAuthor id="3705" name="杜静" initials="杜" lastIdx="0" clrIdx="3704"/>
  <p:cmAuthor id="3706" name="29142" initials="2" lastIdx="0" clrIdx="3705"/>
  <p:cmAuthor id="3707" name="呵呵哒" initials="呵" lastIdx="0" clrIdx="3706"/>
  <p:cmAuthor id="3708" name="82167" initials="8" lastIdx="0" clrIdx="3707"/>
  <p:cmAuthor id="3709" name="冰 毅" initials="冰" lastIdx="0" clrIdx="3708"/>
  <p:cmAuthor id="3710" name="Surface" initials="S" lastIdx="0" clrIdx="3709"/>
  <p:cmAuthor id="3711" name="佚名" initials="佚" lastIdx="0" clrIdx="3710"/>
  <p:cmAuthor id="3712" name="comclic" initials="c" lastIdx="0" clrIdx="3711"/>
  <p:cmAuthor id="3713" name="李传波" initials="李" lastIdx="0" clrIdx="3712"/>
  <p:cmAuthor id="3714" name="彬彬的小可爱" initials="彬" lastIdx="0" clrIdx="3713"/>
  <p:cmAuthor id="3715" name="kiki  " initials="k" lastIdx="0" clrIdx="3714"/>
  <p:cmAuthor id="3716" name="君旁一人" initials="君" lastIdx="0" clrIdx="3715"/>
  <p:cmAuthor id="3717" name="ax-" initials="a" lastIdx="0" clrIdx="3716"/>
  <p:cmAuthor id="3718" name="1971717159@qq.com" initials="1" lastIdx="0" clrIdx="3717"/>
  <p:cmAuthor id="3719" name="li" initials="l" lastIdx="0" clrIdx="3718"/>
  <p:cmAuthor id="3720" name="he'gang" initials="h" lastIdx="0" clrIdx="3719"/>
  <p:cmAuthor id="3721" name="pangln01" initials="p" lastIdx="0" clrIdx="3720"/>
  <p:cmAuthor id="3722" name="AAA" initials="A" lastIdx="0" clrIdx="3721"/>
  <p:cmAuthor id="3723" name="86176" initials="8" lastIdx="0" clrIdx="3722"/>
  <p:cmAuthor id="3724" name="PCC" initials="P" lastIdx="0" clrIdx="3723"/>
  <p:cmAuthor id="3725" name="王卓" initials="王" lastIdx="0" clrIdx="3724"/>
  <p:cmAuthor id="3726" name="lee" initials="l" lastIdx="0" clrIdx="3725"/>
  <p:cmAuthor id="3727" name="wuxiaomei1" initials="w" lastIdx="0" clrIdx="3726"/>
  <p:cmAuthor id="3728" name="chenjieying" initials="c" lastIdx="0" clrIdx="3727"/>
  <p:cmAuthor id="3729" name="pengliyuan" initials="p" lastIdx="0" clrIdx="3728"/>
  <p:cmAuthor id="3730" name="huangkaozhong" initials="h" lastIdx="0" clrIdx="3729"/>
  <p:cmAuthor id="3731" name="caiye" initials="c" lastIdx="0" clrIdx="3730"/>
  <p:cmAuthor id="3732" name="Hong, Yanling [JJPCN]" initials="H" lastIdx="0" clrIdx="3731"/>
  <p:cmAuthor id="3733" name="Ansel Liu 刘晖" initials="A" lastIdx="0" clrIdx="3732"/>
  <p:cmAuthor id="3734" name="马玥" initials="马" lastIdx="0" clrIdx="3733"/>
  <p:cmAuthor id="3735" name="lingwei.huang 黄灵伟 &lt;lingwei.huang@goodbaby.com&gt;" initials="l" lastIdx="0" clrIdx="3734"/>
  <p:cmAuthor id="3736" name="hxl1112" initials="h" lastIdx="0" clrIdx="3735"/>
  <p:cmAuthor id="3737" name="USER-" initials="U" lastIdx="0" clrIdx="3736"/>
  <p:cmAuthor id="3738" name="qiu" initials="q" lastIdx="0" clrIdx="3737"/>
  <p:cmAuthor id="3739" name="一鸣 周" initials="一" lastIdx="0" clrIdx="3738"/>
  <p:cmAuthor id="3740" name="韵 江" initials="韵" lastIdx="0" clrIdx="3739"/>
  <p:cmAuthor id="3741" name="穆 杨禹" initials="穆" lastIdx="0" clrIdx="3740"/>
  <p:cmAuthor id="3742" name="Miss" initials="M" lastIdx="0" clrIdx="3741"/>
  <p:cmAuthor id="3743" name="崔欣欣" initials="崔" lastIdx="0" clrIdx="3742"/>
  <p:cmAuthor id="3744" name="Duke" initials="D" lastIdx="0" clrIdx="3743"/>
  <p:cmAuthor id="3745" name="陈帅" initials="陈" lastIdx="0" clrIdx="3744"/>
  <p:cmAuthor id="3746" name="SHEN" initials="S" lastIdx="0" clrIdx="3745"/>
  <p:cmAuthor id="3747" name="bjdan" initials="b" lastIdx="0" clrIdx="3746"/>
  <p:cmAuthor id="3748" name="lixiaotong-ghq" initials="l" lastIdx="0" clrIdx="3747"/>
  <p:cmAuthor id="3749" name="huangmei17" initials="h" lastIdx="0" clrIdx="3748"/>
  <p:cmAuthor id="3750" name="管 晨光" initials="管" lastIdx="0" clrIdx="3749"/>
  <p:cmAuthor id="3751" name="李 菲亚" initials="李" lastIdx="0" clrIdx="3750"/>
  <p:cmAuthor id="3752" name="j" initials="j" lastIdx="0" clrIdx="3751"/>
  <p:cmAuthor id="3753" name="冯俊" initials="冯" lastIdx="0" clrIdx="3752"/>
  <p:cmAuthor id="3754" name="冯 俊" initials="冯" lastIdx="0" clrIdx="3753"/>
  <p:cmAuthor id="3755" name="于洪洲-ZLWD" initials="于" lastIdx="0" clrIdx="3754"/>
  <p:cmAuthor id="3756" name="炬火WPS" initials="炬" lastIdx="0" clrIdx="3755"/>
  <p:cmAuthor id="3757" name="吴 钢" initials="吴" lastIdx="0" clrIdx="3756"/>
  <p:cmAuthor id="3758" name="丁稳" initials="丁" lastIdx="0" clrIdx="3757"/>
  <p:cmAuthor id="3759" name="用户名错误！请更改后加域。" initials="用" lastIdx="0" clrIdx="3758"/>
  <p:cmAuthor id="3760" name="黄 建林" initials="黄" lastIdx="0" clrIdx="3759"/>
  <p:cmAuthor id="3761" name="Raffeal" initials="R" lastIdx="0" clrIdx="3760"/>
  <p:cmAuthor id="3762" name="宝华 闫" initials="宝闫" lastIdx="0" clrIdx="3761"/>
  <p:cmAuthor id="3763" name="左意" initials="左" lastIdx="0" clrIdx="3762"/>
  <p:cmAuthor id="3764" name="运管部文书" initials="运" lastIdx="0" clrIdx="3763"/>
  <p:cmAuthor id="3765" name="liuling003" initials="l" lastIdx="0" clrIdx="3764"/>
  <p:cmAuthor id="3766" name="迷人的念" initials="迷人的念" lastIdx="0" clrIdx="3765"/>
  <p:cmAuthor id="3767" name="Zhao" initials="Z" lastIdx="0" clrIdx="3766"/>
  <p:cmAuthor id="3768" name="86185" initials="8" lastIdx="0" clrIdx="3767"/>
  <p:cmAuthor id="3769" name="ronald" initials="r" lastIdx="0" clrIdx="3768"/>
  <p:cmAuthor id="3770" name="ygbx" initials="y" lastIdx="0" clrIdx="3769"/>
  <p:cmAuthor id="3771" name="苒染✨" initials="苒" lastIdx="0" clrIdx="3770"/>
  <p:cmAuthor id="3772" name="sunshine" initials="s" lastIdx="0" clrIdx="3771"/>
  <p:cmAuthor id="3773" name="gatk" initials="g" lastIdx="0" clrIdx="3772"/>
  <p:cmAuthor id="3774" name="Localadmin" initials="L" lastIdx="0" clrIdx="3773"/>
  <p:cmAuthor id="3775" name="丁亚楠" initials="丁" lastIdx="0" clrIdx="3774"/>
  <p:cmAuthor id="3776" name="cjj" initials="c" lastIdx="0" clrIdx="3775"/>
  <p:cmAuthor id="3777" name="yuanzheng" initials="y" lastIdx="0" clrIdx="3776"/>
  <p:cmAuthor id="3778" name="张文蕾" initials="张" lastIdx="0" clrIdx="3777"/>
  <p:cmAuthor id="3779" name="wangyanlin" initials="w" lastIdx="0" clrIdx="3778"/>
  <p:cmAuthor id="3780" name="樱洁" initials="樱" lastIdx="0" clrIdx="3779"/>
  <p:cmAuthor id="3781" name="pizhou" initials="p" lastIdx="0" clrIdx="3780"/>
  <p:cmAuthor id="3782" name="么" initials="么" lastIdx="0" clrIdx="3781"/>
  <p:cmAuthor id="3783" name="CHN0012081" initials="C" lastIdx="0" clrIdx="3782"/>
  <p:cmAuthor id="3784" name="guo wei" initials="g" lastIdx="0" clrIdx="3783"/>
  <p:cmAuthor id="3785" name="13207614" initials="1" lastIdx="0" clrIdx="3784"/>
  <p:cmAuthor id="3786" name="13207893" initials="1" lastIdx="0" clrIdx="3785"/>
  <p:cmAuthor id="3787" name="peixun2019" initials="p" lastIdx="0" clrIdx="3786"/>
  <p:cmAuthor id="3788" name="周 卿耀" initials="周" lastIdx="0" clrIdx="3787"/>
  <p:cmAuthor id="3789" name="刘雷" initials="刘" lastIdx="0" clrIdx="3788"/>
  <p:cmAuthor id="3790" name="马国强" initials="马" lastIdx="0" clrIdx="3789"/>
  <p:cmAuthor id="3791" name="WIN" initials="W" lastIdx="0" clrIdx="3790"/>
  <p:cmAuthor id="3792" name="CHINALIFE" initials="C" lastIdx="0" clrIdx="3791"/>
  <p:cmAuthor id="3793" name="cabrendal" initials="c" lastIdx="0" clrIdx="3792"/>
  <p:cmAuthor id="3794" name="赵鑫" initials="赵" lastIdx="0" clrIdx="3793"/>
  <p:cmAuthor id="3795" name="李桥波" initials="李" lastIdx="0" clrIdx="3794"/>
  <p:cmAuthor id="3796" name="高巍（内蒙古英才管培生）" initials="高" lastIdx="0" clrIdx="3795"/>
  <p:cmAuthor id="3797" name="牛鹏辉" initials="牛" lastIdx="0" clrIdx="3796"/>
  <p:cmAuthor id="3798" name="ac68 68" initials="a" lastIdx="0" clrIdx="3797"/>
  <p:cmAuthor id="3799" name="46503" initials="4" lastIdx="0" clrIdx="3798"/>
  <p:cmAuthor id="3800" name="86183" initials="8" lastIdx="0" clrIdx="3799"/>
  <p:cmAuthor id="3801" name="杨 媚" initials="杨" lastIdx="0" clrIdx="3800"/>
  <p:cmAuthor id="3802" name="yangsy" initials="y" lastIdx="0" clrIdx="3801"/>
  <p:cmAuthor id="3803" name="zgtk" initials="z" lastIdx="0" clrIdx="3802"/>
  <p:cmAuthor id="3804" name="孔 融" initials="孔" lastIdx="0" clrIdx="3803"/>
  <p:cmAuthor id="3805" name="40733" initials="4" lastIdx="0" clrIdx="3804"/>
  <p:cmAuthor id="3806" name="喂自己袋盐唉" initials="喂" lastIdx="0" clrIdx="3805"/>
  <p:cmAuthor id="3807" name="LVBOCHEN001" initials="L" lastIdx="0" clrIdx="3806"/>
  <p:cmAuthor id="3808" name="weiting zheng" initials="w" lastIdx="0" clrIdx="3807"/>
  <p:cmAuthor id="3809" name="阴芳子" initials="阴" lastIdx="0" clrIdx="3808"/>
  <p:cmAuthor id="3810" name="贾 一琼" initials="贾" lastIdx="0" clrIdx="3809"/>
  <p:cmAuthor id="3811" name="L NQ" initials="LN" lastIdx="0" clrIdx="3810"/>
  <p:cmAuthor id="3812" name="孔婧" initials="孔" lastIdx="0" clrIdx="3811"/>
  <p:cmAuthor id="3813" name="赵佳" initials="赵" lastIdx="0" clrIdx="3812"/>
  <p:cmAuthor id="3814" name="hzq" initials="h" lastIdx="0" clrIdx="3813"/>
  <p:cmAuthor id="3815" name="70427" initials="7" lastIdx="0" clrIdx="3814"/>
  <p:cmAuthor id="3816" name="SYX" initials="S" lastIdx="0" clrIdx="3815"/>
  <p:cmAuthor id="3817" name="zhengzh22" initials="z" lastIdx="0" clrIdx="3816"/>
  <p:cmAuthor id="3818" name="sue" initials="s" lastIdx="0" clrIdx="3817"/>
  <p:cmAuthor id="3819" name="曾文静" initials="曾" lastIdx="0" clrIdx="3818"/>
  <p:cmAuthor id="3820" name="16661" initials="1" lastIdx="0" clrIdx="3819"/>
  <p:cmAuthor id="3821" name="LeonLin" initials="L" lastIdx="0" clrIdx="3820"/>
  <p:cmAuthor id="3822" name="高亚龙" initials="高" lastIdx="0" clrIdx="3821"/>
  <p:cmAuthor id="3823" name="应敏" initials="应" lastIdx="0" clrIdx="3822"/>
  <p:cmAuthor id="3824" name="陈帆" initials="陈" lastIdx="0" clrIdx="3823"/>
  <p:cmAuthor id="3825" name="郑曼茜" initials="郑曼茜" lastIdx="0" clrIdx="3824"/>
  <p:cmAuthor id="3826" name="橙子那个飘儿_auq2Yjmq" initials="authorId_686662844" lastIdx="0" clrIdx="3825"/>
  <p:cmAuthor id="3827" name="赵 卫祥" initials="赵" lastIdx="0" clrIdx="3826"/>
  <p:cmAuthor id="3828" name="范小华" initials="范" lastIdx="0" clrIdx="3827"/>
  <p:cmAuthor id="3829" name="WPS_1591164343" initials="W" lastIdx="0" clrIdx="3828"/>
  <p:cmAuthor id="3830" name="Niucas" initials="N" lastIdx="0" clrIdx="3829"/>
  <p:cmAuthor id="3831" name="系统管理" initials="系" lastIdx="0" clrIdx="3830"/>
  <p:cmAuthor id="3832" name="Liu" initials="L" lastIdx="0" clrIdx="3831"/>
  <p:cmAuthor id="3833" name="汤琼" initials="汤" lastIdx="0" clrIdx="3832"/>
  <p:cmAuthor id="3834" name="甘小强" initials="甘" lastIdx="0" clrIdx="3833"/>
  <p:cmAuthor id="3835" name="41356" initials="4" lastIdx="0" clrIdx="3834"/>
  <p:cmAuthor id="3836" name="WPS_1536035078" initials="W" lastIdx="0" clrIdx="3835"/>
  <p:cmAuthor id="3837" name="•锋" initials="•" lastIdx="0" clrIdx="3836"/>
  <p:cmAuthor id="3838" name="贺颖" initials="贺" lastIdx="0" clrIdx="3837"/>
  <p:cmAuthor id="3839" name="可爸" initials="可" lastIdx="0" clrIdx="3838"/>
  <p:cmAuthor id="3840" name="WANGK46" initials="l" lastIdx="0" clrIdx="3839"/>
  <p:cmAuthor id="3841" name="高 凡" initials="高" lastIdx="0" clrIdx="3840"/>
  <p:cmAuthor id="3842" name="10107538" initials="1" lastIdx="0" clrIdx="3841"/>
  <p:cmAuthor id="3843" name="黄玉洲" initials="黄" lastIdx="0" clrIdx="3842"/>
  <p:cmAuthor id="3844" name="370369741@qq.com" initials="3" lastIdx="0" clrIdx="3843"/>
  <p:cmAuthor id="3845" name="无痕" initials="无" lastIdx="0" clrIdx="3844"/>
  <p:cmAuthor id="3846" name="a" initials="a" lastIdx="0" clrIdx="3845"/>
  <p:cmAuthor id="3847" name="sunjw65" initials="s" lastIdx="0" clrIdx="3846"/>
  <p:cmAuthor id="3848" name="潘尚" initials="潘" lastIdx="0" clrIdx="3847"/>
  <p:cmAuthor id="3849" name="15608" initials="1" lastIdx="0" clrIdx="3848"/>
  <p:cmAuthor id="3850" name="李小丹" initials="李" lastIdx="0" clrIdx="3849"/>
  <p:cmAuthor id="3851" name="安 启飞" initials="安" lastIdx="0" clrIdx="3850"/>
  <p:cmAuthor id="3852" name="张勇" initials="张" lastIdx="0" clrIdx="3851"/>
  <p:cmAuthor id="3853" name="杨子新" initials="杨" lastIdx="0" clrIdx="3852"/>
  <p:cmAuthor id="3854" name="lwxia" initials="l" lastIdx="0" clrIdx="3853"/>
  <p:cmAuthor id="3855" name="office2016mac10413" initials="o" lastIdx="0" clrIdx="3854"/>
  <p:cmAuthor id="3856" name="张科" initials="C" lastIdx="0" clrIdx="3855"/>
  <p:cmAuthor id="3857" name="李宇" initials="李" lastIdx="0" clrIdx="3856"/>
  <p:cmAuthor id="3858" name="86132" initials="8" lastIdx="0" clrIdx="3857"/>
  <p:cmAuthor id="3859" name="tnton" initials="t" lastIdx="0" clrIdx="3858"/>
  <p:cmAuthor id="3860" name="wyw" initials="w" lastIdx="0" clrIdx="3859"/>
  <p:cmAuthor id="3861" name="34306" initials="3" lastIdx="0" clrIdx="3860"/>
  <p:cmAuthor id="3862" name="Huawei" initials="H" lastIdx="0" clrIdx="3861"/>
  <p:cmAuthor id="3863" name="wujx" initials="w" lastIdx="0" clrIdx="3862"/>
  <p:cmAuthor id="3864" name="slghz" initials="s" lastIdx="0" clrIdx="3863"/>
  <p:cmAuthor id="3865" name="程垦" initials="程" lastIdx="0" clrIdx="3864"/>
  <p:cmAuthor id="3866" name="王允楠" initials="" lastIdx="0" clrIdx="3865"/>
  <p:cmAuthor id="3867" name="周宁" initials="周" lastIdx="0" clrIdx="3866"/>
  <p:cmAuthor id="3868" name="Epo ch" initials="Ec" lastIdx="0" clrIdx="3867"/>
  <p:cmAuthor id="3869" name="亚翠" initials="亚翠" lastIdx="0" clrIdx="3868"/>
  <p:cmAuthor id="3870" name="cuiyc" initials="c" lastIdx="0" clrIdx="3869"/>
  <p:cmAuthor id="3871" name="TJCLIJIALI" initials="T" lastIdx="0" clrIdx="3870"/>
  <p:cmAuthor id="3872" name="钊气蓬勃" initials="钊" lastIdx="0" clrIdx="3871"/>
  <p:cmAuthor id="3873" name="孙海涛" initials="s" lastIdx="0" clrIdx="3872"/>
  <p:cmAuthor id="3874" name="未知用户30" initials="未知用户30" lastIdx="0" clrIdx="3873"/>
  <p:cmAuthor id="3875" name="未知用户37" initials="未知用户37" lastIdx="0" clrIdx="3874"/>
  <p:cmAuthor id="3876" name="周晶" initials="周" lastIdx="0" clrIdx="3875"/>
  <p:cmAuthor id="3877" name="全淅伟" initials="全" lastIdx="0" clrIdx="3876"/>
  <p:cmAuthor id="3878" name="唐友谊" initials="唐" lastIdx="0" clrIdx="3877"/>
  <p:cmAuthor id="3879" name="Wu, Jing 1. (NSB - CN/Hangzhou)" initials="WJ1(C" lastIdx="0" clrIdx="3878"/>
  <p:cmAuthor id="3880" name="徐登锋" initials="徐" lastIdx="0" clrIdx="3879"/>
  <p:cmAuthor id="3881" name="成湘龙" initials="A" lastIdx="0" clrIdx="3880"/>
  <p:cmAuthor id="3882" name="徐鸟" initials="徐鸟" lastIdx="0" clrIdx="3881"/>
  <p:cmAuthor id="3883" name="Cynthia L" initials="CL" lastIdx="0" clrIdx="3882"/>
  <p:cmAuthor id="3884" name="王乙凯" initials="王" lastIdx="0" clrIdx="3883"/>
  <p:cmAuthor id="3885" name="无 游客" initials="" lastIdx="0" clrIdx="3884"/>
  <p:cmAuthor id="3886" name="Turbo" initials="" lastIdx="0" clrIdx="3885"/>
  <p:cmAuthor id="3887" name="朱志浩" initials="" lastIdx="0" clrIdx="3886"/>
  <p:cmAuthor id="3888" name="李强" initials="" lastIdx="0" clrIdx="3887"/>
  <p:cmAuthor id="3889" name="Hans Neff" initials="" lastIdx="0" clrIdx="3888"/>
  <p:cmAuthor id="3890" name="John" initials="" lastIdx="0" clrIdx="3889"/>
  <p:cmAuthor id="3891" name="10025093" initials="" lastIdx="0" clrIdx="3890"/>
  <p:cmAuthor id="3892" name="朱常宝10028539" initials="" lastIdx="0" clrIdx="3891"/>
  <p:cmAuthor id="3893" name="Q Q" initials="Q" lastIdx="0" clrIdx="3892"/>
  <p:cmAuthor id="3894" name="史璐瑶" initials="史" lastIdx="0" clrIdx="3893"/>
  <p:cmAuthor id="3895" name="耀" initials="耀" lastIdx="0" clrIdx="3894"/>
  <p:cmAuthor id="3896" name="李庆文" initials="李" lastIdx="0" clrIdx="3895"/>
  <p:cmAuthor id="3897" name="林于丰" initials="林" lastIdx="0" clrIdx="3896"/>
  <p:cmAuthor id="3898" name="黄菁" initials="黄" lastIdx="0" clrIdx="3897"/>
  <p:cmAuthor id="3899" name="柴自东" initials="柴" lastIdx="0" clrIdx="3898"/>
  <p:cmAuthor id="3900" name="王志榕" initials="王" lastIdx="0" clrIdx="3899"/>
  <p:cmAuthor id="3901" name="Laptop Go" initials="L" lastIdx="0" clrIdx="3900"/>
  <p:cmAuthor id="3902" name="daliang xu" initials="d" lastIdx="0" clrIdx="3901"/>
  <p:cmAuthor id="3903" name="肖婧" initials="肖" lastIdx="0" clrIdx="3902"/>
  <p:cmAuthor id="3904" name="bo wu" initials="bw" lastIdx="0" clrIdx="3903"/>
  <p:cmAuthor id="3905" name="原全新" initials="原" lastIdx="0" clrIdx="3904"/>
  <p:cmAuthor id="3906" name="13303703338@189.cn" initials="1" lastIdx="0" clrIdx="3905"/>
  <p:cmAuthor id="3907" name="yuanle" initials="y" lastIdx="0" clrIdx="3906"/>
  <p:cmAuthor id="3908" name="刘凤" initials="刘" lastIdx="0" clrIdx="3907"/>
  <p:cmAuthor id="3909" name="zx" initials="z" lastIdx="0" clrIdx="3908"/>
  <p:cmAuthor id="3910" name="林 哈哈" initials="林" lastIdx="0" clrIdx="3909"/>
  <p:cmAuthor id="3911" name="侯 林" initials="侯" lastIdx="0" clrIdx="3910"/>
  <p:cmAuthor id="3912" name="许 志军" initials="许" lastIdx="0" clrIdx="3911"/>
  <p:cmAuthor id="3913" name="欧 志芳" initials="欧" lastIdx="0" clrIdx="3912"/>
  <p:cmAuthor id="3914" name="安 静" initials="安" lastIdx="0" clrIdx="3913"/>
  <p:cmAuthor id="3915" name="李林峰" initials="李" lastIdx="0" clrIdx="3914"/>
  <p:cmAuthor id="3916" name="10247586" initials="Nikodemus" lastIdx="0" clrIdx="3915"/>
  <p:cmAuthor id="3917" name="kexin" initials="k" lastIdx="0" clrIdx="3916"/>
  <p:cmAuthor id="3918" name="林诗婷" initials="林" lastIdx="0" clrIdx="3917"/>
  <p:cmAuthor id="3919" name="yangf82" initials="y" lastIdx="0" clrIdx="3918"/>
  <p:cmAuthor id="3920" name="shijinjin" initials="s" lastIdx="0" clrIdx="3919"/>
  <p:cmAuthor id="3921" name="yangjun123" initials="y" lastIdx="0" clrIdx="3920"/>
  <p:cmAuthor id="3922" name="陈 洪剑" initials="陈" lastIdx="0" clrIdx="3921"/>
  <p:cmAuthor id="3923" name="杨 许得" initials="杨" lastIdx="0" clrIdx="3922"/>
  <p:cmAuthor id="3924" name="shi lei" initials="sl" lastIdx="0" clrIdx="3923"/>
  <p:cmAuthor id="3925" name="shilei" initials="s" lastIdx="0" clrIdx="3924"/>
  <p:cmAuthor id="3926" name="王剑斌" initials="JW" lastIdx="0" clrIdx="3925"/>
  <p:cmAuthor id="3927" name="郑勇进" initials="郑勇进" lastIdx="0" clrIdx="3926"/>
  <p:cmAuthor id="3928" name="shanshuyao@sd.cmcc" initials="shanshuyao@sd.cmcc" lastIdx="0" clrIdx="3927"/>
  <p:cmAuthor id="3929" name="summer" initials="s" lastIdx="0" clrIdx="3928"/>
  <p:cmAuthor id="3930" name="absurdus" initials="a" lastIdx="0" clrIdx="3929"/>
  <p:cmAuthor id="3931" name="咩咩so" initials="咩" lastIdx="0" clrIdx="3930"/>
  <p:cmAuthor id="3932" name="穆" initials="穆" lastIdx="0" clrIdx="3931"/>
  <p:cmAuthor id="3933" name="10169602" initials="1" lastIdx="0" clrIdx="3932"/>
  <p:cmAuthor id="3934" name="cindy.yi.huang@hsbc.com.cn" initials="c" lastIdx="0" clrIdx="3933"/>
  <p:cmAuthor id="3935" name="沈 霏" initials="沈" lastIdx="0" clrIdx="3934"/>
  <p:cmAuthor id="3936" name="龚平-lcq" initials="龚" lastIdx="0" clrIdx="3935"/>
  <p:cmAuthor id="3937" name="sw w" initials="sw" lastIdx="0" clrIdx="3936"/>
  <p:cmAuthor id="3938" name="程晓栋" initials="L" lastIdx="0" clrIdx="3937"/>
  <p:cmAuthor id="3939" name="田国花" initials="田" lastIdx="0" clrIdx="3938"/>
  <p:cmAuthor id="3940" name="张志萍" initials="张" lastIdx="0" clrIdx="3939"/>
  <p:cmAuthor id="3941" name="李 熙" initials="李" lastIdx="0" clrIdx="3940"/>
  <p:cmAuthor id="3942" name="王洁" initials="王" lastIdx="0" clrIdx="3941"/>
  <p:cmAuthor id="3943" name="王明明" initials="王" lastIdx="0" clrIdx="3942"/>
  <p:cmAuthor id="3944" name="Lenovo User" initials="L" lastIdx="0" clrIdx="3943"/>
  <p:cmAuthor id="3945" name="hys2" initials="h" lastIdx="0" clrIdx="3944"/>
  <p:cmAuthor id="3946" name="赵琦" initials="赵" lastIdx="0" clrIdx="3945"/>
  <p:cmAuthor id="3947" name="朱绍春" initials="朱" lastIdx="0" clrIdx="3946"/>
  <p:cmAuthor id="3948" name="番茄花园" initials="番" lastIdx="0" clrIdx="3947"/>
  <p:cmAuthor id="3949" name="何晓峰" initials="何" lastIdx="0" clrIdx="3948"/>
  <p:cmAuthor id="3950" name="郝崇" initials="郝" lastIdx="0" clrIdx="3949"/>
  <p:cmAuthor id="3951" name="rq fan" initials="r" lastIdx="0" clrIdx="3950"/>
  <p:cmAuthor id="3952" name="李威" initials="李" lastIdx="0" clrIdx="3951"/>
  <p:cmAuthor id="3953" name="牛宏民" initials="牛" lastIdx="0" clrIdx="3952"/>
  <p:cmAuthor id="3954" name="dadi" initials="d" lastIdx="0" clrIdx="3953"/>
  <p:cmAuthor id="3955" name="朱海平" initials="朱" lastIdx="0" clrIdx="3954"/>
  <p:cmAuthor id="3956" name="惠莲" initials="惠" lastIdx="0" clrIdx="3955"/>
  <p:cmAuthor id="3957" name="梁宇" initials="梁" lastIdx="0" clrIdx="3956"/>
  <p:cmAuthor id="3958" name="wangx" initials="w" lastIdx="0" clrIdx="3957"/>
  <p:cmAuthor id="3959" name="傅泉" initials="傅" lastIdx="0" clrIdx="3958"/>
  <p:cmAuthor id="3960" name="陈志珉" initials="陈" lastIdx="0" clrIdx="3959"/>
  <p:cmAuthor id="3961" name="SKU1" initials="S" lastIdx="0" clrIdx="3960"/>
  <p:cmAuthor id="3962" name="胡燕哲" initials="胡" lastIdx="0" clrIdx="3961"/>
  <p:cmAuthor id="3963" name="白彦静" initials="白" lastIdx="0" clrIdx="3962"/>
  <p:cmAuthor id="3964" name="赵峰" initials="赵" lastIdx="0" clrIdx="3963"/>
  <p:cmAuthor id="3965" name="wangmy100" initials="w" lastIdx="0" clrIdx="3964"/>
  <p:cmAuthor id="3966" name="廖才珍" initials="廖" lastIdx="0" clrIdx="3965"/>
  <p:cmAuthor id="3967" name="清欢余" initials="清" lastIdx="0" clrIdx="3966"/>
  <p:cmAuthor id="3968" name="August" initials="A" lastIdx="0" clrIdx="3967"/>
  <p:cmAuthor id="3969" name="贾斯珺" initials="贾" lastIdx="0" clrIdx="3968"/>
  <p:cmAuthor id="3970" name="陈静" initials="陈" lastIdx="0" clrIdx="3969"/>
  <p:cmAuthor id="3971" name="10201331" initials="1" lastIdx="0" clrIdx="3970"/>
  <p:cmAuthor id="3972" name="10054361" initials="1" lastIdx="0" clrIdx="3971"/>
  <p:cmAuthor id="3973" name="19056" initials="1" lastIdx="0" clrIdx="3972"/>
  <p:cmAuthor id="3974" name="LZH" initials="L" lastIdx="0" clrIdx="3973"/>
  <p:cmAuthor id="3975" name="李政龙" initials="李" lastIdx="0" clrIdx="3974"/>
  <p:cmAuthor id="3976" name="苏薇" initials="苏" lastIdx="0" clrIdx="3975"/>
  <p:cmAuthor id="3977" name="yubaoquan" initials="y" lastIdx="0" clrIdx="3976"/>
  <p:cmAuthor id="3978" name="庞尔慧" initials="庞" lastIdx="0" clrIdx="3977"/>
  <p:cmAuthor id="3979" name="刘颖" initials="刘" lastIdx="0" clrIdx="3978"/>
  <p:cmAuthor id="3980" name="ting yue" initials="t" lastIdx="0" clrIdx="3979"/>
  <p:cmAuthor id="3981" name="陈俊奕" initials="陈俊奕" lastIdx="0" clrIdx="3980"/>
  <p:cmAuthor id="3982" name="宋海锐" initials="宋" lastIdx="0" clrIdx="3981"/>
  <p:cmAuthor id="3983" name="张 明晖" initials="张" lastIdx="0" clrIdx="3982"/>
  <p:cmAuthor id="3984" name="Arzu" initials="A" lastIdx="0" clrIdx="3983"/>
  <p:cmAuthor id="3985" name="zhaowb19" initials="z" lastIdx="0" clrIdx="3984"/>
  <p:cmAuthor id="3986" name="王栋浩" initials="王" lastIdx="0" clrIdx="3985"/>
  <p:cmAuthor id="3987" name="袁倩倩" initials="袁" lastIdx="0" clrIdx="3986"/>
  <p:cmAuthor id="3988" name="陈以勇" initials="陈" lastIdx="0" clrIdx="3987"/>
  <p:cmAuthor id="3989" name="王智媛" initials="王" lastIdx="0" clrIdx="3988"/>
  <p:cmAuthor id="3990" name="Luoyan" initials="L" lastIdx="0" clrIdx="3989"/>
  <p:cmAuthor id="3991" name="黄楹" initials="黄楹" lastIdx="0" clrIdx="3990"/>
  <p:cmAuthor id="3992" name="郑骏" initials="郑骏" lastIdx="0" clrIdx="3991"/>
  <p:cmAuthor id="3993" name="ndkh22" initials="n" lastIdx="0" clrIdx="3992"/>
  <p:cmAuthor id="3994" name="Unknown User115" initials="U" lastIdx="0" clrIdx="3993"/>
  <p:cmAuthor id="3995" name="chenzheng4" initials="c" lastIdx="0" clrIdx="3994"/>
  <p:cmAuthor id="3996" name="张帆" initials="张" lastIdx="0" clrIdx="3995"/>
  <p:cmAuthor id="3997" name="liuhang" initials="l" lastIdx="0" clrIdx="3996"/>
  <p:cmAuthor id="3998" name="程娟娟" initials="程" lastIdx="0" clrIdx="3997"/>
  <p:cmAuthor id="3999" name="秦楠" initials="秦" lastIdx="0" clrIdx="3998"/>
  <p:cmAuthor id="4000" name="李华洋" initials="李" lastIdx="0" clrIdx="3999"/>
  <p:cmAuthor id="4001" name="白 玉京" initials="白" lastIdx="0" clrIdx="4000"/>
  <p:cmAuthor id="4002" name="嫦嫦" initials="嫦" lastIdx="0" clrIdx="4001"/>
  <p:cmAuthor id="4003" name="f.g.leo" initials="a" lastIdx="0" clrIdx="4002"/>
  <p:cmAuthor id="4004" name="郭震" initials="郭" lastIdx="0" clrIdx="4003"/>
  <p:cmAuthor id="4005" name="zhang" initials="z" lastIdx="0" clrIdx="4004"/>
  <p:cmAuthor id="4006" name="甄真" initials="甄" lastIdx="0" clrIdx="4005"/>
  <p:cmAuthor id="4007" name="包海伦" initials="包" lastIdx="0" clrIdx="4006"/>
  <p:cmAuthor id="4008" name="尤蕊蕊" initials="尤" lastIdx="0" clrIdx="4007"/>
  <p:cmAuthor id="4009" name="00026028" initials="0" lastIdx="0" clrIdx="4008"/>
  <p:cmAuthor id="4010" name="陈依依" initials="陈" lastIdx="0" clrIdx="4009"/>
  <p:cmAuthor id="4011" name="李 富岩" initials="李" lastIdx="0" clrIdx="4010"/>
  <p:cmAuthor id="4012" name="姜香利" initials="姜" lastIdx="0" clrIdx="4011"/>
  <p:cmAuthor id="4013" name="shye_EbMrZnMJ" initials="s" lastIdx="0" clrIdx="4012"/>
  <p:cmAuthor id="4014" name="赵静" initials="赵" lastIdx="0" clrIdx="4013"/>
  <p:cmAuthor id="4015" name="zzzz" initials="z" lastIdx="0" clrIdx="4014"/>
  <p:cmAuthor id="4016" name="JeanMayLee" initials="J" lastIdx="0" clrIdx="4015"/>
  <p:cmAuthor id="4017" name="梦里的炊烟" initials="梦" lastIdx="0" clrIdx="4016"/>
  <p:cmAuthor id="4018" name="Jason" initials="J" lastIdx="0" clrIdx="4017"/>
  <p:cmAuthor id="4019" name=" LION" initials=" " lastIdx="0" clrIdx="4018"/>
  <p:cmAuthor id="4020" name="康斯坦尼斯拉夫斯基" initials="康" lastIdx="0" clrIdx="4019"/>
  <p:cmAuthor id="4021" name="SFY" initials="S" lastIdx="0" clrIdx="4020"/>
  <p:cmAuthor id="4022" name="邓萍" initials="邓" lastIdx="0" clrIdx="4021"/>
  <p:cmAuthor id="4023" name="黄忠孝" initials="黄" lastIdx="0" clrIdx="4022"/>
  <p:cmAuthor id="4024" name="86155" initials="8" lastIdx="0" clrIdx="4023"/>
  <p:cmAuthor id="4025" name="J0" initials="J" lastIdx="0" clrIdx="4024"/>
  <p:cmAuthor id="4026" name="咘嘚咘嘚" initials="咘" lastIdx="0" clrIdx="4025"/>
  <p:cmAuthor id="4027" name="WIN10" initials="W" lastIdx="0" clrIdx="4026"/>
  <p:cmAuthor id="4028" name="Q" initials="Q" lastIdx="0" clrIdx="4027"/>
  <p:cmAuthor id="4029" name="shinedo" initials="s" lastIdx="0" clrIdx="4028"/>
  <p:cmAuthor id="4030" name="jiaxizhou1" initials="j" lastIdx="0" clrIdx="4029"/>
  <p:cmAuthor id="4031" name="houhj26" initials="h" lastIdx="0" clrIdx="4030"/>
  <p:cmAuthor id="4032" name="cxh" initials="c" lastIdx="0" clrIdx="4031"/>
  <p:cmAuthor id="4033" name="t先生" initials="t" lastIdx="0" clrIdx="4032"/>
  <p:cmAuthor id="4034" name="提笔忘字" initials="提" lastIdx="0" clrIdx="4033"/>
  <p:cmAuthor id="4035" name="小田" initials="小" lastIdx="0" clrIdx="4034"/>
  <p:cmAuthor id="4036" name="关璐琪" initials="关" lastIdx="0" clrIdx="4035"/>
  <p:cmAuthor id="4037" name="Miranda Bi" initials="M" lastIdx="0" clrIdx="4036"/>
  <p:cmAuthor id="4038" name="wangj443" initials="w" lastIdx="0" clrIdx="4037"/>
  <p:cmAuthor id="4039" name="gulib" initials="g" lastIdx="0" clrIdx="4038"/>
  <p:cmAuthor id="4040" name="yuyang zhou" initials="yz" lastIdx="0" clrIdx="4039"/>
  <p:cmAuthor id="4041" name="wuxiaoqi1" initials="w" lastIdx="0" clrIdx="4040"/>
  <p:cmAuthor id="4042" name="zxq_1" initials="z" lastIdx="0" clrIdx="4041"/>
  <p:cmAuthor id="4043" name="wangms42" initials="w" lastIdx="0" clrIdx="4042"/>
  <p:cmAuthor id="4044" name="wangml110" initials="w" lastIdx="0" clrIdx="4043"/>
  <p:cmAuthor id="4045" name="马宇轩" initials="马" lastIdx="0" clrIdx="4044"/>
  <p:cmAuthor id="4046" name="邓彤倩" initials="邓" lastIdx="0" clrIdx="4045"/>
  <p:cmAuthor id="4047" name="lingqy9" initials="l" lastIdx="0" clrIdx="4046"/>
  <p:cmAuthor id="4048" name="龚丽媛" initials="龚" lastIdx="0" clrIdx="4047"/>
  <p:cmAuthor id="4049" name="金洁" initials="金" lastIdx="0" clrIdx="4048"/>
  <p:cmAuthor id="4050" name="chenlili" initials="c" lastIdx="0" clrIdx="4049"/>
  <p:cmAuthor id="4051" name="王 秀娟" initials="王" lastIdx="0" clrIdx="4050"/>
  <p:cmAuthor id="4052" name="sylvi" initials="s" lastIdx="0" clrIdx="4051"/>
  <p:cmAuthor id="4053" name="qiuxue" initials="q" lastIdx="0" clrIdx="4052"/>
  <p:cmAuthor id="4054" name="老道" initials="老" lastIdx="0" clrIdx="4053"/>
  <p:cmAuthor id="4055" name="小新" initials="小" lastIdx="0" clrIdx="4054"/>
  <p:cmAuthor id="4056" name="崔东佳" initials="崔" lastIdx="0" clrIdx="4055"/>
  <p:cmAuthor id="4057" name="Mia Vida Villanueva" initials="M" lastIdx="0" clrIdx="4056"/>
  <p:cmAuthor id="4058" name="幺以谦" initials="幺" lastIdx="0" clrIdx="4057"/>
  <p:cmAuthor id="4059" name="李湘茹" initials="李" lastIdx="0" clrIdx="4058"/>
  <p:cmAuthor id="4060" name="张旭筠" initials="U" lastIdx="0" clrIdx="4059"/>
  <p:cmAuthor id="4061" name="南阳联通" initials="南" lastIdx="0" clrIdx="4060"/>
  <p:cmAuthor id="4062" name="张璇" initials="u" lastIdx="0" clrIdx="4061"/>
  <p:cmAuthor id="4063" name="赵明" initials="赵" lastIdx="0" clrIdx="4062"/>
  <p:cmAuthor id="4064" name="温馨" initials="温" lastIdx="0" clrIdx="4063"/>
  <p:cmAuthor id="4065" name="郝晨雨" initials="郝" lastIdx="0" clrIdx="4064"/>
  <p:cmAuthor id="4066" name="孟婕" initials="孟" lastIdx="0" clrIdx="4065"/>
  <p:cmAuthor id="4067" name="刘彩琴" initials="刘" lastIdx="0" clrIdx="4066"/>
  <p:cmAuthor id="4068" name="孟颖" initials="孟" lastIdx="0" clrIdx="4067"/>
  <p:cmAuthor id="4069" name="孙文洁" initials="孙" lastIdx="0" clrIdx="4068"/>
  <p:cmAuthor id="4070" name="马丽" initials="A" lastIdx="0" clrIdx="4069"/>
  <p:cmAuthor id="4071" name="zhangly258" initials="z" lastIdx="0" clrIdx="4070"/>
  <p:cmAuthor id="4072" name="QianQian" initials="Q" lastIdx="0" clrIdx="4071"/>
  <p:cmAuthor id="4073" name="孙岩" initials="孙" lastIdx="0" clrIdx="4072"/>
  <p:cmAuthor id="4074" name="邓露Queen" initials="邓" lastIdx="0" clrIdx="4073"/>
  <p:cmAuthor id="4075" name="10095622" initials="1" lastIdx="0" clrIdx="4074"/>
  <p:cmAuthor id="4076" name="wuyh501" initials="w" lastIdx="0" clrIdx="4075"/>
  <p:cmAuthor id="4077" name="青春" initials="青" lastIdx="0" clrIdx="4076"/>
  <p:cmAuthor id="4078" name="宋琪" initials="宋" lastIdx="0" clrIdx="4077"/>
  <p:cmAuthor id="4079" name="李佳" initials="李" lastIdx="0" clrIdx="4078"/>
  <p:cmAuthor id="4080" name="王天阳" initials="王" lastIdx="0" clrIdx="4079"/>
  <p:cmAuthor id="4081" name="王桢" initials="王" lastIdx="0" clrIdx="4080"/>
  <p:cmAuthor id="4082" name="lixiaohui" initials="l" lastIdx="0" clrIdx="4081"/>
  <p:cmAuthor id="4083" name="郭晓明" initials="郭" lastIdx="0" clrIdx="4082"/>
  <p:cmAuthor id="4084" name="赵薇薇" initials="赵" lastIdx="0" clrIdx="4083"/>
  <p:cmAuthor id="4085" name="张家敏" initials="张" lastIdx="0" clrIdx="4084"/>
  <p:cmAuthor id="4086" name="wangs365" initials="w" lastIdx="0" clrIdx="4085"/>
  <p:cmAuthor id="4087" name="陶玲玲" initials="陶" lastIdx="0" clrIdx="4086"/>
  <p:cmAuthor id="4088" name="49105" initials="4" lastIdx="0" clrIdx="4087"/>
  <p:cmAuthor id="4089" name="舒迪" initials="舒" lastIdx="0" clrIdx="4088"/>
  <p:cmAuthor id="4090" name="柳慧" initials="慧" lastIdx="0" clrIdx="4089"/>
  <p:cmAuthor id="4091" name="文鸽" initials="a" lastIdx="0" clrIdx="4090"/>
  <p:cmAuthor id="4092" name="sheng" initials="s" lastIdx="0" clrIdx="4091"/>
  <p:cmAuthor id="4093" name="马云飞10014438" initials="马" lastIdx="0" clrIdx="4092"/>
  <p:cmAuthor id="4094" name="10247451" initials="1" lastIdx="0" clrIdx="4093"/>
  <p:cmAuthor id="4095" name="ling long" initials="ll" lastIdx="0" clrIdx="4094"/>
  <p:cmAuthor id="4096" name="周 辉" initials="周" lastIdx="0" clrIdx="4095"/>
  <p:cmAuthor id="4097" name="张燕" initials="MSOffice" lastIdx="0" clrIdx="4096"/>
  <p:cmAuthor id="4098" name="10066351" initials="1" lastIdx="0" clrIdx="4097"/>
  <p:cmAuthor id="4099" name="wp" initials="w" lastIdx="0" clrIdx="4098"/>
  <p:cmAuthor id="4100" name="silver1998 silver1998" initials="ss" lastIdx="0" clrIdx="4099"/>
  <p:cmAuthor id="4101" name="徐睿" initials="j" lastIdx="0" clrIdx="4100"/>
  <p:cmAuthor id="4102" name="邹清洁" initials="邹" lastIdx="0" clrIdx="4101"/>
  <p:cmAuthor id="4103" name="盛佳兵" initials="盛" lastIdx="0" clrIdx="4102"/>
  <p:cmAuthor id="4104" name="喻柳" initials="喻" lastIdx="0" clrIdx="4103"/>
  <p:cmAuthor id="4105" name="乐晓伟" initials="乐" lastIdx="0" clrIdx="4104"/>
  <p:cmAuthor id="4106" name="邱进云" initials="邱" lastIdx="0" clrIdx="4105"/>
  <p:cmAuthor id="4107" name="邢燕" initials="u" lastIdx="0" clrIdx="4106"/>
  <p:cmAuthor id="4108" name="泰维 陈" initials="泰陈" lastIdx="0" clrIdx="4107"/>
  <p:cmAuthor id="4109" name="苏志博_zUFrqQ3Q" initials="authorId_456263772" lastIdx="0" clrIdx="4108"/>
  <p:cmAuthor id="4110" name="LCZ666" initials="L" lastIdx="0" clrIdx="4109"/>
  <p:cmAuthor id="4111" name="曾泽学" initials="曾" lastIdx="0" clrIdx="4110"/>
  <p:cmAuthor id="4112" name="19599" initials="1" lastIdx="0" clrIdx="4111"/>
  <p:cmAuthor id="4113" name="曹旭" initials="曹" lastIdx="0" clrIdx="4112"/>
  <p:cmAuthor id="4114" name="zhangzy31" initials="z" lastIdx="0" clrIdx="4113"/>
  <p:cmAuthor id="4115" name="郑晓鹏" initials="郑" lastIdx="0" clrIdx="4114"/>
  <p:cmAuthor id="4116" name="方代彬" initials="方" lastIdx="0" clrIdx="4115"/>
  <p:cmAuthor id="4117" name="陈伟超" initials="陈" lastIdx="0" clrIdx="4116"/>
  <p:cmAuthor id="4118" name="王澍" initials="王" lastIdx="0" clrIdx="4117"/>
  <p:cmAuthor id="4119" name="mxk" initials="u" lastIdx="0" clrIdx="4118"/>
  <p:cmAuthor id="4120" name="10225041" initials="1" lastIdx="0" clrIdx="4119"/>
  <p:cmAuthor id="4121" name="李启旺" initials="李" lastIdx="0" clrIdx="4120"/>
  <p:cmAuthor id="4122" name="huliujun-LN" initials="h" lastIdx="0" clrIdx="4121"/>
  <p:cmAuthor id="4123" name="mafeng" initials="m" lastIdx="0" clrIdx="4122"/>
  <p:cmAuthor id="4124" name="刘佳颖" initials="刘" lastIdx="0" clrIdx="4123"/>
  <p:cmAuthor id="4125" name="Jiang Owen" initials="JO" lastIdx="0" clrIdx="4124"/>
  <p:cmAuthor id="4126" name="刘牧洲" initials="刘" lastIdx="0" clrIdx="4125"/>
  <p:cmAuthor id="4127" name="瑾瑜v" initials="瑾" lastIdx="0" clrIdx="4126"/>
  <p:cmAuthor id="4128" name="46344" initials="4" lastIdx="0" clrIdx="4127"/>
  <p:cmAuthor id="4129" name="mao mao" initials="mm" lastIdx="0" clrIdx="4128"/>
  <p:cmAuthor id="4130" name="杨欢" initials="杨" lastIdx="0" clrIdx="4129"/>
  <p:cmAuthor id="4131" name="尚留洋" initials="尚" lastIdx="0" clrIdx="4130"/>
  <p:cmAuthor id="4132" name="刘月晔" initials="刘" lastIdx="0" clrIdx="4131"/>
  <p:cmAuthor id="4133" name="郭磊" initials="郭" lastIdx="0" clrIdx="4132"/>
  <p:cmAuthor id="4134" name="李娜" initials="李" lastIdx="0" clrIdx="4133"/>
  <p:cmAuthor id="4135" name="LEE1411733277" initials="L" lastIdx="0" clrIdx="4134"/>
  <p:cmAuthor id="4136" name="谢梦娇" initials="谢" lastIdx="0" clrIdx="4135"/>
  <p:cmAuthor id="4137" name="宫小贝" initials="宫" lastIdx="0" clrIdx="4136"/>
  <p:cmAuthor id="4138" name="张丹" initials="张" lastIdx="0" clrIdx="4137"/>
  <p:cmAuthor id="4139" name="wangsuyu" initials="w" lastIdx="0" clrIdx="4138"/>
  <p:cmAuthor id="4140" name="李金娜" initials="李" lastIdx="0" clrIdx="4139"/>
  <p:cmAuthor id="4141" name="86150" initials="8" lastIdx="0" clrIdx="4140"/>
  <p:cmAuthor id="4142" name="qdrenyx" initials="q" lastIdx="0" clrIdx="4141"/>
  <p:cmAuthor id="4143" name="王鹏飞" initials="王" lastIdx="0" clrIdx="4142"/>
  <p:cmAuthor id="4144" name="zhaoxx" initials="z" lastIdx="0" clrIdx="4143"/>
  <p:cmAuthor id="4145" name="yunshengjun" initials="y" lastIdx="0" clrIdx="4144"/>
  <p:cmAuthor id="4146" name="IdeaNova-manager" initials="I" lastIdx="0" clrIdx="4145"/>
  <p:cmAuthor id="4147" name="konglu2012@126.com" initials="k" lastIdx="0" clrIdx="4146"/>
  <p:cmAuthor id="4148" name="Liang Dong" initials="L" lastIdx="0" clrIdx="4147"/>
  <p:cmAuthor id="4149" name="王潇" initials="王" lastIdx="0" clrIdx="4148"/>
  <p:cmAuthor id="4150" name="liushiyuan" initials="l" lastIdx="0" clrIdx="4149"/>
  <p:cmAuthor id="4151" name="张玮" initials="张" lastIdx="0" clrIdx="4150"/>
  <p:cmAuthor id="4152" name="TPL-1803-310253" initials="T" lastIdx="0" clrIdx="4151"/>
  <p:cmAuthor id="4153" name="梁柏川" initials="梁" lastIdx="0" clrIdx="4152"/>
  <p:cmAuthor id="4154" name="Keve" initials="K" lastIdx="0" clrIdx="4153"/>
  <p:cmAuthor id="4155" name="陆 先生" initials="陆" lastIdx="0" clrIdx="4154"/>
  <p:cmAuthor id="4156" name="瞿 梅" initials="瞿" lastIdx="0" clrIdx="4155"/>
  <p:cmAuthor id="4157" name="wenxing" initials="w" lastIdx="0" clrIdx="4156"/>
  <p:cmAuthor id="4158" name="sl" initials="s" lastIdx="0" clrIdx="4157"/>
  <p:cmAuthor id="4159" name="guo yin" initials="gy" lastIdx="0" clrIdx="4158"/>
  <p:cmAuthor id="4160" name="SC-CD-YX3B-备用HP1" initials="S" lastIdx="0" clrIdx="4159"/>
  <p:cmAuthor id="4161" name="abc" initials="a" lastIdx="0" clrIdx="4160"/>
  <p:cmAuthor id="4162" name="紫藤无语" initials="紫" lastIdx="0" clrIdx="4161"/>
  <p:cmAuthor id="4163" name="yyb" initials="y" lastIdx="0" clrIdx="4162"/>
  <p:cmAuthor id="4164" name="刘薇" initials="刘" lastIdx="0" clrIdx="4163"/>
  <p:cmAuthor id="4165" name="孙珍珍" initials="孙" lastIdx="0" clrIdx="4164"/>
  <p:cmAuthor id="4166" name="李蓓" initials="李" lastIdx="0" clrIdx="4165"/>
  <p:cmAuthor id="4167" name="童 灏" initials="童" lastIdx="0" clrIdx="4166"/>
  <p:cmAuthor id="4168" name="yJQ" initials="y" lastIdx="0" clrIdx="4167"/>
  <p:cmAuthor id="4169" name="余森" initials="余森" lastIdx="0" clrIdx="4168"/>
  <p:cmAuthor id="4170" name="冯 志红" initials="冯" lastIdx="0" clrIdx="4169"/>
  <p:cmAuthor id="4171" name="zhaoyue46" initials="z" lastIdx="0" clrIdx="4170"/>
  <p:cmAuthor id="4172" name="wpp" initials="w" lastIdx="0" clrIdx="4171"/>
  <p:cmAuthor id="4173" name="JOHNNY GAO" initials="JG" lastIdx="0" clrIdx="4172"/>
  <p:cmAuthor id="4174" name="沈琪-pbj" initials="沈" lastIdx="0" clrIdx="4173"/>
  <p:cmAuthor id="4175" name="江 玲" initials="江" lastIdx="0" clrIdx="4174"/>
  <p:cmAuthor id="4176" name="马靖松" initials="马" lastIdx="0" clrIdx="4175"/>
  <p:cmAuthor id="4177" name="Microsoft 帐户" initials="M" lastIdx="0" clrIdx="4176"/>
  <p:cmAuthor id="4178" name="王书珍" initials="王" lastIdx="0" clrIdx="4177"/>
  <p:cmAuthor id="4179" name="273839920@qq.com" initials="2" lastIdx="0" clrIdx="4178"/>
  <p:cmAuthor id="4180" name="陈健" initials="陈" lastIdx="0" clrIdx="4179"/>
  <p:cmAuthor id="4181" name="肖雪杉" initials="肖" lastIdx="0" clrIdx="4180"/>
  <p:cmAuthor id="4182" name="庄伟铭zwm136200" initials="庄" lastIdx="0" clrIdx="4181"/>
  <p:cmAuthor id="4183" name="巧克力" initials="巧" lastIdx="0" clrIdx="4182"/>
  <p:cmAuthor id="4184" name="杜 洋" initials="杜" lastIdx="0" clrIdx="4183"/>
  <p:cmAuthor id="4185" name="likq06" initials="l" lastIdx="0" clrIdx="4184"/>
  <p:cmAuthor id="4186" name="阚 兴龙" initials="阚" lastIdx="0" clrIdx="4185"/>
  <p:cmAuthor id="4187" name="lu tong" initials="l" lastIdx="0" clrIdx="4186"/>
  <p:cmAuthor id="4188" name="yangshh" initials="y" lastIdx="0" clrIdx="4187"/>
  <p:cmAuthor id="4189" name="宋 晨" initials="宋" lastIdx="0" clrIdx="4188"/>
  <p:cmAuthor id="4190" name="子小T光军" initials="子" lastIdx="0" clrIdx="4189"/>
  <p:cmAuthor id="4191" name="10322559" initials="1" lastIdx="0" clrIdx="4190"/>
  <p:cmAuthor id="4192" name="10245865" initials="1" lastIdx="0" clrIdx="4191"/>
  <p:cmAuthor id="4193" name="00283351" initials="0" lastIdx="0" clrIdx="4192"/>
  <p:cmAuthor id="4194" name="10074613" initials="1" lastIdx="0" clrIdx="4193"/>
  <p:cmAuthor id="4195" name="10091842" initials="1" lastIdx="0" clrIdx="4194"/>
  <p:cmAuthor id="4196" name="10226012" initials="1" lastIdx="0" clrIdx="4195"/>
  <p:cmAuthor id="4197" name="10158184" initials="1" lastIdx="0" clrIdx="4196"/>
  <p:cmAuthor id="4198" name="10216996" initials="wjd" lastIdx="0" clrIdx="4197"/>
  <p:cmAuthor id="4199" name="00262130" initials="0" lastIdx="0" clrIdx="4198"/>
  <p:cmAuthor id="4200" name="0318003040" initials="0" lastIdx="0" clrIdx="4199"/>
  <p:cmAuthor id="4201" name="杨彩飘" initials="杨" lastIdx="0" clrIdx="4200"/>
  <p:cmAuthor id="4202" name="娄馨薇" initials="娄" lastIdx="0" clrIdx="4201"/>
  <p:cmAuthor id="4203" name="邵琼" initials="邵" lastIdx="0" clrIdx="4202"/>
  <p:cmAuthor id="4204" name="irina_s" initials="i" lastIdx="0" clrIdx="4203"/>
  <p:cmAuthor id="4205" name="qianyang03" initials="1" lastIdx="0" clrIdx="4204"/>
  <p:cmAuthor id="4206" name="张 凯" initials="张" lastIdx="0" clrIdx="4205"/>
  <p:cmAuthor id="4207" name="bay" initials="b" lastIdx="0" clrIdx="4206"/>
  <p:cmAuthor id="4208" name="10308115" initials="1" lastIdx="0" clrIdx="4207"/>
  <p:cmAuthor id="4209" name="10285602" initials="1" lastIdx="0" clrIdx="4208"/>
  <p:cmAuthor id="4210" name="XuFeng" initials="XF" lastIdx="0" clrIdx="4209"/>
  <p:cmAuthor id="4211" name="卫剑铮" initials="" lastIdx="0" clrIdx="4210"/>
  <p:cmAuthor id="4212" name="鹏 张" initials="鹏张" lastIdx="0" clrIdx="4211"/>
  <p:cmAuthor id="4213" name="未知的使用者205" initials="未" lastIdx="0" clrIdx="4212"/>
  <p:cmAuthor id="4214" name="mouse zz" initials="mz" lastIdx="0" clrIdx="4213"/>
  <p:cmAuthor id="4215" name="kf" initials="k" lastIdx="0" clrIdx="4214"/>
  <p:cmAuthor id="4216" name="Xu sy" initials="Xs" lastIdx="0" clrIdx="4215"/>
  <p:cmAuthor id="4217" name="wb z" initials="wz" lastIdx="0" clrIdx="4216"/>
  <p:cmAuthor id="4218" name="bais5" initials="b" lastIdx="0" clrIdx="4217"/>
  <p:cmAuthor id="4219" name="Chelsie Chen" initials="CC" lastIdx="0" clrIdx="4218"/>
  <p:cmAuthor id="4220" name="芳" initials="芳" lastIdx="0" clrIdx="4219"/>
  <p:cmAuthor id="4221" name="金倩玉" initials="金" lastIdx="0" clrIdx="4220"/>
  <p:cmAuthor id="4222" name="0279000012" initials="0" lastIdx="0" clrIdx="4221"/>
  <p:cmAuthor id="4223" name="ZTEczq" initials="1" lastIdx="0" clrIdx="4222"/>
  <p:cmAuthor id="4224" name="10116818" initials="1" lastIdx="0" clrIdx="4223"/>
  <p:cmAuthor id="4225" name="10035857" initials="1" lastIdx="0" clrIdx="4224"/>
  <p:cmAuthor id="4226" name="林 枫" initials="林" lastIdx="0" clrIdx="4225"/>
  <p:cmAuthor id="4227" name="bai song" initials="bs" lastIdx="0" clrIdx="4226"/>
  <p:cmAuthor id="4228" name="huawei" initials="h" lastIdx="0" clrIdx="4227"/>
  <p:cmAuthor id="4229" name="KXY" initials="KXY" lastIdx="0" clrIdx="4228"/>
  <p:cmAuthor id="4230" name="杜娇龙" initials="" lastIdx="0" clrIdx="4229"/>
  <p:cmAuthor id="4231" name="王霞" initials="" lastIdx="0" clrIdx="4230"/>
  <p:cmAuthor id="4232" name="徐少成" initials="徐" lastIdx="0" clrIdx="4231"/>
  <p:cmAuthor id="4233" name="马丽丽" initials="M" lastIdx="0" clrIdx="4232"/>
  <p:cmAuthor id="4234" name="陈梦雨" initials="CMY" lastIdx="0" clrIdx="4233"/>
  <p:cmAuthor id="4235" name="刘成杰" initials="刘" lastIdx="0" clrIdx="4234"/>
  <p:cmAuthor id="4236" name="李随英" initials="李" lastIdx="0" clrIdx="4235"/>
  <p:cmAuthor id="4237" name="冰" initials="冰" lastIdx="0" clrIdx="4236"/>
  <p:cmAuthor id="4238" name="晋彩霞" initials="晋" lastIdx="0" clrIdx="4237"/>
  <p:cmAuthor id="4239" name="WPS_1700181428" initials="W" lastIdx="0" clrIdx="4238"/>
  <p:cmAuthor id="4240" name="曾美健" initials="曾" lastIdx="0" clrIdx="4239"/>
  <p:cmAuthor id="4241" name="admin刘" initials="a" lastIdx="0" clrIdx="4240"/>
  <p:cmAuthor id="4242" name="biu～" initials="b" lastIdx="0" clrIdx="4241"/>
  <p:cmAuthor id="4243" name="董家伟" initials="董" lastIdx="0" clrIdx="4242"/>
  <p:cmAuthor id="4244" name="木木" initials="木" lastIdx="0" clrIdx="4243"/>
  <p:cmAuthor id="4245" name="黄荣青" initials="荣青" lastIdx="0" clrIdx="4244"/>
  <p:cmAuthor id="4246" name="姚国凡10043959" initials="姚国凡10043959" lastIdx="0" clrIdx="4245"/>
  <p:cmAuthor id="4247" name="方婷婷" initials="方" lastIdx="0" clrIdx="4246"/>
  <p:cmAuthor id="4248" name="0045000519" initials="0" lastIdx="0" clrIdx="4247"/>
  <p:cmAuthor id="4249" name="00021840" initials="0" lastIdx="0" clrIdx="4248"/>
  <p:cmAuthor id="4250" name="JZX" initials="J" lastIdx="0" clrIdx="4249"/>
  <p:cmAuthor id="4251" name="10035626" initials="1" lastIdx="0" clrIdx="4250"/>
  <p:cmAuthor id="4252" name="李 少峰" initials="李" lastIdx="0" clrIdx="4251"/>
  <p:cmAuthor id="4253" name="10005481" initials="1" lastIdx="0" clrIdx="4252"/>
  <p:cmAuthor id="4254" name="10109906" initials="1" lastIdx="0" clrIdx="4253"/>
  <p:cmAuthor id="4255" name="he feng" initials="h" lastIdx="0" clrIdx="4254"/>
  <p:cmAuthor id="4256" name="李苗苗00086641" initials="李苗苗00086641" lastIdx="0" clrIdx="4255"/>
  <p:cmAuthor id="4257" name="10096825" initials="1" lastIdx="0" clrIdx="4256"/>
  <p:cmAuthor id="4258" name="朱自洪泉10298473" initials="MSOffice" lastIdx="0" clrIdx="4257"/>
  <p:cmAuthor id="4259" name="孙峰奇" initials="sfq" lastIdx="0" clrIdx="4258"/>
  <p:cmAuthor id="4260" name="00284818" initials="0" lastIdx="0" clrIdx="4259"/>
  <p:cmAuthor id="4261" name="linfei (K)" initials="l(" lastIdx="0" clrIdx="4260"/>
  <p:cmAuthor id="4262" name="10210843" initials="1" lastIdx="0" clrIdx="4261"/>
  <p:cmAuthor id="4263" name="10223621" initials="1" lastIdx="0" clrIdx="4262"/>
  <p:cmAuthor id="4264" name="00001457" initials="0" lastIdx="0" clrIdx="4263"/>
  <p:cmAuthor id="4265" name="10327298" initials="1" lastIdx="0" clrIdx="4264"/>
  <p:cmAuthor id="4266" name="张静_Anua7Nne" initials="张" lastIdx="0" clrIdx="4265"/>
  <p:cmAuthor id="4267" name="赵泽盛10022760" initials="赵" lastIdx="0" clrIdx="4266"/>
  <p:cmAuthor id="4268" name="未知用户113" initials="未知用户113" lastIdx="0" clrIdx="4267"/>
  <p:cmAuthor id="4269" name="未知用户266" initials="未" lastIdx="0" clrIdx="4268"/>
  <p:cmAuthor id="4270" name="00231149" initials="0" lastIdx="0" clrIdx="4269"/>
  <p:cmAuthor id="4271" name="10096551" initials="1" lastIdx="0" clrIdx="4270"/>
  <p:cmAuthor id="4272" name="liubi" initials="l" lastIdx="0" clrIdx="4271"/>
  <p:cmAuthor id="4273" name="王喜" initials="7" lastIdx="0" clrIdx="4272"/>
  <p:cmAuthor id="4274" name="林于亚" initials="林" lastIdx="0" clrIdx="4273"/>
  <p:cmAuthor id="4275" name="陈培" initials="李晨歌" lastIdx="0" clrIdx="4274"/>
  <p:cmAuthor id="4276" name="黄军磊" initials="黄" lastIdx="0" clrIdx="4275"/>
  <p:cmAuthor id="4277" name="郑红兵" initials="郑" lastIdx="0" clrIdx="4276"/>
  <p:cmAuthor id="4278" name="王闯" initials="王" lastIdx="0" clrIdx="4277"/>
  <p:cmAuthor id="4279" name="10058133" initials="1" lastIdx="0" clrIdx="4278"/>
  <p:cmAuthor id="4280" name="00159163" initials="0" lastIdx="0" clrIdx="4279"/>
  <p:cmAuthor id="4281" name="白钰" initials="白" lastIdx="0" clrIdx="4280"/>
  <p:cmAuthor id="4282" name="李奕" initials="李" lastIdx="0" clrIdx="4281"/>
  <p:cmAuthor id="4283" name="zhouj" initials="z" lastIdx="0" clrIdx="4282"/>
  <p:cmAuthor id="4284" name="10292923" initials="1" lastIdx="0" clrIdx="4283"/>
  <p:cmAuthor id="4285" name="寇钰楠" initials="寇" lastIdx="0" clrIdx="4284"/>
  <p:cmAuthor id="4286" name="郭华" initials="郭" lastIdx="0" clrIdx="4285"/>
  <p:cmAuthor id="4287" name="byewww" initials="b" lastIdx="0" clrIdx="4286"/>
  <p:cmAuthor id="4288" name="buoxi" initials="b" lastIdx="0" clrIdx="4287"/>
  <p:cmAuthor id="4289" name="张社建" initials="张" lastIdx="0" clrIdx="4288"/>
  <p:cmAuthor id="4290" name="zhuwy90" initials="z" lastIdx="0" clrIdx="4289"/>
  <p:cmAuthor id="4291" name="duzl0" initials="d" lastIdx="0" clrIdx="4290"/>
  <p:cmAuthor id="4292" name="李璐" initials="李" lastIdx="0" clrIdx="4291"/>
  <p:cmAuthor id="4293" name="吴佳晖(联通上海市上海市分公司)" initials="吴佳晖(联通上海市上海市分公司)" lastIdx="0" clrIdx="4292"/>
  <p:cmAuthor id="4294" name="Zhang Z.Q" initials="ZZ" lastIdx="0" clrIdx="4293"/>
  <p:cmAuthor id="4295" name="唐仲志" initials="唐仲志" lastIdx="0" clrIdx="4294"/>
  <p:cmAuthor id="4296" name="张志强" initials="张志强" lastIdx="0" clrIdx="4295"/>
  <p:cmAuthor id="4297" name="Charles Caize Guo" initials="C" lastIdx="0" clrIdx="4296"/>
  <p:cmAuthor id="4298" name="Candy Kechen Chen" initials="C" lastIdx="0" clrIdx="4297"/>
  <p:cmAuthor id="4299" name="James Shihao Zhou" initials="J" lastIdx="0" clrIdx="4298"/>
  <p:cmAuthor id="4300" name="Emily Lu Chen" initials="E" lastIdx="0" clrIdx="4299"/>
  <p:cmAuthor id="4301" name="韩 明宇" initials="韩" lastIdx="0" clrIdx="4300"/>
  <p:cmAuthor id="4302" name="玉东 杜" initials="玉杜" lastIdx="0" clrIdx="4301"/>
  <p:cmAuthor id="4303" name="联通" initials="联" lastIdx="0" clrIdx="4302"/>
  <p:cmAuthor id="4304" name="周盼" initials="周" lastIdx="0" clrIdx="4303"/>
  <p:cmAuthor id="4305" name="zengyong" initials="z" lastIdx="0" clrIdx="4304"/>
  <p:cmAuthor id="4306" name="史皓元" initials="史" lastIdx="0" clrIdx="4305"/>
  <p:cmAuthor id="4307" name="朱昕" initials="朱" lastIdx="0" clrIdx="4306"/>
  <p:cmAuthor id="4308" name="陈志诚" initials="陈" lastIdx="0" clrIdx="4307"/>
  <p:cmAuthor id="4309" name="王鑫" initials="王" lastIdx="0" clrIdx="4308"/>
  <p:cmAuthor id="4310" name="张晶" initials="张" lastIdx="0" clrIdx="4309"/>
  <p:cmAuthor id="4311" name="Songhx" initials="S" lastIdx="0" clrIdx="4310"/>
  <p:cmAuthor id="4312" name="zhang qq" initials="zq" lastIdx="0" clrIdx="4311"/>
  <p:cmAuthor id="4313" name="卢金顺" initials="卢" lastIdx="0" clrIdx="4312"/>
  <p:cmAuthor id="4314" name="CNTP" initials="C" lastIdx="0" clrIdx="4313"/>
  <p:cmAuthor id="4315" name="C—Lily" initials="C" lastIdx="0" clrIdx="4314"/>
  <p:cmAuthor id="4316" name=".众有" initials="." lastIdx="0" clrIdx="4315"/>
  <p:cmAuthor id="4317" name="俊" initials="俊" lastIdx="0" clrIdx="4316"/>
  <p:cmAuthor id="4318" name="生菜" initials="生" lastIdx="0" clrIdx="4317"/>
  <p:cmAuthor id="4319" name="hqm-liuwp19" initials="h" lastIdx="0" clrIdx="4318"/>
  <p:cmAuthor id="4320" name="张婷婷" initials="张" lastIdx="0" clrIdx="4319"/>
  <p:cmAuthor id="4321" name="Joseph Chen" initials="JC" lastIdx="0" clrIdx="4320"/>
  <p:cmAuthor id="4322" name="Vicky" initials="V" lastIdx="0" clrIdx="4321"/>
  <p:cmAuthor id="4323" name="崔琳" initials="崔" lastIdx="0" clrIdx="4322"/>
  <p:cmAuthor id="4324" name="孙贝宁" initials="孙" lastIdx="0" clrIdx="4323"/>
  <p:cmAuthor id="4325" name="杨园园" initials="杨" lastIdx="0" clrIdx="4324"/>
  <p:cmAuthor id="4326" name="刘天华" initials="刘" lastIdx="0" clrIdx="4325"/>
  <p:cmAuthor id="4327" name="杨兰" initials="杨" lastIdx="0" clrIdx="4326"/>
  <p:cmAuthor id="4328" name="韩宇峰" initials="韩" lastIdx="0" clrIdx="4327"/>
  <p:cmAuthor id="4329" name="wangxr" initials="w" lastIdx="0" clrIdx="4328"/>
  <p:cmAuthor id="4330" name="杨孟丽" initials="杨" lastIdx="0" clrIdx="4329"/>
  <p:cmAuthor id="4331" name="王芳" initials="王" lastIdx="0" clrIdx="4330"/>
  <p:cmAuthor id="4332" name="woods" initials="w" lastIdx="0" clrIdx="4331"/>
  <p:cmAuthor id="4333" name="苏建君" initials="丁侠" lastIdx="0" clrIdx="4332"/>
  <p:cmAuthor id="4334" name="sun yuhang" initials="sy" lastIdx="0" clrIdx="4333"/>
  <p:cmAuthor id="4335" name="citc" initials="c" lastIdx="0" clrIdx="4334"/>
  <p:cmAuthor id="4336" name="Qili Liu(联通河南省郑州市分公司)" initials="QL" lastIdx="0" clrIdx="4335"/>
  <p:cmAuthor id="4337" name="张斐轶" initials="张" lastIdx="0" clrIdx="4336"/>
  <p:cmAuthor id="4338" name="Xiahui Lv" initials="XL" lastIdx="0" clrIdx="4337"/>
  <p:cmAuthor id="4339" name="余志宝" initials="" lastIdx="0" clrIdx="4338"/>
  <p:cmAuthor id="4340" name="ChinaUnicomSoftWare" initials="C" lastIdx="0" clrIdx="4339"/>
  <p:cmAuthor id="4341" name="syc" initials="s" lastIdx="0" clrIdx="4340"/>
  <p:cmAuthor id="4342" name="吕佳欣" initials="l" lastIdx="0" clrIdx="4341"/>
  <p:cmAuthor id="4343" name="Jane" initials="u" lastIdx="0" clrIdx="4342"/>
  <p:cmAuthor id="4344" name="Goodbobo" initials="G" lastIdx="0" clrIdx="4343"/>
  <p:cmAuthor id="4345" name="mengx79" initials="m" lastIdx="0" clrIdx="4344"/>
  <p:cmAuthor id="4346" name="徐佳雯" initials="徐" lastIdx="0" clrIdx="4345"/>
  <p:cmAuthor id="4347" name="董纹" initials="董" lastIdx="0" clrIdx="4346"/>
  <p:cmAuthor id="4348" name="李沁" initials="李" lastIdx="0" clrIdx="4347"/>
  <p:cmAuthor id="4349" name="吴琪" initials="吴" lastIdx="0" clrIdx="4348"/>
  <p:cmAuthor id="4350" name="12551" initials="1" lastIdx="0" clrIdx="4349"/>
  <p:cmAuthor id="4351" name="杨钊" initials="WU" lastIdx="0" clrIdx="4350"/>
  <p:cmAuthor id="4352" name="王鸿璋" initials="w" lastIdx="0" clrIdx="4351"/>
  <p:cmAuthor id="4353" name="10207204" initials="1" lastIdx="0" clrIdx="4352"/>
  <p:cmAuthor id="4354" name="黄 萍" initials="黄" lastIdx="0" clrIdx="4353"/>
  <p:cmAuthor id="4355" name="企业用户_803309284" initials="企" lastIdx="0" clrIdx="4354"/>
  <p:cmAuthor id="4356" name="10203531" initials="1" lastIdx="0" clrIdx="4355"/>
  <p:cmAuthor id="4357" name="10334883" initials="1" lastIdx="0" clrIdx="4356"/>
  <p:cmAuthor id="4358" name="10198623" initials="1" lastIdx="0" clrIdx="4357"/>
  <p:cmAuthor id="4359" name="刘 阳春" initials="刘" lastIdx="0" clrIdx="4358"/>
  <p:cmAuthor id="4360" name="46712" initials="4" lastIdx="0" clrIdx="4359"/>
  <p:cmAuthor id="4361" name="Happy" initials="H" lastIdx="0" clrIdx="4360"/>
  <p:cmAuthor id="4362" name="孔德轩" initials="J" lastIdx="0" clrIdx="4361"/>
  <p:cmAuthor id="4363" name="lingc" initials="l" lastIdx="0" clrIdx="4362"/>
  <p:cmAuthor id="4364" name="周嘉喻" initials="z" lastIdx="0" clrIdx="4363"/>
  <p:cmAuthor id="4365" name="zongjinchong_hs@he.cmcc" initials="z" lastIdx="0" clrIdx="4364"/>
  <p:cmAuthor id="4366" name="傅成龙" initials="傅" lastIdx="0" clrIdx="4365"/>
  <p:cmAuthor id="4367" name="FR" initials="F" lastIdx="0" clrIdx="4366"/>
  <p:cmAuthor id="4368" name="2819264246@qq.com" initials="2" lastIdx="0" clrIdx="4367"/>
  <p:cmAuthor id="4369" name="10245120" initials="1" lastIdx="0" clrIdx="4368"/>
  <p:cmAuthor id="4370" name="孙福涛" initials="孙" lastIdx="0" clrIdx="4369"/>
  <p:cmAuthor id="4371" name="楠楠" initials="楠" lastIdx="0" clrIdx="4370"/>
  <p:cmAuthor id="4372" name="WPS_1729575697" initials="W" lastIdx="0" clrIdx="4371"/>
  <p:cmAuthor id="4373" name="温吞吞" initials="温" lastIdx="0" clrIdx="4372"/>
  <p:cmAuthor id="4374" name="路在脚下" initials="路" lastIdx="0" clrIdx="4373"/>
  <p:cmAuthor id="4375" name="14407" initials="1" lastIdx="0" clrIdx="4374"/>
  <p:cmAuthor id="4376" name="山西公司计划部刘智" initials="u" lastIdx="0" clrIdx="4375"/>
  <p:cmAuthor id="4377" name="liuzh" initials="l" lastIdx="0" clrIdx="4376"/>
  <p:cmAuthor id="4378" name="巩金明" initials="巩" lastIdx="0" clrIdx="4377"/>
  <p:cmAuthor id="4379" name="Xinlei Ma" initials="X" lastIdx="0" clrIdx="4378"/>
  <p:cmAuthor id="4380" name="李小迪" initials="李" lastIdx="0" clrIdx="4379"/>
  <p:cmAuthor id="4381" name="chenss127" initials="c" lastIdx="0" clrIdx="4380"/>
  <p:cmAuthor id="4382" name="公子小白" initials="公" lastIdx="0" clrIdx="4381"/>
  <p:cmAuthor id="4383" name="chengkang" initials="c" lastIdx="0" clrIdx="4382"/>
  <p:cmAuthor id="4384" name="彭五四" initials="彭" lastIdx="0" clrIdx="4383"/>
  <p:cmAuthor id="4385" name="LilithZhang" initials="ZYJ" lastIdx="0" clrIdx="4384"/>
  <p:cmAuthor id="4386" name="36068" initials="3" lastIdx="0" clrIdx="4385"/>
  <p:cmAuthor id="4387" name="陶元" initials="陶" lastIdx="0" clrIdx="4386"/>
  <p:cmAuthor id="4388" name="易 胡" initials="易" lastIdx="0" clrIdx="4387"/>
  <p:cmAuthor id="4389" name="love_" initials="l" lastIdx="0" clrIdx="4388"/>
  <p:cmAuthor id="4390" name="顾朝杰" initials="gcj" lastIdx="0" clrIdx="4389"/>
  <p:cmAuthor id="4391" name="赵 wei" initials="赵" lastIdx="0" clrIdx="4390"/>
  <p:cmAuthor id="4392" name="单靖喆" initials="单" lastIdx="0" clrIdx="4391"/>
  <p:cmAuthor id="4393" name="汪凡丁" initials="汪" lastIdx="0" clrIdx="4392"/>
  <p:cmAuthor id="4394" name="芷赫" initials="芷" lastIdx="0" clrIdx="4393"/>
  <p:cmAuthor id="4395" name="曹福意" initials="曹" lastIdx="0" clrIdx="4394"/>
  <p:cmAuthor id="4396" name="WangXiaoLong" initials="W" lastIdx="0" clrIdx="4395"/>
  <p:cmAuthor id="4397" name="鱼 鱼" initials="鱼鱼" lastIdx="0" clrIdx="4396"/>
  <p:cmAuthor id="4398" name="chenjl" initials="c" lastIdx="0" clrIdx="4397"/>
  <p:cmAuthor id="4399" name="Hello~Li" initials="H" lastIdx="0" clrIdx="4398"/>
  <p:cmAuthor id="4400" name="Anran Liu" initials="A" lastIdx="0" clrIdx="4399"/>
  <p:cmAuthor id="4401" name="张凤志" initials="张" lastIdx="0" clrIdx="4400"/>
  <p:cmAuthor id="4402" name="liqi" initials="l" lastIdx="0" clrIdx="4401"/>
  <p:cmAuthor id="4403" name="张启璠" initials="张启璠" lastIdx="0" clrIdx="4402"/>
  <p:cmAuthor id="4404" name="段 志丹" initials="段" lastIdx="0" clrIdx="4403"/>
  <p:cmAuthor id="4405" name="LIUSHUAIYANG" initials="L" lastIdx="0" clrIdx="4404"/>
  <p:cmAuthor id="4406" name="刘志超" initials="刘志超" lastIdx="0" clrIdx="4405"/>
  <p:cmAuthor id="4407" name="wkb" initials="w" lastIdx="0" clrIdx="4406"/>
  <p:cmAuthor id="4408" name="gaokp" initials="g" lastIdx="0" clrIdx="4407"/>
  <p:cmAuthor id="4409" name="nanfj1" initials="n" lastIdx="0" clrIdx="4408"/>
  <p:cmAuthor id="4410" name="Bingqian Chen(联通广东省广东省分公司)" initials="BC" lastIdx="0" clrIdx="4409"/>
  <p:cmAuthor id="4411" name="zhendong ma" initials="zm" lastIdx="0" clrIdx="4410"/>
  <p:cmAuthor id="4412" name="曹 清华" initials="曹" lastIdx="0" clrIdx="4411"/>
  <p:cmAuthor id="4413" name="刘婷" initials="刘" lastIdx="0" clrIdx="4412"/>
  <p:cmAuthor id="4414" name="lj" initials="l" lastIdx="0" clrIdx="4413"/>
  <p:cmAuthor id="4415" name="李明明" initials="李" lastIdx="0" clrIdx="4414"/>
  <p:cmAuthor id="4416" name="孔令旭" initials="孔" lastIdx="0" clrIdx="4415"/>
  <p:cmAuthor id="4417" name="1006352933@qq.com" initials="1" lastIdx="0" clrIdx="4416"/>
  <p:cmAuthor id="4418" name="yangjian16@chinaunicom.cn" initials="y" lastIdx="0" clrIdx="4417"/>
  <p:cmAuthor id="4419" name="终端张鹏" initials="终" lastIdx="0" clrIdx="4418"/>
  <p:cmAuthor id="4420" name="ctnq" initials="c" lastIdx="0" clrIdx="4419"/>
  <p:cmAuthor id="4421" name="孙楠" initials="孙" lastIdx="0" clrIdx="4420"/>
  <p:cmAuthor id="4422" name="付茜" initials="付" lastIdx="0" clrIdx="4421"/>
  <p:cmAuthor id="4423" name="郝斯婷" initials="郝" lastIdx="0" clrIdx="4422"/>
  <p:cmAuthor id="4424" name="盛玮方" initials="盛" lastIdx="0" clrIdx="4423"/>
  <p:cmAuthor id="4425" name="胡云龙" initials="u" lastIdx="0" clrIdx="4424"/>
  <p:cmAuthor id="4426" name="钱恺" initials="钱" lastIdx="0" clrIdx="4425"/>
  <p:cmAuthor id="4427" name="胡萍" initials="胡" lastIdx="0" clrIdx="4426"/>
  <p:cmAuthor id="4428" name="邱银杰" initials="邱" lastIdx="0" clrIdx="4427"/>
  <p:cmAuthor id="4429" name="CHENBIN" initials="C" lastIdx="0" clrIdx="4428"/>
  <p:cmAuthor id="4430" name="马小虎" initials="马" lastIdx="0" clrIdx="4429"/>
  <p:cmAuthor id="4431" name="郑元琰" initials="郑" lastIdx="0" clrIdx="4430"/>
  <p:cmAuthor id="4432" name="冯虎" initials="冯" lastIdx="0" clrIdx="4431"/>
  <p:cmAuthor id="4433" name="尹馨怡" initials="尹" lastIdx="0" clrIdx="4432"/>
  <p:cmAuthor id="4434" name="Contact603" initials="C" lastIdx="0" clrIdx="4433"/>
  <p:cmAuthor id="4435" name="10293" initials="1" lastIdx="0" clrIdx="4434"/>
  <p:cmAuthor id="4436" name="lusy23" initials="l" lastIdx="0" clrIdx="4435"/>
  <p:cmAuthor id="4437" name="谢婧" initials="谢" lastIdx="0" clrIdx="4436"/>
  <p:cmAuthor id="4438" name="Ling" initials="L" lastIdx="0" clrIdx="4437"/>
  <p:cmAuthor id="4439" name="yuehui" initials="y" lastIdx="0" clrIdx="4438"/>
  <p:cmAuthor id="4440" name="ThinkPad" initials="T" lastIdx="0" clrIdx="4439"/>
  <p:cmAuthor id="4441" name="邢筱卿" initials="邢" lastIdx="0" clrIdx="4440"/>
  <p:cmAuthor id="4442" name="jujuju" initials="j" lastIdx="0" clrIdx="4441"/>
  <p:cmAuthor id="4443" name="Xudd" initials="X" lastIdx="0" clrIdx="4442"/>
  <p:cmAuthor id="4444" name="卡苏陪" initials="卡" lastIdx="0" clrIdx="4443"/>
  <p:cmAuthor id="4445" name="guu" initials="g" lastIdx="0" clrIdx="4444"/>
  <p:cmAuthor id="4446" name="白雪" initials="白" lastIdx="0" clrIdx="4445"/>
  <p:cmAuthor id="4447" name="赵璐" initials="1" lastIdx="0" clrIdx="4446"/>
  <p:cmAuthor id="4448" name="li fei" initials="lf" lastIdx="0" clrIdx="4447"/>
  <p:cmAuthor id="4449" name="唐艺" initials="唐艺" lastIdx="0" clrIdx="4448"/>
  <p:cmAuthor id="4450" name="秦彩彬" initials="秦" lastIdx="0" clrIdx="4449"/>
  <p:cmAuthor id="4451" name="董双庭" initials="N" lastIdx="0" clrIdx="4450"/>
  <p:cmAuthor id="4452" name="KANG" initials="K" lastIdx="0" clrIdx="4451"/>
  <p:cmAuthor id="4453" name="aq" initials="a" lastIdx="0" clrIdx="4452"/>
  <p:cmAuthor id="4454" name="Yung Rachel" initials="YR" lastIdx="0" clrIdx="4453"/>
  <p:cmAuthor id="4455" name="周晓孟" initials="周" lastIdx="0" clrIdx="4454"/>
  <p:cmAuthor id="4456" name="李艳玲" initials="李" lastIdx="0" clrIdx="4455"/>
  <p:cmAuthor id="4457" name="Dell" initials="D" lastIdx="0" clrIdx="4456"/>
  <p:cmAuthor id="4458" name="hjz" initials="h" lastIdx="0" clrIdx="4457"/>
  <p:cmAuthor id="4459" name="张晓然" initials="张" lastIdx="0" clrIdx="4458"/>
  <p:cmAuthor id="4460" name="徐旭" initials="徐" lastIdx="0" clrIdx="4459"/>
  <p:cmAuthor id="4461" name="yao" initials="y" lastIdx="0" clrIdx="4460"/>
  <p:cmAuthor id="4462" name="李京" initials="李" lastIdx="0" clrIdx="4461"/>
  <p:cmAuthor id="4463" name="韩冷" initials="韩" lastIdx="0" clrIdx="4462"/>
  <p:cmAuthor id="4464" name="刘 素陌" initials="刘" lastIdx="0" clrIdx="4463"/>
  <p:cmAuthor id="4465" name="Unknown User112" initials="U" lastIdx="0" clrIdx="4464"/>
  <p:cmAuthor id="4466" name="Unknown User59" initials="U" lastIdx="0" clrIdx="4465"/>
  <p:cmAuthor id="4467" name="Unknown User113" initials="U" lastIdx="0" clrIdx="4466"/>
  <p:cmAuthor id="4468" name="Unknown User116" initials="U" lastIdx="0" clrIdx="4467"/>
  <p:cmAuthor id="4469" name="43387" initials="4" lastIdx="0" clrIdx="4468"/>
  <p:cmAuthor id="4470" name="王健" initials="王" lastIdx="0" clrIdx="4469"/>
  <p:cmAuthor id="4471" name="吕文琳" initials="吕" lastIdx="0" clrIdx="4470"/>
  <p:cmAuthor id="4472" name="zzz" initials="zzz" lastIdx="0" clrIdx="4471"/>
  <p:cmAuthor id="4473" name="23" initials="2" lastIdx="0" clrIdx="4472"/>
  <p:cmAuthor id="4474" name="李超（IT）" initials="L" lastIdx="0" clrIdx="4473"/>
  <p:cmAuthor id="4475" name="朱磊" initials="朱" lastIdx="0" clrIdx="4474"/>
  <p:cmAuthor id="4476" name="MA20662" initials="M" lastIdx="0" clrIdx="4475"/>
  <p:cmAuthor id="4477" name="湘北神奈川校花11号" initials="湘" lastIdx="0" clrIdx="4476"/>
  <p:cmAuthor id="4478" name="ChenGang" initials="C" lastIdx="0" clrIdx="4477"/>
  <p:cmAuthor id="4479" name="liuy2355" initials="l" lastIdx="0" clrIdx="4478"/>
  <p:cmAuthor id="4480" name="d s" initials="d" lastIdx="0" clrIdx="4479"/>
  <p:cmAuthor id="4481" name="李盈刚" initials="李" lastIdx="0" clrIdx="4480"/>
  <p:cmAuthor id="4482" name="珂 李" initials="珂" lastIdx="0" clrIdx="4481"/>
  <p:cmAuthor id="4483" name="黄娅" initials="黄" lastIdx="0" clrIdx="4482"/>
  <p:cmAuthor id="4484" name="乐 晓伟" initials="乐" lastIdx="0" clrIdx="4483"/>
  <p:cmAuthor id="4485" name="李敏" initials="李" lastIdx="0" clrIdx="4484"/>
  <p:cmAuthor id="4486" name="杨宏伟" initials="杨" lastIdx="0" clrIdx="4485"/>
  <p:cmAuthor id="4487" name="杜盼" initials="杜" lastIdx="0" clrIdx="4486"/>
  <p:cmAuthor id="4488" name="柠檬酱鱼" initials="柠" lastIdx="0" clrIdx="4487"/>
  <p:cmAuthor id="4489" name="冯 艳平" initials="冯" lastIdx="0" clrIdx="4488"/>
  <p:cmAuthor id="4490" name="hanhu" initials="h" lastIdx="0" clrIdx="4489"/>
  <p:cmAuthor id="4491" name="杜云馨" initials="杜" lastIdx="0" clrIdx="4490"/>
  <p:cmAuthor id="4492" name="王利坤" initials="王" lastIdx="0" clrIdx="4491"/>
  <p:cmAuthor id="4493" name="韩贝贝" initials="韩" lastIdx="0" clrIdx="4492"/>
  <p:cmAuthor id="4494" name="未知用户11" initials="未知用户11" lastIdx="0" clrIdx="4493"/>
  <p:cmAuthor id="4495" name="未知用户22" initials="未知用户22" lastIdx="0" clrIdx="4494"/>
  <p:cmAuthor id="4496" name="未知用户36" initials="未知用户36" lastIdx="0" clrIdx="4495"/>
  <p:cmAuthor id="4497" name="li hw" initials="l" lastIdx="0" clrIdx="4496"/>
  <p:cmAuthor id="4498" name="李新" initials="李" lastIdx="0" clrIdx="4497"/>
  <p:cmAuthor id="4499" name="16367" initials="1" lastIdx="0" clrIdx="4498"/>
  <p:cmAuthor id="4500" name="ShanQiu LH" initials="SL" lastIdx="0" clrIdx="4499"/>
  <p:cmAuthor id="4501" name="姜勇" initials="姜" lastIdx="0" clrIdx="4500"/>
  <p:cmAuthor id="4502" name="白帆" initials="白" lastIdx="0" clrIdx="4501"/>
  <p:cmAuthor id="4503" name="胡尼亚" initials="胡" lastIdx="0" clrIdx="4502"/>
  <p:cmAuthor id="4504" name="苗文香" initials="苗" lastIdx="0" clrIdx="4503"/>
  <p:cmAuthor id="4505" name="何兴胜" initials="何" lastIdx="0" clrIdx="4504"/>
  <p:cmAuthor id="4506" name="未知用户4" initials="未" lastIdx="0" clrIdx="4505"/>
  <p:cmAuthor id="4507" name="tpxiao" initials="t" lastIdx="0" clrIdx="4506"/>
  <p:cmAuthor id="4508" name="靖千 罗" initials="靖" lastIdx="0" clrIdx="4507"/>
  <p:cmAuthor id="4509" name="未知用户63" initials="未" lastIdx="0" clrIdx="4508"/>
  <p:cmAuthor id="4510" name="彭仁锋" initials="彭" lastIdx="0" clrIdx="4509"/>
  <p:cmAuthor id="4511" name="Jianbin Wang(联通集团运行维护部)" initials="JW" lastIdx="0" clrIdx="4510"/>
  <p:cmAuthor id="4512" name="三无产品手工作坊" initials="三" lastIdx="0" clrIdx="4511"/>
  <p:cmAuthor id="4513" name="Michael&amp;Echo" initials="M" lastIdx="0" clrIdx="4512"/>
  <p:cmAuthor id="4514" name="10100374" initials="1" lastIdx="0" clrIdx="4513"/>
  <p:cmAuthor id="4515" name="bao balas" initials="bb" lastIdx="0" clrIdx="4514"/>
  <p:cmAuthor id="4516" name="张 骁斐" initials="张" lastIdx="0" clrIdx="4515"/>
  <p:cmAuthor id="4517" name="Forget. Mo a perdu" initials="FMap" lastIdx="0" clrIdx="4516"/>
  <p:cmAuthor id="4518" name="王妙琼" initials="MW" lastIdx="0" clrIdx="4517"/>
  <p:cmAuthor id="4519" name="owner" initials="o" lastIdx="0" clrIdx="4518"/>
  <p:cmAuthor id="4520" name="赵婕" initials="赵" lastIdx="0" clrIdx="4519"/>
  <p:cmAuthor id="4521" name="新宇 杨" initials="新杨" lastIdx="0" clrIdx="4520"/>
  <p:cmAuthor id="4522" name="zrf" initials="zrf" lastIdx="0" clrIdx="4521"/>
  <p:cmAuthor id="4523" name="Ma Loong" initials="ML" lastIdx="0" clrIdx="4522"/>
  <p:cmAuthor id="4524" name="HuQQ" initials="HuQQ" lastIdx="0" clrIdx="4523"/>
  <p:cmAuthor id="4525" name="WHF" initials="W" lastIdx="0" clrIdx="4524"/>
  <p:cmAuthor id="4526" name="沙俊杰00140688" initials="沙俊杰00140688" lastIdx="0" clrIdx="4525"/>
  <p:cmAuthor id="4527" name="殷 凯" initials="凯殷" lastIdx="0" clrIdx="4526"/>
  <p:cmAuthor id="4528" name="单 善" initials="单" lastIdx="0" clrIdx="4527"/>
  <p:cmAuthor id="4529" name="hmwang" initials="dsc" lastIdx="0" clrIdx="4528"/>
  <p:cmAuthor id="4530" name="le" initials="l" lastIdx="0" clrIdx="4529"/>
  <p:cmAuthor id="4531" name="谢美娟00091379" initials="谢" lastIdx="0" clrIdx="4530"/>
  <p:cmAuthor id="4532" name="唐芸" initials="唐" lastIdx="0" clrIdx="4531"/>
  <p:cmAuthor id="4533" name="NTKO" initials="N" lastIdx="0" clrIdx="4532"/>
  <p:cmAuthor id="4534" name="范汗杰10197873" initials="范" lastIdx="0" clrIdx="4533"/>
  <p:cmAuthor id="4535" name="10080095" initials="1" lastIdx="0" clrIdx="4534"/>
  <p:cmAuthor id="4536" name="10039985" initials="1" lastIdx="0" clrIdx="4535"/>
  <p:cmAuthor id="4537" name="ZTE Zhou" initials="A" lastIdx="0" clrIdx="4536"/>
  <p:cmAuthor id="4538" name="钟 潇文" initials="钟" lastIdx="0" clrIdx="4537"/>
  <p:cmAuthor id="4539" name="10024364" initials="1" lastIdx="0" clrIdx="4538"/>
  <p:cmAuthor id="4540" name="10126032" initials="1" lastIdx="0" clrIdx="4539"/>
  <p:cmAuthor id="4541" name="10027607" initials="1" lastIdx="0" clrIdx="4540"/>
  <p:cmAuthor id="4542" name="10067286" initials="1" lastIdx="0" clrIdx="4541"/>
  <p:cmAuthor id="4543" name="10333323" initials="1" lastIdx="0" clrIdx="4542"/>
  <p:cmAuthor id="4544" name="赵宇鹏" initials="苏明明" lastIdx="0" clrIdx="4543"/>
  <p:cmAuthor id="4545" name="张栋68" initials="张栋68" lastIdx="0" clrIdx="4544"/>
  <p:cmAuthor id="4546" name="王佳瑜" initials="王" lastIdx="0" clrIdx="4545"/>
  <p:cmAuthor id="4547" name="10303067" initials="1" lastIdx="0" clrIdx="4546"/>
  <p:cmAuthor id="4548" name="王楠" initials="王" lastIdx="0" clrIdx="4547"/>
  <p:cmAuthor id="4549" name="张小娜" initials="张" lastIdx="0" clrIdx="4548"/>
  <p:cmAuthor id="4550" name="zhanglili" initials="z" lastIdx="0" clrIdx="4549"/>
  <p:cmAuthor id="4551" name="杨雅博" initials="杨" lastIdx="0" clrIdx="4550"/>
  <p:cmAuthor id="4552" name="WPS_1661346261" initials="W" lastIdx="0" clrIdx="4551"/>
  <p:cmAuthor id="4553" name="rui zhang" initials="rz" lastIdx="0" clrIdx="4552"/>
  <p:cmAuthor id="4554" name="wzh" initials="w" lastIdx="0" clrIdx="4553"/>
  <p:cmAuthor id="4555" name="大 爷" initials="大" lastIdx="0" clrIdx="4554"/>
  <p:cmAuthor id="4556" name="349551431@qq.com" initials="3" lastIdx="0" clrIdx="4555"/>
  <p:cmAuthor id="4557" name="Liuyl" initials="L" lastIdx="0" clrIdx="4556"/>
  <p:cmAuthor id="4558" name="chenyh203" initials="c" lastIdx="0" clrIdx="4557"/>
  <p:cmAuthor id="4559" name="champa4447" initials="c" lastIdx="0" clrIdx="4558"/>
  <p:cmAuthor id="4560" name="李艳12" initials="李艳12" lastIdx="0" clrIdx="4559"/>
  <p:cmAuthor id="4561" name="U2001" initials="U" lastIdx="0" clrIdx="4560"/>
  <p:cmAuthor id="4562" name="骆义川" initials="骆" lastIdx="0" clrIdx="4561"/>
  <p:cmAuthor id="4563" name="韩飞" initials="韩" lastIdx="0" clrIdx="4562"/>
  <p:cmAuthor id="4564" name="刘红欣" initials="刘" lastIdx="0" clrIdx="4563"/>
  <p:cmAuthor id="4565" name="陈小静" initials="陈" lastIdx="0" clrIdx="4564"/>
  <p:cmAuthor id="4566" name="zhaominglei" initials="z" lastIdx="0" clrIdx="4565"/>
  <p:cmAuthor id="4567" name="郭志恒" initials="郭" lastIdx="0" clrIdx="4566"/>
  <p:cmAuthor id="4568" name="尹煜文" initials="尹" lastIdx="0" clrIdx="4567"/>
  <p:cmAuthor id="4569" name="t2025" initials="t" lastIdx="0" clrIdx="4568"/>
  <p:cmAuthor id="4570" name="于明雷" initials="于" lastIdx="0" clrIdx="4569"/>
  <p:cmAuthor id="4571" name="未知的使用者61" initials="未" lastIdx="0" clrIdx="4570"/>
  <p:cmAuthor id="4572" name="10092253" initials="1" lastIdx="0" clrIdx="4571"/>
  <p:cmAuthor id="4573" name="王 栋伟" initials="王" lastIdx="0" clrIdx="4572"/>
  <p:cmAuthor id="4574" name="shuiqing" initials="s" lastIdx="0" clrIdx="4573"/>
  <p:cmAuthor id="4575" name="王利民" initials="u" lastIdx="0" clrIdx="4574"/>
  <p:cmAuthor id="4576" name="黄百成_m6Jjq6bQ" initials="authorId_901868002" lastIdx="0" clrIdx="4575"/>
  <p:cmAuthor id="4577" name="hangln3" initials="h" lastIdx="0" clrIdx="4576"/>
  <p:cmAuthor id="4578" name="未知的使用者75" initials="未" lastIdx="0" clrIdx="4577"/>
  <p:cmAuthor id="4579" name="lc xue" initials="lx" lastIdx="0" clrIdx="4578"/>
  <p:cmAuthor id="4580" name="hk2060@outlook.com" initials="h" lastIdx="0" clrIdx="4579"/>
  <p:cmAuthor id="4581" name="席 先生" initials="席" lastIdx="0" clrIdx="4580"/>
  <p:cmAuthor id="4582" name="徐慧芳" initials="徐" lastIdx="0" clrIdx="4581"/>
  <p:cmAuthor id="4583" name="lee y" initials="ly" lastIdx="0" clrIdx="4582"/>
  <p:cmAuthor id="4584" name="张彬" initials="张" lastIdx="0" clrIdx="4583"/>
  <p:cmAuthor id="4585" name="李昀东" initials="李" lastIdx="0" clrIdx="4584"/>
  <p:cmAuthor id="4586" name="林慧娴" initials="林" lastIdx="0" clrIdx="4585"/>
  <p:cmAuthor id="4587" name="王 震环" initials="王" lastIdx="0" clrIdx="4586"/>
  <p:cmAuthor id="4588" name="pingchangxin@outlook.com LI" initials="p" lastIdx="0" clrIdx="4587"/>
  <p:cmAuthor id="4589" name="王莉" initials="王" lastIdx="0" clrIdx="4588"/>
  <p:cmAuthor id="4590" name="杨阳阳" initials="杨" lastIdx="0" clrIdx="4589"/>
  <p:cmAuthor id="4591" name="未知用户39" initials="未知用户39" lastIdx="0" clrIdx="4590"/>
  <p:cmAuthor id="4592" name="未知用户20" initials="未知用户20" lastIdx="0" clrIdx="4591"/>
  <p:cmAuthor id="4593" name="wander" initials="w" lastIdx="0" clrIdx="4592"/>
  <p:cmAuthor id="4594" name="Ted Su" initials="T" lastIdx="0" clrIdx="4593"/>
  <p:cmAuthor id="4595" name="研工部事务科" initials="研" lastIdx="0" clrIdx="4594"/>
  <p:cmAuthor id="4596" name="Moe" initials="M" lastIdx="0" clrIdx="4595"/>
  <p:cmAuthor id="4597" name="luoll11" initials="l" lastIdx="0" clrIdx="4596"/>
  <p:cmAuthor id="4598" name="wangjt123" initials="w" lastIdx="0" clrIdx="4597"/>
  <p:cmAuthor id="4599" name="Zhao Rand" initials="ZR" lastIdx="0" clrIdx="4598"/>
  <p:cmAuthor id="4600" name="bear" initials="b" lastIdx="0" clrIdx="4599"/>
  <p:cmAuthor id="4601" name="玉柱 姚" initials="玉" lastIdx="0" clrIdx="4600"/>
  <p:cmAuthor id="4602" name="温文波" initials="温" lastIdx="0" clrIdx="4601"/>
  <p:cmAuthor id="4603" name="韩永光" initials="韩" lastIdx="0" clrIdx="4602"/>
  <p:cmAuthor id="4604" name="徐健程" initials="徐" lastIdx="0" clrIdx="4603"/>
  <p:cmAuthor id="4605" name="zhira" initials="z" lastIdx="0" clrIdx="4604"/>
  <p:cmAuthor id="4606" name="10010178" initials="1" lastIdx="0" clrIdx="4605"/>
  <p:cmAuthor id="4607" name="TJ" initials="T" lastIdx="0" clrIdx="4606"/>
  <p:cmAuthor id="4608" name="秦秀梅" initials="秦" lastIdx="0" clrIdx="4607"/>
  <p:cmAuthor id="4609" name="WPS_1739235068" initials="W" lastIdx="0" clrIdx="4608"/>
  <p:cmAuthor id="4610" name="王金海" initials="王" lastIdx="0" clrIdx="4609"/>
  <p:cmAuthor id="4611" name="00334816" initials="0" lastIdx="0" clrIdx="4610"/>
  <p:cmAuthor id="4612" name="王 黎黎" initials="王" lastIdx="0" clrIdx="4611"/>
  <p:cmAuthor id="4613" name="嘉琦" initials="嘉琦" lastIdx="0" clrIdx="4612"/>
  <p:cmAuthor id="4614" name="梁光灯_iI7bJ7vm" initials="authorId_510858482" lastIdx="0" clrIdx="4613"/>
  <p:cmAuthor id="4615" name="Heyhx" initials="H" lastIdx="0" clrIdx="4614"/>
  <p:cmAuthor id="4616" name="若尘 黄" initials="若" lastIdx="0" clrIdx="4615"/>
  <p:cmAuthor id="4617" name="jig" initials="j" lastIdx="0" clrIdx="4616"/>
  <p:cmAuthor id="4618" name="张健10024364" initials="MSOffice" lastIdx="0" clrIdx="4617"/>
  <p:cmAuthor id="4619" name="张平10088211" initials="张平10088211" lastIdx="0" clrIdx="4618"/>
  <p:cmAuthor id="4620" name="陈祥榴10046707" initials="MSOffice" lastIdx="0" clrIdx="4619"/>
  <p:cmAuthor id="4621" name="haha" initials="h" lastIdx="0" clrIdx="4620"/>
  <p:cmAuthor id="4622" name="陈教伟" initials="陈" lastIdx="0" clrIdx="4621"/>
  <p:cmAuthor id="4623" name="白志鹏" initials="白" lastIdx="0" clrIdx="4622"/>
  <p:cmAuthor id="4624" name="祁静" initials="祁" lastIdx="0" clrIdx="4623"/>
  <p:cmAuthor id="4625" name="牛紫薇" initials="牛" lastIdx="0" clrIdx="4624"/>
  <p:cmAuthor id="4626" name="文湘江" initials="文" lastIdx="0" clrIdx="4625"/>
  <p:cmAuthor id="4627" name="小荣" initials="小" lastIdx="0" clrIdx="4626"/>
  <p:cmAuthor id="4628" name="张其濛" initials="张" lastIdx="0" clrIdx="4627"/>
  <p:cmAuthor id="4629" name="杨登杰" initials="杨" lastIdx="0" clrIdx="4628"/>
  <p:cmAuthor id="4630" name="羽卉w" initials="羽" lastIdx="0" clrIdx="4629"/>
  <p:cmAuthor id="4631" name="CaoMi" initials="C" lastIdx="0" clrIdx="4630"/>
  <p:cmAuthor id="4632" name="MM" initials="M" lastIdx="0" clrIdx="4631"/>
  <p:cmAuthor id="4633" name="林诚亮|linchengliang" initials="林" lastIdx="0" clrIdx="4632"/>
  <p:cmAuthor id="4634" name="00047934" initials="0" lastIdx="0" clrIdx="4633"/>
  <p:cmAuthor id="4635" name="cch" initials="c" lastIdx="0" clrIdx="4634"/>
  <p:cmAuthor id="4636" name="陈必荣" initials="陈" lastIdx="0" clrIdx="4635"/>
  <p:cmAuthor id="4637" name="sh-fanjunjie" initials="s" lastIdx="0" clrIdx="4636"/>
  <p:cmAuthor id="4638" name="ding ruiwen" initials="dr" lastIdx="0" clrIdx="4637"/>
  <p:cmAuthor id="4639" name="林冲霄" initials="林" lastIdx="0" clrIdx="4638"/>
  <p:cmAuthor id="4640" name="吴伟平" initials="吴" lastIdx="0" clrIdx="4639"/>
  <p:cmAuthor id="4641" name="李会宾" initials="李" lastIdx="0" clrIdx="4640"/>
  <p:cmAuthor id="4642" name="黄一申" initials="黄" lastIdx="0" clrIdx="4641"/>
  <p:cmAuthor id="4643" name="吴帅" initials="wus" lastIdx="0" clrIdx="4642"/>
  <p:cmAuthor id="4644" name="unicom412" initials="u" lastIdx="0" clrIdx="4643"/>
  <p:cmAuthor id="4645" name="郭旭" initials="郭" lastIdx="0" clrIdx="4644"/>
  <p:cmAuthor id="4646" name="USER631805" initials="U" lastIdx="0" clrIdx="4645"/>
  <p:cmAuthor id="4647" name="10108380" initials="1" lastIdx="0" clrIdx="4646"/>
  <p:cmAuthor id="4648" name="10008523" initials="1" lastIdx="0" clrIdx="4647"/>
  <p:cmAuthor id="4649" name="文令懿" initials="LW" lastIdx="0" clrIdx="4648"/>
  <p:cmAuthor id="4650" name="赵 小梅" initials="赵" lastIdx="0" clrIdx="4649"/>
  <p:cmAuthor id="4651" name="张佳宁" initials="张" lastIdx="0" clrIdx="4650"/>
  <p:cmAuthor id="4652" name="谢毅" initials="谢" lastIdx="0" clrIdx="4651"/>
  <p:cmAuthor id="4653" name="zhouwd" initials="1" lastIdx="0" clrIdx="4652"/>
  <p:cmAuthor id="4654" name="Yu Yang" initials="YY" lastIdx="0" clrIdx="4653"/>
  <p:cmAuthor id="4655" name="王勇革" initials="王" lastIdx="0" clrIdx="4654"/>
  <p:cmAuthor id="4656" name="马宝中" initials="mbz" lastIdx="0" clrIdx="4655"/>
  <p:cmAuthor id="4657" name="侯天宇" initials="侯" lastIdx="0" clrIdx="4656"/>
  <p:cmAuthor id="4658" name="程振兴" initials="程" lastIdx="0" clrIdx="4657"/>
  <p:cmAuthor id="4659" name="季辉" initials="季" lastIdx="0" clrIdx="4658"/>
  <p:cmAuthor id="4660" name="杨莹" initials="杨" lastIdx="0" clrIdx="4659"/>
  <p:cmAuthor id="4661" name="万琦 郭" initials="万郭" lastIdx="0" clrIdx="4660"/>
  <p:cmAuthor id="4662" name="崔涛" initials="崔" lastIdx="0" clrIdx="4661"/>
  <p:cmAuthor id="4663" name="王蓉" initials="王" lastIdx="0" clrIdx="4662"/>
  <p:cmAuthor id="4664" name="00005049" initials="0" lastIdx="0" clrIdx="4663"/>
  <p:cmAuthor id="4665" name="hzx-0306" initials="韩政鑫" lastIdx="0" clrIdx="4664"/>
  <p:cmAuthor id="4666" name="10120993" initials="1" lastIdx="0" clrIdx="4665"/>
  <p:cmAuthor id="4667" name="王东10086377" initials="王东10086377" lastIdx="0" clrIdx="4666"/>
  <p:cmAuthor id="4668" name="夏俊杰" initials="夏" lastIdx="0" clrIdx="4667"/>
  <p:cmAuthor id="4669" name="zxr" initials="z" lastIdx="0" clrIdx="4668"/>
  <p:cmAuthor id="4670" name="18937034561@189.cn" initials="1" lastIdx="0" clrIdx="4669"/>
  <p:cmAuthor id="4671" name="张立鑫" initials="张" lastIdx="0" clrIdx="4670"/>
  <p:cmAuthor id="4672" name="佟" initials="佟" lastIdx="0" clrIdx="4671"/>
  <p:cmAuthor id="4673" name="yangfh20" initials="y" lastIdx="0" clrIdx="4672"/>
  <p:cmAuthor id="4674" name="彭程" initials="Johnson" lastIdx="0" clrIdx="4673"/>
  <p:cmAuthor id="4675" name="cc" initials="MOU" lastIdx="0" clrIdx="4674"/>
  <p:cmAuthor id="4676" name="未定义" initials="未" lastIdx="0" clrIdx="4675"/>
  <p:cmAuthor id="4677" name="Roger" initials="R" lastIdx="0" clrIdx="4676"/>
  <p:cmAuthor id="4678" name="ZZ" initials="zhedlzhao" lastIdx="0" clrIdx="4677"/>
  <p:cmAuthor id="4679" name="陈 征" initials="陈" lastIdx="0" clrIdx="4678"/>
  <p:cmAuthor id="4680" name="宋娟00023810" initials="宋娟00023810" lastIdx="0" clrIdx="4679"/>
  <p:cmAuthor id="4681" name="10000509" initials="1" lastIdx="0" clrIdx="4680"/>
  <p:cmAuthor id="4682" name="10146393" initials="1" lastIdx="0" clrIdx="4681"/>
  <p:cmAuthor id="4683" name="不等炬火" initials="不" lastIdx="0" clrIdx="4682"/>
  <p:cmAuthor id="4684" name="18601103610@wo.cn" initials="1" lastIdx="0" clrIdx="4683"/>
  <p:cmAuthor id="4685" name="L Y" initials="LY" lastIdx="0" clrIdx="4684"/>
  <p:cmAuthor id="4686" name="何高峰" initials="何" lastIdx="0" clrIdx="4685"/>
  <p:cmAuthor id="4687" name="邓倩华" initials="邓" lastIdx="0" clrIdx="4686"/>
  <p:cmAuthor id="4688" name="郭晓琳_JFzemAZZ" initials="authorId_47723" lastIdx="0" clrIdx="4687"/>
  <p:cmAuthor id="4689" name="耿子元_ArumzMB7" initials="authorId_43597" lastIdx="0" clrIdx="4688"/>
  <p:cmAuthor id="4690" name="w00856668" initials="w" lastIdx="0" clrIdx="4689"/>
  <p:cmAuthor id="4691" name="Yangxuan(Leo,China NPS)" initials="YN" lastIdx="0" clrIdx="4690"/>
  <p:cmAuthor id="4692" name="Zhengfang(China NPS)" initials="ZN" lastIdx="0" clrIdx="4691"/>
  <p:cmAuthor id="4693" name="Majunbo(China NPS)" initials="MN" lastIdx="0" clrIdx="4692"/>
  <p:cmAuthor id="4694" name="Lining(NPS)" initials="L" lastIdx="0" clrIdx="4693"/>
  <p:cmAuthor id="4695" name="Houyong(Beijing NPS)" initials="HN" lastIdx="0" clrIdx="4694"/>
  <p:cmAuthor id="4696" name="冯选" initials="vx" lastIdx="0" clrIdx="4695"/>
  <p:cmAuthor id="4697" name="c Cecilia" initials="cC" lastIdx="0" clrIdx="4696"/>
  <p:cmAuthor id="4698" name="吴美琦" initials="吴" lastIdx="0" clrIdx="4697"/>
  <p:cmAuthor id="4699" name="牟岚" initials="牟" lastIdx="0" clrIdx="4698"/>
  <p:cmAuthor id="4700" name="多丽娅" initials="多" lastIdx="0" clrIdx="4699"/>
  <p:cmAuthor id="4701" name="李 修竹" initials="李" lastIdx="0" clrIdx="4700"/>
  <p:cmAuthor id="4702" name="葛顺意" initials="葛" lastIdx="0" clrIdx="4701"/>
  <p:cmAuthor id="4703" name="周莉" initials="周" lastIdx="0" clrIdx="4702"/>
  <p:cmAuthor id="4704" name="不明使用者3" initials="不" lastIdx="0" clrIdx="4703"/>
  <p:cmAuthor id="4705" name="hankh" initials="h" lastIdx="0" clrIdx="4704"/>
  <p:cmAuthor id="4706" name="办公网络管理员" initials="办" lastIdx="0" clrIdx="4705"/>
  <p:cmAuthor id="4707" name="倪燕子00036324" initials="倪" lastIdx="0" clrIdx="4706"/>
  <p:cmAuthor id="4708" name="Vincent" initials="VZ" lastIdx="0" clrIdx="4707"/>
  <p:cmAuthor id="4709" name="李婧宜_YBferYVR" initials="authorId_1217247658" lastIdx="0" clrIdx="4708"/>
  <p:cmAuthor id="4710" name="HP" initials="H" lastIdx="0" clrIdx="4709"/>
  <p:cmAuthor id="4711" name="Unknown User25" initials="U" lastIdx="0" clrIdx="4710"/>
  <p:cmAuthor id="4712" name="戚帅" initials="戚帅" lastIdx="0" clrIdx="4711"/>
  <p:cmAuthor id="4713" name="chentao40" initials="c" lastIdx="0" clrIdx="4712"/>
  <p:cmAuthor id="4714" name="张博文" initials="CP" lastIdx="0" clrIdx="4713"/>
  <p:cmAuthor id="4715" name="hydsoft" initials="h" lastIdx="0" clrIdx="4714"/>
  <p:cmAuthor id="4716" name="CHEN" initials="C" lastIdx="0" clrIdx="4715"/>
  <p:cmAuthor id="4717" name="Tao Chen(联通集团联通在线本部)" initials="TC" lastIdx="0" clrIdx="4716"/>
  <p:cmAuthor id="4718" name="335996210@qq.com" initials="3" lastIdx="0" clrIdx="4717"/>
  <p:cmAuthor id="4719" name="l r" initials="lr" lastIdx="0" clrIdx="4718"/>
  <p:cmAuthor id="4720" name="24525" initials="2" lastIdx="0" clrIdx="4719"/>
  <p:cmAuthor id="4721" name="周笛" initials="周" lastIdx="0" clrIdx="4720"/>
  <p:cmAuthor id="4722" name="于轶" initials="于" lastIdx="0" clrIdx="4721"/>
  <p:cmAuthor id="4723" name="代雨桐" initials="代" lastIdx="0" clrIdx="4722"/>
  <p:cmAuthor id="4724" name="彭宇飞" initials="彭" lastIdx="0" clrIdx="4723"/>
  <p:cmAuthor id="4725" name="吴旭珍" initials="吴" lastIdx="0" clrIdx="4724"/>
  <p:cmAuthor id="4726" name="刘阳" initials="刘" lastIdx="0" clrIdx="4725"/>
  <p:cmAuthor id="4727" name="yanhan" initials="y" lastIdx="0" clrIdx="4726"/>
  <p:cmAuthor id="4728" name="panq8" initials="p" lastIdx="0" clrIdx="4727"/>
  <p:cmAuthor id="4729" name="明" initials="明" lastIdx="0" clrIdx="4728"/>
  <p:cmAuthor id="4730" name="zhangqian" initials="z" lastIdx="0" clrIdx="4729"/>
  <p:cmAuthor id="4731" name="yuehy" initials="y" lastIdx="0" clrIdx="4730"/>
  <p:cmAuthor id="4732" name="朱雷雷" initials="朱" lastIdx="0" clrIdx="4731"/>
  <p:cmAuthor id="4733" name="hxt" initials="h" lastIdx="0" clrIdx="4732"/>
  <p:cmAuthor id="4734" name="余佳" initials="余" lastIdx="0" clrIdx="4733"/>
  <p:cmAuthor id="4735" name="梁芳" initials="芳" lastIdx="0" clrIdx="4734"/>
  <p:cmAuthor id="4736" name="尹少春" initials="尹" lastIdx="0" clrIdx="4735"/>
  <p:cmAuthor id="4737" name="冯剑" initials="冯" lastIdx="0" clrIdx="4736"/>
  <p:cmAuthor id="4738" name="杨蕾" initials="杨" lastIdx="0" clrIdx="4737"/>
  <p:cmAuthor id="4739" name="贾航" initials="贾" lastIdx="0" clrIdx="4738"/>
  <p:cmAuthor id="4740" name="陈飞" initials="陈" lastIdx="0" clrIdx="4739"/>
  <p:cmAuthor id="4741" name="ysy" initials="y" lastIdx="0" clrIdx="4740"/>
  <p:cmAuthor id="4742" name="杜辰也" initials="杜" lastIdx="0" clrIdx="4741"/>
  <p:cmAuthor id="4743" name="彭军" initials="彭" lastIdx="0" clrIdx="4742"/>
  <p:cmAuthor id="4744" name="Li, Jess (SH/MC)" initials="" lastIdx="0" clrIdx="4743"/>
  <p:cmAuthor id="4745" name="yuanyy" initials="y" lastIdx="0" clrIdx="4744"/>
  <p:cmAuthor id="4746" name="韩丽艳" initials="韩" lastIdx="0" clrIdx="4745"/>
  <p:cmAuthor id="4747" name="fuping" initials="f" lastIdx="0" clrIdx="4746"/>
  <p:cmAuthor id="4748" name="欧意" initials="欧" lastIdx="0" clrIdx="4747"/>
  <p:cmAuthor id="4749" name="19864" initials="1" lastIdx="0" clrIdx="4748"/>
  <p:cmAuthor id="4750" name="zhoubl25" initials="z" lastIdx="0" clrIdx="4749"/>
  <p:cmAuthor id="4751" name="张俊芳" initials="张" lastIdx="0" clrIdx="4750"/>
  <p:cmAuthor id="4752" name="李健鹏" initials="李" lastIdx="0" clrIdx="4751"/>
  <p:cmAuthor id="4753" name="继明 武" initials="继武" lastIdx="0" clrIdx="4752"/>
  <p:cmAuthor id="4754" name="10319231" initials="1" lastIdx="0" clrIdx="4753"/>
  <p:cmAuthor id="4755" name="宋利霞" initials="宋" lastIdx="0" clrIdx="4754"/>
  <p:cmAuthor id="4756" name="18510" initials="1" lastIdx="0" clrIdx="4755"/>
  <p:cmAuthor id="4757" name="高欢" initials="高" lastIdx="0" clrIdx="4756"/>
  <p:cmAuthor id="4758" name="陈阳" initials="I" lastIdx="0" clrIdx="4757"/>
  <p:cmAuthor id="4759" name="申娟" initials="申" lastIdx="0" clrIdx="4758"/>
  <p:cmAuthor id="4760" name="孙梁" initials="孙" lastIdx="0" clrIdx="4759"/>
  <p:cmAuthor id="4761" name="cjc" initials="c" lastIdx="0" clrIdx="4760"/>
  <p:cmAuthor id="4762" name="刘文奇" initials="刘" lastIdx="0" clrIdx="4761"/>
  <p:cmAuthor id="4763" name="糖送緣明卿" initials="糖" lastIdx="0" clrIdx="4762"/>
  <p:cmAuthor id="4764" name="ren zhongyuan" initials="rz" lastIdx="0" clrIdx="4763"/>
  <p:cmAuthor id="4765" name="UnicomGD" initials="U" lastIdx="0" clrIdx="4764"/>
  <p:cmAuthor id="4766" name="刘畅" initials="l" lastIdx="0" clrIdx="4765"/>
  <p:cmAuthor id="4767" name="张 晶晶" initials="张" lastIdx="0" clrIdx="4766"/>
  <p:cmAuthor id="4768" name="13913" initials="1" lastIdx="0" clrIdx="4767"/>
  <p:cmAuthor id="4769" name="丽 王" initials="丽王" lastIdx="0" clrIdx="4768"/>
  <p:cmAuthor id="4770" name="Kun An(联通集团政企客户事业部)" initials="KA" lastIdx="0" clrIdx="4769"/>
  <p:cmAuthor id="4771" name="eric" initials="e" lastIdx="0" clrIdx="4770"/>
  <p:cmAuthor id="4772" name="00030386" initials="0" lastIdx="0" clrIdx="4771"/>
  <p:cmAuthor id="4773" name="未知的使用者88" initials="未" lastIdx="0" clrIdx="4772"/>
  <p:cmAuthor id="4774" name="朱洁" initials="朱" lastIdx="0" clrIdx="4773"/>
  <p:cmAuthor id="4775" name="10073055" initials="1" lastIdx="0" clrIdx="4774"/>
  <p:cmAuthor id="4776" name="未知用户130" initials="未" lastIdx="0" clrIdx="4775"/>
  <p:cmAuthor id="4777" name="未知的使用者165" initials="未" lastIdx="0" clrIdx="4776"/>
  <p:cmAuthor id="4778" name="mini" initials="m" lastIdx="0" clrIdx="4777"/>
  <p:cmAuthor id="4779" name="甘华" initials="甘" lastIdx="0" clrIdx="4778"/>
  <p:cmAuthor id="4780" name="黄黄" initials="黄" lastIdx="0" clrIdx="4779"/>
  <p:cmAuthor id="4781" name="贾中东" initials="陈会丽1" lastIdx="0" clrIdx="4780"/>
  <p:cmAuthor id="4782" name="胡广杰" initials="胡广杰" lastIdx="0" clrIdx="4781"/>
  <p:cmAuthor id="4783" name="LiChao" initials="L" lastIdx="0" clrIdx="4782"/>
  <p:cmAuthor id="4784" name="陈 思" initials="陈" lastIdx="0" clrIdx="4783"/>
  <p:cmAuthor id="4785" name="zhangzw14" initials="z" lastIdx="0" clrIdx="4784"/>
  <p:cmAuthor id="4786" name="张昱昊" initials="张" lastIdx="0" clrIdx="4785"/>
  <p:cmAuthor id="4787" name="CYG" initials="C" lastIdx="0" clrIdx="4786"/>
  <p:cmAuthor id="4788" name="丁钢" initials="丁" lastIdx="0" clrIdx="4787"/>
  <p:cmAuthor id="4789" name="夏侯哲" initials="陈朔" lastIdx="0" clrIdx="4788"/>
  <p:cmAuthor id="4790" name="Chang" initials="C" lastIdx="0" clrIdx="4789"/>
  <p:cmAuthor id="4791" name="luciano" initials="l" lastIdx="0" clrIdx="4790"/>
  <p:cmAuthor id="4792" name="文 哲" initials="文" lastIdx="0" clrIdx="4791"/>
  <p:cmAuthor id="4793" name="van basten" initials="vb" lastIdx="0" clrIdx="4792"/>
  <p:cmAuthor id="4794" name="baiconghui" initials="b" lastIdx="0" clrIdx="4793"/>
  <p:cmAuthor id="4795" name="张欢" initials="张" lastIdx="0" clrIdx="4794"/>
  <p:cmAuthor id="4796" name="赵栋梁" initials="赵" lastIdx="0" clrIdx="4795"/>
  <p:cmAuthor id="4797" name="齐静" initials="齐" lastIdx="0" clrIdx="4796"/>
  <p:cmAuthor id="4798" name="liyanit02" initials="l" lastIdx="0" clrIdx="4797"/>
  <p:cmAuthor id="4799" name="丁婧一" initials="丁" lastIdx="0" clrIdx="4798"/>
  <p:cmAuthor id="4800" name="QQH" initials="QQH" lastIdx="0" clrIdx="4799"/>
  <p:cmAuthor id="4801" name="10109399" initials="1" lastIdx="0" clrIdx="4800"/>
  <p:cmAuthor id="4802" name="10297641" initials="1" lastIdx="0" clrIdx="4801"/>
  <p:cmAuthor id="4803" name="00244312" initials="0" lastIdx="0" clrIdx="4802"/>
  <p:cmAuthor id="4804" name="10038422" initials="1" lastIdx="0" clrIdx="4803"/>
  <p:cmAuthor id="4805" name="未知用户112" initials="未" lastIdx="0" clrIdx="4804"/>
  <p:cmAuthor id="4806" name="針對所選的門市進行小範圍實驗，捕捉驅動績效的關鍵影響因子" initials="針" lastIdx="0" clrIdx="4805"/>
  <p:cmAuthor id="4807" name="10208030" initials="1" lastIdx="0" clrIdx="4806"/>
  <p:cmAuthor id="4808" name="Ray" initials="R" lastIdx="0" clrIdx="4807"/>
  <p:cmAuthor id="4809" name="李 斌" initials="李" lastIdx="0" clrIdx="4808"/>
  <p:cmAuthor id="4810" name="李洋洋_naIbzYJn" initials="authorId_54187489" lastIdx="0" clrIdx="4809"/>
  <p:cmAuthor id="4811" name="不随缘" initials="不" lastIdx="0" clrIdx="4810"/>
  <p:cmAuthor id="4812" name="怡佳" initials="怡" lastIdx="0" clrIdx="4811"/>
  <p:cmAuthor id="4813" name="huolongguo" initials="h" lastIdx="0" clrIdx="4812"/>
  <p:cmAuthor id="4814" name="jin zihan" initials="jz" lastIdx="0" clrIdx="4813"/>
  <p:cmAuthor id="4815" name="罗瑜馨" initials="罗" lastIdx="0" clrIdx="4814"/>
  <p:cmAuthor id="4816" name="未知用户179" initials="未" lastIdx="0" clrIdx="4815"/>
  <p:cmAuthor id="4817" name="郝超仁" initials="郝" lastIdx="0" clrIdx="4816"/>
  <p:cmAuthor id="4818" name="徐 正国" initials="徐" lastIdx="0" clrIdx="4817"/>
  <p:cmAuthor id="4819" name="ae2000" initials="a" lastIdx="0" clrIdx="4818"/>
  <p:cmAuthor id="4820" name="zhouhangyu688" initials="z" lastIdx="0" clrIdx="4819"/>
  <p:cmAuthor id="4821" name="tk-taiyuan" initials="t" lastIdx="0" clrIdx="4820"/>
  <p:cmAuthor id="4822" name="李建阳（内蒙古英才管培生）" initials="李" lastIdx="0" clrIdx="4821"/>
  <p:cmAuthor id="4823" name="You Zhou" initials="YZ" lastIdx="0" clrIdx="4822"/>
  <p:cmAuthor id="4824" name="未知的使用者137" initials="未" lastIdx="0" clrIdx="4823"/>
  <p:cmAuthor id="4825" name="heweia@digiwin.com" initials="h" lastIdx="0" clrIdx="4824"/>
  <p:cmAuthor id="4826" name="super" initials="s" lastIdx="0" clrIdx="4825"/>
  <p:cmAuthor id="4827" name="刘晖" initials="刘" lastIdx="0" clrIdx="4826"/>
  <p:cmAuthor id="4828" name="未知用户190" initials="未" lastIdx="0" clrIdx="4827"/>
  <p:cmAuthor id="4829" name="ll z" initials="l" lastIdx="0" clrIdx="4828"/>
  <p:cmAuthor id="4830" name="未知用户185" initials="未" lastIdx="0" clrIdx="4829"/>
  <p:cmAuthor id="4831" name="catherine" initials="c" lastIdx="0" clrIdx="4830"/>
  <p:cmAuthor id="4832" name="未知用户243" initials="未" lastIdx="0" clrIdx="4831"/>
  <p:cmAuthor id="4833" name="Ying Lou" initials="Y" lastIdx="0" clrIdx="4832"/>
  <p:cmAuthor id="4834" name="未知用户236" initials="未" lastIdx="0" clrIdx="4833"/>
  <p:cmAuthor id="4835" name="王 辰斌" initials="王" lastIdx="0" clrIdx="4834"/>
  <p:cmAuthor id="4836" name="陈文波" initials="陈" lastIdx="0" clrIdx="4835"/>
  <p:cmAuthor id="4837" name="zj361" initials="z" lastIdx="0" clrIdx="4836"/>
  <p:cmAuthor id="4838" name="李沈庄" initials="李" lastIdx="0" clrIdx="4837"/>
  <p:cmAuthor id="4839" name="蒋善武" initials="u" lastIdx="0" clrIdx="4838"/>
  <p:cmAuthor id="4840" name="孙晓兰" initials="孙" lastIdx="0" clrIdx="4839"/>
  <p:cmAuthor id="4841" name="汪建君 (Jianjun Wang)" initials="汪建君" lastIdx="0" clrIdx="4840"/>
  <p:cmAuthor id="4842" name="王琳琳 (Eileen Wang)" initials="王琳琳" lastIdx="0" clrIdx="4841"/>
  <p:cmAuthor id="4843" name="McGill, Erica" initials="ME" lastIdx="0" clrIdx="4842"/>
  <p:cmAuthor id="4844" name="David Ai" initials="DA" lastIdx="0" clrIdx="4843"/>
  <p:cmAuthor id="4845" name="朱宇 (Fisher Zhu)" initials="朱宇" lastIdx="0" clrIdx="4844"/>
  <p:cmAuthor id="4846" name="金逸凡" initials="金" lastIdx="0" clrIdx="4845"/>
  <p:cmAuthor id="4847" name="shawnwang" initials="s" lastIdx="0" clrIdx="4846"/>
  <p:cmAuthor id="4848" name="金竹青" initials="金" lastIdx="0" clrIdx="4847"/>
  <p:cmAuthor id="4849" name="陈娟" initials="陈" lastIdx="0" clrIdx="4848"/>
  <p:cmAuthor id="4850" name="卓威" initials="卓" lastIdx="0" clrIdx="4849"/>
  <p:cmAuthor id="4851" name="陈明璋" initials="陈" lastIdx="0" clrIdx="4850"/>
  <p:cmAuthor id="4852" name="谢学华" initials="谢" lastIdx="0" clrIdx="4851"/>
  <p:cmAuthor id="4853" name="喆" initials="喆" lastIdx="0" clrIdx="4852"/>
  <p:cmAuthor id="4854" name="顾红峰" initials="顾" lastIdx="0" clrIdx="4853"/>
  <p:cmAuthor id="4855" name="秦炜" initials="秦" lastIdx="0" clrIdx="4854"/>
  <p:cmAuthor id="4856" name="彭曦" initials="彭" lastIdx="0" clrIdx="4855"/>
  <p:cmAuthor id="4857" name="刘有智" initials="刘" lastIdx="0" clrIdx="4856"/>
  <p:cmAuthor id="4858" name="渠岚瑛" initials="渠" lastIdx="0" clrIdx="4857"/>
  <p:cmAuthor id="4859" name="17268" initials="1" lastIdx="0" clrIdx="4858"/>
  <p:cmAuthor id="4860" name="ITX" initials="I" lastIdx="0" clrIdx="4859"/>
  <p:cmAuthor id="4861" name="誒嘘唏" initials="誒" lastIdx="0" clrIdx="4860"/>
  <p:cmAuthor id="4862" name="杨扬" initials="杨" lastIdx="0" clrIdx="4861"/>
  <p:cmAuthor id="4863" name="田海霞" initials="田" lastIdx="0" clrIdx="4862"/>
  <p:cmAuthor id="4864" name="何瑞英" initials="何" lastIdx="0" clrIdx="4863"/>
  <p:cmAuthor id="4865" name="张琭琭" initials="张" lastIdx="0" clrIdx="4864"/>
  <p:cmAuthor id="4866" name="刘志伟" initials="刘" lastIdx="0" clrIdx="4865"/>
  <p:cmAuthor id="4867" name="邢洁" initials="邢" lastIdx="0" clrIdx="4866"/>
  <p:cmAuthor id="4868" name="王文全" initials="王" lastIdx="0" clrIdx="4867"/>
  <p:cmAuthor id="4869" name="何健" initials="何" lastIdx="0" clrIdx="4868"/>
  <p:cmAuthor id="4870" name="王柔惠" initials="王" lastIdx="0" clrIdx="4869"/>
  <p:cmAuthor id="4871" name="瞿亮" initials="h" lastIdx="0" clrIdx="4870"/>
  <p:cmAuthor id="4872" name="llm" initials="1" lastIdx="0" clrIdx="4871"/>
  <p:cmAuthor id="4873" name="甘子千" initials="甘" lastIdx="0" clrIdx="4872"/>
  <p:cmAuthor id="4874" name="黄芳" initials="黄" lastIdx="0" clrIdx="4873"/>
  <p:cmAuthor id="4875" name="wangxj1013" initials="w" lastIdx="0" clrIdx="4874"/>
  <p:cmAuthor id="4876" name="chawm1" initials="c" lastIdx="0" clrIdx="4875"/>
  <p:cmAuthor id="4877" name="xiaojy21" initials="x" lastIdx="0" clrIdx="4876"/>
  <p:cmAuthor id="4878" name="lixing zhang" initials="lz" lastIdx="0" clrIdx="4877"/>
  <p:cmAuthor id="4879" name="岩 沈" initials="岩沈" lastIdx="0" clrIdx="4878"/>
  <p:cmAuthor id="4880" name="乔晓璇" initials="乔" lastIdx="0" clrIdx="4879"/>
  <p:cmAuthor id="4881" name="石钰" initials="q" lastIdx="0" clrIdx="4880"/>
  <p:cmAuthor id="4882" name="朱强" initials="QZ" lastIdx="0" clrIdx="4881"/>
  <p:cmAuthor id="4883" name="MP5949" initials="" lastIdx="0" clrIdx="4882"/>
  <p:cmAuthor id="4884" name="邵广禄" initials="邵" lastIdx="0" clrIdx="4883"/>
  <p:cmAuthor id="4885" name="金程" initials="金" lastIdx="0" clrIdx="4884"/>
  <p:cmAuthor id="4886" name="颜冰" initials="颜" lastIdx="0" clrIdx="4885"/>
  <p:cmAuthor id="4887" name="Lily" initials="L" lastIdx="0" clrIdx="4886"/>
  <p:cmAuthor id="4888" name="田鑫" initials="田" lastIdx="0" clrIdx="4887"/>
  <p:cmAuthor id="4889" name="ran xu" initials="rx" lastIdx="0" clrIdx="4888"/>
  <p:cmAuthor id="4890" name="丛婉" initials="丛" lastIdx="0" clrIdx="4889"/>
  <p:cmAuthor id="4891" name="Hong_Ji" initials="H" lastIdx="0" clrIdx="4890"/>
  <p:cmAuthor id="4892" name="zte" initials="z" lastIdx="0" clrIdx="4891"/>
  <p:cmAuthor id="4893" name="10181563" initials="1" lastIdx="0" clrIdx="4892"/>
  <p:cmAuthor id="4894" name="00196605" initials="0" lastIdx="0" clrIdx="4893"/>
  <p:cmAuthor id="4895" name="wise_bobo" initials="w" lastIdx="0" clrIdx="4894"/>
  <p:cmAuthor id="4896" name="i m" initials="im" lastIdx="0" clrIdx="4895"/>
  <p:cmAuthor id="4897" name="么复燕" initials="么" lastIdx="0" clrIdx="4896"/>
  <p:cmAuthor id="4898" name="ZTE" initials="Z" lastIdx="0" clrIdx="4897"/>
  <p:cmAuthor id="4899" name="xmy" initials="x" lastIdx="0" clrIdx="4898"/>
  <p:cmAuthor id="4900" name="wum20" initials="w" lastIdx="0" clrIdx="4899"/>
  <p:cmAuthor id="4901" name="武敏" initials="武" lastIdx="0" clrIdx="4900"/>
  <p:cmAuthor id="4902" name="ZYSR-XY" initials="Z" lastIdx="0" clrIdx="4901"/>
  <p:cmAuthor id="4903" name="jk-an" initials="j" lastIdx="0" clrIdx="4902"/>
  <p:cmAuthor id="4904" name="david bin" initials="d" lastIdx="0" clrIdx="4903"/>
  <p:cmAuthor id="4905" name="Liu Dong" initials="L" lastIdx="0" clrIdx="4904"/>
  <p:cmAuthor id="4906" name="祝惠蓉" initials="祝" lastIdx="0" clrIdx="4905"/>
  <p:cmAuthor id="4907" name="xiaver xiaver" initials="xx" lastIdx="0" clrIdx="4906"/>
  <p:cmAuthor id="4908" name="张宏伟" initials="张" lastIdx="0" clrIdx="4907"/>
  <p:cmAuthor id="4909" name="Youwen Sun" initials="Y" lastIdx="0" clrIdx="4908"/>
  <p:cmAuthor id="4910" name="沈永强" initials="" lastIdx="0" clrIdx="4909"/>
  <p:cmAuthor id="4911" name="hyrx05" initials="h" lastIdx="0" clrIdx="4910"/>
  <p:cmAuthor id="4912" name="薛飞飞" initials="薛" lastIdx="0" clrIdx="4911"/>
  <p:cmAuthor id="4913" name="xiaoyuan" initials="x" lastIdx="0" clrIdx="4912"/>
  <p:cmAuthor id="4914" name="刘思齐" initials="刘" lastIdx="0" clrIdx="4913"/>
  <p:cmAuthor id="4915" name="董倩" initials="董" lastIdx="0" clrIdx="4914"/>
  <p:cmAuthor id="4916" name="刘昊" initials="L" lastIdx="0" clrIdx="4915"/>
  <p:cmAuthor id="4917" name="姜明伟" initials="姜" lastIdx="0" clrIdx="4916"/>
  <p:cmAuthor id="4918" name="Vanessa Shu Jing Wang" initials="vwang" lastIdx="0" clrIdx="4917"/>
  <p:cmAuthor id="4919" name="Ping Xianping Li" initials="pinli" lastIdx="0" clrIdx="4918"/>
  <p:cmAuthor id="4920" name="冯燕英" initials="a" lastIdx="0" clrIdx="4919"/>
  <p:cmAuthor id="4921" name="liuxy2251" initials="l" lastIdx="0" clrIdx="4920"/>
  <p:cmAuthor id="4922" name="y lee" initials="yl" lastIdx="0" clrIdx="4921"/>
  <p:cmAuthor id="4923" name="Zhu Yutong" initials="ZY" lastIdx="0" clrIdx="4922"/>
  <p:cmAuthor id="4924" name="耿文旭" initials="GENG" lastIdx="0" clrIdx="4923"/>
  <p:cmAuthor id="4925" name="陈琦10012967" initials="陈琦10012967" lastIdx="0" clrIdx="4924"/>
  <p:cmAuthor id="4926" name="10008729" initials="whb" lastIdx="0" clrIdx="4925"/>
  <p:cmAuthor id="4927" name="Macy Jin" initials="MJ" lastIdx="0" clrIdx="4926"/>
  <p:cmAuthor id="4928" name="李楠" initials="李楠" lastIdx="0" clrIdx="4927"/>
  <p:cmAuthor id="4929" name="伍婵媛00248942" initials="MSOffice" lastIdx="0" clrIdx="4928"/>
  <p:cmAuthor id="4930" name="未知的使用者206" initials="未" lastIdx="0" clrIdx="4929"/>
  <p:cmAuthor id="4931" name="未知的使用者163" initials="未" lastIdx="0" clrIdx="4930"/>
  <p:cmAuthor id="4932" name="未知用户139" initials="未" lastIdx="0" clrIdx="4931"/>
  <p:cmAuthor id="4933" name="未知用户147" initials="未" lastIdx="0" clrIdx="4932"/>
  <p:cmAuthor id="4934" name="未知用户208" initials="未" lastIdx="0" clrIdx="4933"/>
  <p:cmAuthor id="4935" name="未知用户209" initials="未" lastIdx="0" clrIdx="4934"/>
  <p:cmAuthor id="4936" name="汪 丹丹" initials="汪" lastIdx="0" clrIdx="4935"/>
  <p:cmAuthor id="4937" name="未知的使用者157" initials="未" lastIdx="0" clrIdx="4936"/>
  <p:cmAuthor id="4938" name="未知用户246" initials="未" lastIdx="0" clrIdx="4937"/>
  <p:cmAuthor id="4939" name="未知用户269" initials="未" lastIdx="0" clrIdx="4938"/>
  <p:cmAuthor id="4940" name="未知用户250" initials="未" lastIdx="0" clrIdx="4939"/>
  <p:cmAuthor id="4941" name="lilan" initials="l" lastIdx="0" clrIdx="4940"/>
  <p:cmAuthor id="4942" name="未知的使用者151" initials="未" lastIdx="0" clrIdx="4941"/>
  <p:cmAuthor id="4943" name="成洁" initials="成" lastIdx="0" clrIdx="4942"/>
  <p:cmAuthor id="4944" name="poppy xiong" initials="px" lastIdx="0" clrIdx="4943"/>
  <p:cmAuthor id="4945" name="彭慧" initials="彭" lastIdx="0" clrIdx="4944"/>
  <p:cmAuthor id="4946" name="GENG WENXU" initials="G" lastIdx="0" clrIdx="4945"/>
  <p:cmAuthor id="4947" name="Sharon" initials="S" lastIdx="0" clrIdx="4946"/>
  <p:cmAuthor id="4948" name="赵珊珊_7VneVbi6" initials="authorId_441980255" lastIdx="0" clrIdx="4947"/>
  <p:cmAuthor id="4949" name="张许红" initials="张" lastIdx="0" clrIdx="4948"/>
  <p:cmAuthor id="4950" name="李佳乐" initials="li" lastIdx="0" clrIdx="4949"/>
  <p:cmAuthor id="4951" name="冷滨" initials="冷" lastIdx="0" clrIdx="4950"/>
  <p:cmAuthor id="4952" name="彭海燕" initials="彭" lastIdx="0" clrIdx="4951"/>
  <p:cmAuthor id="4953" name="喻 文军" initials="喻" lastIdx="0" clrIdx="4952"/>
  <p:cmAuthor id="4954" name="杨海龙" initials="杨海龙" lastIdx="0" clrIdx="4953"/>
  <p:cmAuthor id="4955" name="刘 译璟" initials="刘" lastIdx="0" clrIdx="4954"/>
  <p:cmAuthor id="4956" name="赵羽" initials="赵" lastIdx="0" clrIdx="4955"/>
  <p:cmAuthor id="4957" name="王治平" initials="王" lastIdx="0" clrIdx="4956"/>
  <p:cmAuthor id="4958" name="龚颖" initials="龚" lastIdx="0" clrIdx="4957"/>
  <p:cmAuthor id="4959" name="潘代凎" initials="潘" lastIdx="0" clrIdx="4958"/>
  <p:cmAuthor id="4960" name="乐" initials="乐" lastIdx="0" clrIdx="4959"/>
  <p:cmAuthor id="4961" name="常勇 母" initials="常勇" lastIdx="0" clrIdx="4960"/>
  <p:cmAuthor id="4962" name="张琳" initials="张" lastIdx="0" clrIdx="4961"/>
  <p:cmAuthor id="4963" name="Lilifang (Sophie, BNC)" initials="L(B" lastIdx="0" clrIdx="4962"/>
  <p:cmAuthor id="4964" name="杨盛慎" initials="杨" lastIdx="0" clrIdx="4963"/>
  <p:cmAuthor id="4965" name="郭政" initials="郭" lastIdx="0" clrIdx="4964"/>
  <p:cmAuthor id="4966" name="Fei" initials="F" lastIdx="0" clrIdx="4965"/>
  <p:cmAuthor id="4967" name="chengmin" initials="c" lastIdx="0" clrIdx="4966"/>
  <p:cmAuthor id="4968" name="Neo" initials="N" lastIdx="0" clrIdx="4967"/>
  <p:cmAuthor id="4969" name="su liqin" initials="sl" lastIdx="0" clrIdx="4968"/>
  <p:cmAuthor id="4970" name="李紫微" initials="李" lastIdx="0" clrIdx="4969"/>
  <p:cmAuthor id="4971" name="year" initials="y" lastIdx="0" clrIdx="4970"/>
  <p:cmAuthor id="4972" name="祝希路" initials="祝" lastIdx="0" clrIdx="4971"/>
  <p:cmAuthor id="4973" name="王剑锋" initials="Jeff" lastIdx="0" clrIdx="4972"/>
  <p:cmAuthor id="4974" name="李凌寒" initials="李凌寒" lastIdx="0" clrIdx="4973"/>
  <p:cmAuthor id="4975" name="zhou xk" initials="zx" lastIdx="0" clrIdx="4974"/>
  <p:cmAuthor id="4976" name="weilin li" initials="wl" lastIdx="0" clrIdx="4975"/>
  <p:cmAuthor id="4977" name="何秋荣" initials="何" lastIdx="0" clrIdx="4976"/>
  <p:cmAuthor id="4978" name="王小林" initials="王" lastIdx="0" clrIdx="4977"/>
  <p:cmAuthor id="4979" name="徐静" initials="徐" lastIdx="0" clrIdx="4978"/>
  <p:cmAuthor id="4980" name="Yumin Li" initials="YL" lastIdx="0" clrIdx="4979"/>
  <p:cmAuthor id="4981" name="Chen, Naikang A." initials="C" lastIdx="0" clrIdx="4980"/>
  <p:cmAuthor id="4982" name="XMY" initials="X" lastIdx="0" clrIdx="4981"/>
  <p:cmAuthor id="4983" name="xingjn" initials="x" lastIdx="0" clrIdx="4982"/>
  <p:cmAuthor id="4984" name="俊兵 肖" initials="俊肖" lastIdx="0" clrIdx="4983"/>
  <p:cmAuthor id="4985" name="Lianfan" initials="L" lastIdx="0" clrIdx="4984"/>
  <p:cmAuthor id="4986" name="梁月仙" initials="梁" lastIdx="0" clrIdx="4985"/>
  <p:cmAuthor id="4987" name="许幸荣" initials="许" lastIdx="0" clrIdx="4986"/>
  <p:cmAuthor id="4988" name="柳萌" initials="" lastIdx="0" clrIdx="4987"/>
  <p:cmAuthor id="4989" name="刘付观生" initials="" lastIdx="0" clrIdx="4988"/>
  <p:cmAuthor id="4990" name="orifood002@foxmail.com" initials="o [7]" lastIdx="0" clrIdx="4989"/>
  <p:cmAuthor id="4991" name="WANG Danyang" initials="WD" lastIdx="0" clrIdx="4990"/>
  <p:cmAuthor id="4992" name="胡欣" initials="胡" lastIdx="0" clrIdx="4991"/>
  <p:cmAuthor id="4993" name="MAXHUB-凌" initials="M" lastIdx="0" clrIdx="4992"/>
  <p:cmAuthor id="4994" name="章怀柯" initials="章怀柯" lastIdx="0" clrIdx="4993"/>
  <p:cmAuthor id="4995" name="Renkaifeng" initials="R" lastIdx="0" clrIdx="4994"/>
  <p:cmAuthor id="4996" name="wl" initials="w" lastIdx="0" clrIdx="4995"/>
  <p:cmAuthor id="4997" name="刘 阳" initials="刘" lastIdx="0" clrIdx="4996"/>
  <p:cmAuthor id="4998" name="查选" initials="z" lastIdx="0" clrIdx="4997"/>
  <p:cmAuthor id="4999" name="Bi Daniel" initials="BD" lastIdx="0" clrIdx="4998"/>
  <p:cmAuthor id="5000" name="chenweifeng" initials="c" lastIdx="0" clrIdx="4999"/>
  <p:cmAuthor id="5001" name="0310011080" initials="0" lastIdx="0" clrIdx="5000"/>
  <p:cmAuthor id="5002" name="Yanjie_vABjnYbA" initials="authorId_454895131" lastIdx="0" clrIdx="5001"/>
  <p:cmAuthor id="5003" name="Mandy_BvYfZnmi" initials="authorId_398894104" lastIdx="0" clrIdx="5002"/>
  <p:cmAuthor id="5004" name="王芬_AFzyuMzI" initials="authorId_312582699" lastIdx="0" clrIdx="5003"/>
  <p:cmAuthor id="5005" name="pangxy_Y3e2vuyM" initials="authorId_1170586963" lastIdx="0" clrIdx="5004"/>
  <p:cmAuthor id="5006" name="Lyndon" initials="" lastIdx="0" clrIdx="5005"/>
  <p:cmAuthor id="5007" name="郑 kanny_Z" initials="郑" lastIdx="0" clrIdx="5006"/>
  <p:cmAuthor id="5008" name="fy" initials="fy" lastIdx="0" clrIdx="5007"/>
  <p:cmAuthor id="5009" name="kanny" initials="k" lastIdx="0" clrIdx="5008"/>
  <p:cmAuthor id="5010" name="sth" initials="sth" lastIdx="0" clrIdx="5009"/>
  <p:cmAuthor id="5011" name="yida" initials="y" lastIdx="0" clrIdx="5010"/>
  <p:cmAuthor id="5012" name="张瑞" initials="w" lastIdx="0" clrIdx="5011"/>
  <p:cmAuthor id="5013" name="张铭轩" initials="ZM" lastIdx="0" clrIdx="5012"/>
  <p:cmAuthor id="5014" name="niannian wang" initials="nw" lastIdx="0" clrIdx="5013"/>
  <p:cmAuthor id="5015" name="于 泽洋" initials="于" lastIdx="0" clrIdx="5014"/>
  <p:cmAuthor id="5016" name="10128" initials="1" lastIdx="0" clrIdx="5015"/>
  <p:cmAuthor id="5017" name="fanzhen" initials="f" lastIdx="0" clrIdx="5016"/>
  <p:cmAuthor id="5018" name="文聪" initials="文" lastIdx="0" clrIdx="5017"/>
  <p:cmAuthor id="5019" name="刘玲" initials="刘" lastIdx="0" clrIdx="5018"/>
  <p:cmAuthor id="5020" name="Tenderness" initials="T" lastIdx="0" clrIdx="5019"/>
  <p:cmAuthor id="5021" name="88403" initials="" lastIdx="0" clrIdx="5020"/>
  <p:cmAuthor id="5022" name="Spence" initials="S" lastIdx="0" clrIdx="5021"/>
  <p:cmAuthor id="5023" name="吴铨杰" initials="吴" lastIdx="0" clrIdx="5022"/>
  <p:cmAuthor id="5024" name="詹纬" initials="z" lastIdx="0" clrIdx="5023"/>
  <p:cmAuthor id="5025" name="赵雪芳" initials="赵" lastIdx="0" clrIdx="5024"/>
  <p:cmAuthor id="5026" name="001" initials="0" lastIdx="0" clrIdx="5025"/>
  <p:cmAuthor id="5027" name="郑少莎" initials="郑" lastIdx="0" clrIdx="5026"/>
  <p:cmAuthor id="5028" name="孙萌" initials="s" lastIdx="0" clrIdx="5027"/>
  <p:cmAuthor id="5029" name="Lenovo 2022E" initials="" lastIdx="0" clrIdx="5028"/>
  <p:cmAuthor id="5030" name="彭敬智" initials="彭" lastIdx="0" clrIdx="5029"/>
  <p:cmAuthor id="5031" name="寰 王" initials="寰王" lastIdx="0" clrIdx="5030"/>
  <p:cmAuthor id="5032" name="孔洁" initials="孔" lastIdx="0" clrIdx="5031"/>
  <p:cmAuthor id="5033" name="邓冬" initials="邓" lastIdx="0" clrIdx="5032"/>
  <p:cmAuthor id="5034" name="dengzy" initials="d" lastIdx="0" clrIdx="5033"/>
  <p:cmAuthor id="5035" name="朱莉" initials="朱" lastIdx="0" clrIdx="5034"/>
  <p:cmAuthor id="5036" name="罗玲" initials="罗" lastIdx="0" clrIdx="5035"/>
  <p:cmAuthor id="5037" name="李长刚" initials="李" lastIdx="0" clrIdx="5036"/>
  <p:cmAuthor id="5038" name="杨凤" initials="杨" lastIdx="0" clrIdx="5037"/>
  <p:cmAuthor id="5039" name="黄海燕" initials="黄" lastIdx="0" clrIdx="5038"/>
  <p:cmAuthor id="5040" name="fifaden" initials="f" lastIdx="0" clrIdx="5039"/>
  <p:cmAuthor id="5041" name="kechuying" initials="k" lastIdx="0" clrIdx="5040"/>
  <p:cmAuthor id="5042" name="石明鑫" initials="石" lastIdx="0" clrIdx="5041"/>
  <p:cmAuthor id="5043" name="胡洋" initials="胡" lastIdx="0" clrIdx="5042"/>
  <p:cmAuthor id="5044" name="wangliang" initials="w" lastIdx="0" clrIdx="5043"/>
  <p:cmAuthor id="5045" name="wangjunran" initials="w" lastIdx="0" clrIdx="5044"/>
  <p:cmAuthor id="5046" name="包莉" initials="包" lastIdx="0" clrIdx="5045"/>
  <p:cmAuthor id="5047" name="李冬冬" initials="李" lastIdx="0" clrIdx="5046"/>
  <p:cmAuthor id="5048" name="鱼腥草" initials="鱼" lastIdx="0" clrIdx="5047"/>
  <p:cmAuthor id="5049" name="晏钦" initials="晏" lastIdx="0" clrIdx="5048"/>
  <p:cmAuthor id="5050" name="马红" initials="马" lastIdx="0" clrIdx="5049"/>
  <p:cmAuthor id="5051" name="郝向宇" initials="郝" lastIdx="0" clrIdx="5050"/>
  <p:cmAuthor id="5052" name="罗旭" initials="lx" lastIdx="0" clrIdx="5051"/>
  <p:cmAuthor id="5053" name="焦勇" initials="焦" lastIdx="0" clrIdx="5052"/>
  <p:cmAuthor id="5054" name="冯琳" initials="冯" lastIdx="0" clrIdx="5053"/>
  <p:cmAuthor id="5055" name="张弘佳" initials="张" lastIdx="0" clrIdx="5054"/>
  <p:cmAuthor id="5056" name="高永" initials="gy" lastIdx="0" clrIdx="5055"/>
  <p:cmAuthor id="5057" name="康晓宇" initials="康" lastIdx="0" clrIdx="5056"/>
  <p:cmAuthor id="5058" name="张静媛" initials="张" lastIdx="0" clrIdx="5057"/>
  <p:cmAuthor id="5059" name="杜党义" initials="杜" lastIdx="0" clrIdx="5058"/>
  <p:cmAuthor id="5060" name="he tiger" initials="ht" lastIdx="0" clrIdx="5059"/>
  <p:cmAuthor id="5061" name="果 杨" initials="果杨" lastIdx="0" clrIdx="5060"/>
  <p:cmAuthor id="5062" name="邓益敏" initials="邓" lastIdx="0" clrIdx="5061"/>
  <p:cmAuthor id="5063" name="芹 子" initials="芹" lastIdx="0" clrIdx="5062"/>
  <p:cmAuthor id="5064" name="马冬梅|madongmei|区公司/公司领导" initials="c" lastIdx="0" clrIdx="5063"/>
  <p:cmAuthor id="5065" name="佟 鑫" initials="佟" lastIdx="0" clrIdx="5064"/>
  <p:cmAuthor id="5066" name="xiaweiwei" initials="x" lastIdx="0" clrIdx="5065"/>
  <p:cmAuthor id="5067" name="刘昭" initials="x" lastIdx="0" clrIdx="5066"/>
  <p:cmAuthor id="5068" name="Peng Rui" initials="PR" lastIdx="0" clrIdx="5067"/>
  <p:cmAuthor id="5069" name="张宇娟|zhangyujuan4" initials="zhangyujuan3@nm.cmcc" lastIdx="0" clrIdx="5068"/>
  <p:cmAuthor id="5070" name="USER207430" initials="U" lastIdx="0" clrIdx="5069"/>
  <p:cmAuthor id="5071" name="程 梅" initials="程" lastIdx="0" clrIdx="5070"/>
  <p:cmAuthor id="5072" name="huangjin" initials="h" lastIdx="0" clrIdx="5071"/>
  <p:cmAuthor id="5073" name="范日怀" initials="范" lastIdx="0" clrIdx="5072"/>
  <p:cmAuthor id="5074" name="文雯" initials="文" lastIdx="0" clrIdx="5073"/>
  <p:cmAuthor id="5075" name="WD" initials="W" lastIdx="0" clrIdx="5074"/>
  <p:cmAuthor id="5076" name="hsm" initials="h" lastIdx="0" clrIdx="5075"/>
  <p:cmAuthor id="5077" name="梁蕴涵" initials="梁" lastIdx="0" clrIdx="5076"/>
  <p:cmAuthor id="5078" name="85250" initials="8" lastIdx="0" clrIdx="5077"/>
  <p:cmAuthor id="5079" name="杨" initials="杨" lastIdx="0" clrIdx="5078"/>
  <p:cmAuthor id="5080" name="office" initials="o" lastIdx="0" clrIdx="5079"/>
  <p:cmAuthor id="5081" name="周姣" initials="1" lastIdx="0" clrIdx="5080"/>
  <p:cmAuthor id="5082" name="维刚 沈" initials="维刚" lastIdx="0" clrIdx="5081"/>
  <p:cmAuthor id="5083" name="李云湘" initials="L" lastIdx="0" clrIdx="5082"/>
  <p:cmAuthor id="5084" name="Unknown User67" initials="U" lastIdx="0" clrIdx="5083"/>
  <p:cmAuthor id="5085" name="梁田" initials="梁" lastIdx="0" clrIdx="5084"/>
  <p:cmAuthor id="5086" name="陈毅辉" initials="陈" lastIdx="0" clrIdx="5085"/>
  <p:cmAuthor id="5087" name="wl_cm" initials="w" lastIdx="0" clrIdx="5086"/>
  <p:cmAuthor id="5088" name="陈丹" initials="陈" lastIdx="0" clrIdx="5087"/>
  <p:cmAuthor id="5089" name="郝佳宁" initials="郝" lastIdx="0" clrIdx="5088"/>
  <p:cmAuthor id="5090" name="wanghuanhuan1@xj.cmcc" initials="w" lastIdx="0" clrIdx="5089"/>
  <p:cmAuthor id="5091" name="沈瑾" initials="沈" lastIdx="0" clrIdx="5090"/>
  <p:cmAuthor id="5092" name="谢 东林" initials="谢" lastIdx="0" clrIdx="5091"/>
  <p:cmAuthor id="5093" name="未知用户410" initials="未" lastIdx="0" clrIdx="5092"/>
  <p:cmAuthor id="5094" name="何富军" initials="何" lastIdx="0" clrIdx="5093"/>
  <p:cmAuthor id="5095" name="姜文静" initials="姜" lastIdx="0" clrIdx="5094"/>
  <p:cmAuthor id="5096" name="zilong.li" initials="z" lastIdx="0" clrIdx="5095"/>
  <p:cmAuthor id="5097" name="weilizz" initials="weilizz" lastIdx="0" clrIdx="5096"/>
  <p:cmAuthor id="5098" name="一蓑烟雨" initials="一" lastIdx="0" clrIdx="5097"/>
  <p:cmAuthor id="5099" name="liningsh" initials="liningsh" lastIdx="0" clrIdx="5098"/>
  <p:cmAuthor id="5100" name="USER073112" initials="U" lastIdx="0" clrIdx="5099"/>
  <p:cmAuthor id="5101" name="Yangwei (sheep, Siebel)" initials="Y(S" lastIdx="0" clrIdx="5100"/>
  <p:cmAuthor id="5102" name="鲍建国【地产营销】" initials="鲍" lastIdx="0" clrIdx="5101"/>
  <p:cmAuthor id="5103" name="戴停" initials="戴" lastIdx="0" clrIdx="5102"/>
  <p:cmAuthor id="5104" name="李亮" initials="李" lastIdx="0" clrIdx="5103"/>
  <p:cmAuthor id="5105" name="重阳居士" initials="重" lastIdx="0" clrIdx="5104"/>
  <p:cmAuthor id="5106" name="郭敏娜(Minna Guo)" initials="郭" lastIdx="0" clrIdx="5105"/>
  <p:cmAuthor id="5107" name="蔡静敏" initials="CJM" lastIdx="0" clrIdx="5106"/>
  <p:cmAuthor id="5108" name="李婉璐" initials="A" lastIdx="0" clrIdx="5107"/>
  <p:cmAuthor id="5109" name="联通办公室" initials="联" lastIdx="0" clrIdx="5108"/>
  <p:cmAuthor id="5110" name="h" initials="h" lastIdx="0" clrIdx="5109"/>
  <p:cmAuthor id="5111" name="lvgf" initials="l" lastIdx="0" clrIdx="5110"/>
  <p:cmAuthor id="5112" name="郭瑾" initials="郭" lastIdx="0" clrIdx="5111"/>
  <p:cmAuthor id="5113" name="朱悦龙" initials="朱" lastIdx="0" clrIdx="5112"/>
  <p:cmAuthor id="5114" name="吕志勇" initials="吕" lastIdx="0" clrIdx="5113"/>
  <p:cmAuthor id="5115" name="何已龙" initials="何" lastIdx="0" clrIdx="5114"/>
  <p:cmAuthor id="5116" name="叶得会" initials="叶" lastIdx="0" clrIdx="5115"/>
  <p:cmAuthor id="5117" name="吴杰" initials="吴" lastIdx="0" clrIdx="5116"/>
  <p:cmAuthor id="5118" name="刘丽仙" initials="刘" lastIdx="0" clrIdx="5117"/>
  <p:cmAuthor id="5119" name="杨艳霞" initials="杨" lastIdx="0" clrIdx="5118"/>
  <p:cmAuthor id="5120" name="dingbo" initials="d" lastIdx="0" clrIdx="5119"/>
  <p:cmAuthor id="5121" name="陈尚文" initials="陈" lastIdx="0" clrIdx="5120"/>
  <p:cmAuthor id="5122" name="Yuan Hu" initials="Y" lastIdx="0" clrIdx="5121"/>
  <p:cmAuthor id="5123" name="Pei" initials="P" lastIdx="0" clrIdx="5122"/>
  <p:cmAuthor id="5124" name="Ying Li" initials="Y" lastIdx="0" clrIdx="5123"/>
  <p:cmAuthor id="5125" name="李百秋" initials="李" lastIdx="0" clrIdx="5124"/>
  <p:cmAuthor id="5126" name="包珊珊" initials="包" lastIdx="0" clrIdx="5125"/>
  <p:cmAuthor id="5127" name="YuQing" initials="Y" lastIdx="0" clrIdx="5126"/>
  <p:cmAuthor id="5128" name="�ǲ�����" initials="�" lastIdx="0" clrIdx="5127"/>
  <p:cmAuthor id="5129" name="郑廷东" initials="郑" lastIdx="0" clrIdx="5128"/>
  <p:cmAuthor id="5130" name="张艳芳" initials="张" lastIdx="0" clrIdx="5129"/>
  <p:cmAuthor id="5131" name="王志刚" initials="王" lastIdx="0" clrIdx="5130"/>
  <p:cmAuthor id="5132" name="孙大威" initials="孙" lastIdx="0" clrIdx="5131"/>
  <p:cmAuthor id="5133" name="席美娟" initials="席" lastIdx="0" clrIdx="5132"/>
  <p:cmAuthor id="5134" name="王景红" initials="王" lastIdx="0" clrIdx="5133"/>
  <p:cmAuthor id="5135" name="席金煜" initials="席" lastIdx="0" clrIdx="5134"/>
  <p:cmAuthor id="5136" name="樊佳佳" initials="樊" lastIdx="0" clrIdx="5135"/>
  <p:cmAuthor id="5137" name="fgx" initials="f" lastIdx="0" clrIdx="5136"/>
  <p:cmAuthor id="5138" name="杨秀丰" initials="杨" lastIdx="0" clrIdx="5137"/>
  <p:cmAuthor id="5139" name="liang ma" initials="l" lastIdx="0" clrIdx="5138"/>
  <p:cmAuthor id="5140" name="高永刚" initials="高" lastIdx="0" clrIdx="5139"/>
  <p:cmAuthor id="5141" name="光启" initials="光" lastIdx="0" clrIdx="5140"/>
  <p:cmAuthor id="5142" name="侯雪飞" initials="侯" lastIdx="0" clrIdx="5141"/>
  <p:cmAuthor id="5143" name="太海峰" initials="太" lastIdx="0" clrIdx="5142"/>
  <p:cmAuthor id="5144" name="97832" initials="9" lastIdx="0" clrIdx="5143"/>
  <p:cmAuthor id="5145" name="娄烦—郭浩立" initials="娄" lastIdx="0" clrIdx="5144"/>
  <p:cmAuthor id="5146" name="WPS_1734311208" initials="W" lastIdx="0" clrIdx="5145"/>
  <p:cmAuthor id="5147" name="张少飞" initials="张" lastIdx="0" clrIdx="5146"/>
  <p:cmAuthor id="5148" name="侯晓丹" initials="侯" lastIdx="0" clrIdx="5147"/>
  <p:cmAuthor id="5149" name="张洋" initials="张" lastIdx="0" clrIdx="5148"/>
  <p:cmAuthor id="5150" name="郭晨" initials="郭" lastIdx="0" clrIdx="5149"/>
  <p:cmAuthor id="5151" name="yanwl5" initials="y" lastIdx="0" clrIdx="5150"/>
  <p:cmAuthor id="5152" name="yu haiyang" initials="yh" lastIdx="0" clrIdx="5151"/>
  <p:cmAuthor id="5153" name="王伟" initials="王" lastIdx="0" clrIdx="5152"/>
  <p:cmAuthor id="5154" name="Peter Huang" initials="PH" lastIdx="0" clrIdx="5153"/>
  <p:cmAuthor id="5155" name="佳琦 逯" initials="佳逯" lastIdx="0" clrIdx="5154"/>
  <p:cmAuthor id="5156" name="晴天" initials="晴" lastIdx="0" clrIdx="5155"/>
  <p:cmAuthor id="5157" name="WPS_1559632127" initials="W" lastIdx="0" clrIdx="5156"/>
  <p:cmAuthor id="5158" name="陪我看日出" initials="陪" lastIdx="0" clrIdx="5157"/>
  <p:cmAuthor id="5159" name="止夏末" initials="止" lastIdx="0" clrIdx="5158"/>
  <p:cmAuthor id="5160" name="邢亚楠" initials="邢" lastIdx="0" clrIdx="5159"/>
  <p:cmAuthor id="5161" name="WPS_123584044" initials="W" lastIdx="0" clrIdx="5160"/>
  <p:cmAuthor id="5162" name="河南人～中" initials="河" lastIdx="0" clrIdx="5161"/>
  <p:cmAuthor id="5163" name="秦改芹" initials="秦" lastIdx="0" clrIdx="5162"/>
  <p:cmAuthor id="5164" name="Lit75" initials="L" lastIdx="0" clrIdx="5163"/>
  <p:cmAuthor id="5165" name="黄媛媛" initials="黄" lastIdx="0" clrIdx="5164"/>
  <p:cmAuthor id="5166" name="10255256" initials="1" lastIdx="0" clrIdx="5165"/>
  <p:cmAuthor id="5167" name="10023579" initials="1" lastIdx="0" clrIdx="5166"/>
  <p:cmAuthor id="5168" name="倪学东" initials="Nixd" lastIdx="0" clrIdx="5167"/>
  <p:cmAuthor id="5169" name="慕欢欢" initials="慕" lastIdx="0" clrIdx="5168"/>
  <p:cmAuthor id="5170" name="huangk78" initials="h" lastIdx="0" clrIdx="5169"/>
  <p:cmAuthor id="5171" name="yunwang" initials="y" lastIdx="0" clrIdx="5170"/>
  <p:cmAuthor id="5172" name="guoning" initials="g" lastIdx="0" clrIdx="5171"/>
  <p:cmAuthor id="5173" name="Lin Liang Wei 林梁伟" initials="LLW林" lastIdx="0" clrIdx="5172"/>
  <p:cmAuthor id="5174" name="☜心蓝☞" initials="☜" lastIdx="0" clrIdx="5173"/>
  <p:cmAuthor id="5175" name="裴煜" initials="裴" lastIdx="0" clrIdx="5174"/>
  <p:cmAuthor id="5176" name="在水一方" initials="在" lastIdx="0" clrIdx="5175"/>
  <p:cmAuthor id="5177" name="小明" initials="小" lastIdx="0" clrIdx="5176"/>
  <p:cmAuthor id="5178" name="Ellen" initials="E" lastIdx="0" clrIdx="5177"/>
  <p:cmAuthor id="5179" name="小耳朵图图" initials="小" lastIdx="0" clrIdx="5178"/>
  <p:cmAuthor id="5180" name="景志清" initials="景" lastIdx="0" clrIdx="5179"/>
  <p:cmAuthor id="5181" name="老石" initials="老" lastIdx="0" clrIdx="5180"/>
  <p:cmAuthor id="5182" name="周雪梅" initials="ZXM" lastIdx="0" clrIdx="5181"/>
  <p:cmAuthor id="5183" name="张道伟" initials="张" lastIdx="0" clrIdx="5182"/>
  <p:cmAuthor id="5184" name="Huang" initials="H" lastIdx="0" clrIdx="5183"/>
  <p:cmAuthor id="5185" name="刘筱晔" initials="LXY" lastIdx="0" clrIdx="5184"/>
  <p:cmAuthor id="5186" name="我爱毛豆" initials="我" lastIdx="0" clrIdx="5185"/>
  <p:cmAuthor id="5187" name="G.S.7" initials="G" lastIdx="0" clrIdx="5186"/>
  <p:cmAuthor id="5188" name="王亚蕊" initials="王" lastIdx="0" clrIdx="5187"/>
  <p:cmAuthor id="5189" name="A00～媛子~中国电信" initials="A" lastIdx="0" clrIdx="5188"/>
  <p:cmAuthor id="5190" name="徐旸" initials="徐" lastIdx="0" clrIdx="5189"/>
  <p:cmAuthor id="5191" name="王宁宁宁宁宁" initials="王" lastIdx="0" clrIdx="5190"/>
  <p:cmAuthor id="5192" name="MF YANG" initials="MY" lastIdx="0" clrIdx="5191"/>
  <p:cmAuthor id="5193" name="白茂绩" initials="W用" lastIdx="0" clrIdx="5192"/>
  <p:cmAuthor id="5194" name="媛" initials="媛" lastIdx="0" clrIdx="5193"/>
  <p:cmAuthor id="5195" name="电信徐茂花" initials="电" lastIdx="0" clrIdx="5194"/>
  <p:cmAuthor id="5196" name="╭ァ景_落ゝ" initials="╭" lastIdx="0" clrIdx="5195"/>
  <p:cmAuthor id="5197" name="简单生活" initials="简" lastIdx="0" clrIdx="5196"/>
  <p:cmAuthor id="5198" name="沙瑞金书记" initials="沙" lastIdx="0" clrIdx="5197"/>
  <p:cmAuthor id="5199" name="多零" initials="多" lastIdx="0" clrIdx="5198"/>
  <p:cmAuthor id="5200" name="zhangbingqing" initials="z" lastIdx="0" clrIdx="5199"/>
  <p:cmAuthor id="5201" name="文渊" initials="文" lastIdx="0" clrIdx="5200"/>
  <p:cmAuthor id="5202" name="WPS_1601968133" initials="W" lastIdx="0" clrIdx="5201"/>
  <p:cmAuthor id="5203" name="风存尚我" initials="风" lastIdx="0" clrIdx="5202"/>
  <p:cmAuthor id="5204" name="张晗" initials="张" lastIdx="0" clrIdx="5203"/>
  <p:cmAuthor id="5205" name="宁静致远" initials="宁" lastIdx="0" clrIdx="5204"/>
  <p:cmAuthor id="5206" name="彭文豪" initials="彭" lastIdx="0" clrIdx="5205"/>
  <p:cmAuthor id="5207" name="常炜丽" initials="常" lastIdx="0" clrIdx="5206"/>
  <p:cmAuthor id="5208" name="lidanni" initials="l" lastIdx="0" clrIdx="5207"/>
  <p:cmAuthor id="5209" name="Lj" initials="L" lastIdx="0" clrIdx="5208"/>
  <p:cmAuthor id="5210" name="刘如军" initials="刘" lastIdx="0" clrIdx="5209"/>
  <p:cmAuthor id="5211" name="clown-辛" initials="c" lastIdx="0" clrIdx="5210"/>
  <p:cmAuthor id="5212" name="書子白" initials="書" lastIdx="0" clrIdx="5211"/>
  <p:cmAuthor id="5213" name="Kyler" initials="K" lastIdx="0" clrIdx="5212"/>
  <p:cmAuthor id="5214" name="qinrj8" initials="q" lastIdx="0" clrIdx="5213"/>
  <p:cmAuthor id="5215" name="周晓霞" initials="周" lastIdx="0" clrIdx="5214"/>
  <p:cmAuthor id="5216" name="15042" initials="1" lastIdx="0" clrIdx="5215"/>
  <p:cmAuthor id="5217" name="徐月 刘" initials="徐月" lastIdx="0" clrIdx="5216"/>
  <p:cmAuthor id="5218" name="冰羽" initials="冰" lastIdx="0" clrIdx="5217"/>
  <p:cmAuthor id="5219" name="Zhangxiaofeng(SEC)" initials="Z" lastIdx="0" clrIdx="5218"/>
  <p:cmAuthor id="5220" name="胡玉婵" initials="胡" lastIdx="0" clrIdx="5219"/>
  <p:cmAuthor id="5221" name="李丽霞" initials="李" lastIdx="0" clrIdx="5220"/>
  <p:cmAuthor id="5222" name="10113174" initials="1" lastIdx="0" clrIdx="5221"/>
  <p:cmAuthor id="5223" name="10334875" initials="1" lastIdx="0" clrIdx="5222"/>
  <p:cmAuthor id="5224" name="张全国" initials="NAC" lastIdx="0" clrIdx="5223"/>
  <p:cmAuthor id="5225" name="liuti" initials="l" lastIdx="0" clrIdx="5224"/>
  <p:cmAuthor id="5226" name="A熊泽锐" initials="A" lastIdx="0" clrIdx="5225"/>
  <p:cmAuthor id="5227" name="leif" initials="l" lastIdx="0" clrIdx="5226"/>
  <p:cmAuthor id="5228" name="泡泡" initials="泡" lastIdx="0" clrIdx="5227"/>
  <p:cmAuthor id="5229" name="Juliet猪立业" initials="J" lastIdx="0" clrIdx="5228"/>
  <p:cmAuthor id="5230" name="Arvin_S" initials="A" lastIdx="0" clrIdx="5229"/>
  <p:cmAuthor id="5231" name="wswsbo" initials="w" lastIdx="0" clrIdx="5230"/>
  <p:cmAuthor id="5232" name="  " initials=" " lastIdx="0" clrIdx="5231"/>
  <p:cmAuthor id="5233" name="10111841" initials="1" lastIdx="0" clrIdx="5232"/>
  <p:cmAuthor id="5234" name="tianatan" initials="t" lastIdx="0" clrIdx="5233"/>
  <p:cmAuthor id="5235" name="Carith" initials="C" lastIdx="0" clrIdx="5234"/>
  <p:cmAuthor id="5236" name="李大嗨" initials="李" lastIdx="0" clrIdx="5235"/>
  <p:cmAuthor id="5237" name="风之子" initials="风" lastIdx="0" clrIdx="5236"/>
  <p:cmAuthor id="5238" name="wmcmdi" initials="w" lastIdx="0" clrIdx="5237"/>
  <p:cmAuthor id="5239" name="Nora" initials="N" lastIdx="0" clrIdx="5238"/>
  <p:cmAuthor id="5240" name="鲁琪_ayIzYrYZ" initials="authorId_602698507" lastIdx="0" clrIdx="5239"/>
  <p:cmAuthor id="5241" name="孙傲" initials="孙" lastIdx="0" clrIdx="5240"/>
  <p:cmAuthor id="5242" name="zsc" initials="z" lastIdx="0" clrIdx="5241"/>
  <p:cmAuthor id="5243" name="段瑞祥" initials="段" lastIdx="0" clrIdx="5242"/>
  <p:cmAuthor id="5244" name="10049832" initials="1" lastIdx="0" clrIdx="5243"/>
  <p:cmAuthor id="5245" name="00279355" initials="0" lastIdx="0" clrIdx="5244"/>
  <p:cmAuthor id="5246" name="00024812" initials="0" lastIdx="0" clrIdx="5245"/>
  <p:cmAuthor id="5247" name="Hey！Judy" initials="H" lastIdx="0" clrIdx="5246"/>
  <p:cmAuthor id="5248" name="10089693" initials="1" lastIdx="0" clrIdx="5247"/>
  <p:cmAuthor id="5249" name="00034611" initials="0" lastIdx="0" clrIdx="5248"/>
  <p:cmAuthor id="5250" name="10026840" initials="1" lastIdx="0" clrIdx="5249"/>
  <p:cmAuthor id="5251" name="宋东冬" initials="sdd" lastIdx="0" clrIdx="5250"/>
  <p:cmAuthor id="5252" name="shengwenjia" initials="s" lastIdx="0" clrIdx="5251"/>
  <p:cmAuthor id="5253" name="jj" initials="j" lastIdx="0" clrIdx="5252"/>
  <p:cmAuthor id="5254" name="赵文俊" initials="赵文俊" lastIdx="0" clrIdx="5253"/>
  <p:cmAuthor id="5255" name="fanchuncheng" initials="f" lastIdx="0" clrIdx="5254"/>
  <p:cmAuthor id="5256" name="Dujiale (Kevin)" initials="D(" lastIdx="0" clrIdx="5255"/>
  <p:cmAuthor id="5257" name="王智明" initials="王" lastIdx="0" clrIdx="5256"/>
  <p:cmAuthor id="5258" name="杨晨欢" initials="杨晨欢" lastIdx="0" clrIdx="5257"/>
  <p:cmAuthor id="5259" name="刘 鹏" initials="刘" lastIdx="0" clrIdx="5258"/>
  <p:cmAuthor id="5260" name="苑子超" initials="苑" lastIdx="0" clrIdx="5259"/>
  <p:cmAuthor id="5261" name="韩江宁" initials="韩" lastIdx="0" clrIdx="5260"/>
  <p:cmAuthor id="5262" name="王 伟" initials="王" lastIdx="0" clrIdx="5261"/>
  <p:cmAuthor id="5263" name="权 小糖" initials="权" lastIdx="0" clrIdx="5262"/>
  <p:cmAuthor id="5264" name="郭彦伟" initials="郭" lastIdx="0" clrIdx="5263"/>
  <p:cmAuthor id="5265" name="袁 英" initials="袁" lastIdx="0" clrIdx="5264"/>
  <p:cmAuthor id="5266" name="Shawn Gao" initials="S" lastIdx="0" clrIdx="5265"/>
  <p:cmAuthor id="5267" name="haorui" initials="h" lastIdx="0" clrIdx="5266"/>
  <p:cmAuthor id="5268" name="李岩霞" initials="李" lastIdx="0" clrIdx="5267"/>
  <p:cmAuthor id="5269" name="zhaox78" initials="z" lastIdx="0" clrIdx="5268"/>
  <p:cmAuthor id="5270" name="张梓鑫" initials="张" lastIdx="0" clrIdx="5269"/>
  <p:cmAuthor id="5271" name="王馨蕊" initials="王" lastIdx="0" clrIdx="5270"/>
  <p:cmAuthor id="5272" name="时局" initials="时" lastIdx="0" clrIdx="5271"/>
  <p:cmAuthor id="5273" name="郑楠" initials="郑" lastIdx="0" clrIdx="5272"/>
  <p:cmAuthor id="5274" name="邓景恺" initials="邓" lastIdx="0" clrIdx="5273"/>
  <p:cmAuthor id="5275" name="fafa" initials="f" lastIdx="0" clrIdx="5274"/>
  <p:cmAuthor id="5276" name="10337664" initials="1" lastIdx="0" clrIdx="5275"/>
  <p:cmAuthor id="5277" name="赵云" initials="赵" lastIdx="0" clrIdx="5276"/>
  <p:cmAuthor id="5278" name="武献" initials="武" lastIdx="0" clrIdx="5277"/>
  <p:cmAuthor id="5279" name="李山" initials="李" lastIdx="0" clrIdx="5278"/>
  <p:cmAuthor id="5280" name="魏蕾" initials="魏" lastIdx="0" clrIdx="5279"/>
  <p:cmAuthor id="5281" name="孔迎新" initials="孔" lastIdx="0" clrIdx="5280"/>
  <p:cmAuthor id="5282" name="张建勇" initials="u" lastIdx="0" clrIdx="5281"/>
  <p:cmAuthor id="5283" name="zhangmt" initials="mz" lastIdx="0" clrIdx="5282"/>
  <p:cmAuthor id="5284" name="lichen" initials="l" lastIdx="0" clrIdx="5283"/>
  <p:cmAuthor id="5285" name="weiyj" initials="w" lastIdx="0" clrIdx="5284"/>
  <p:cmAuthor id="5286" name="许丹" initials="许" lastIdx="0" clrIdx="5285"/>
  <p:cmAuthor id="5287" name="yangyang chen" initials="yc" lastIdx="0" clrIdx="5286"/>
  <p:cmAuthor id="5288" name="Wei Yang" initials="WY" lastIdx="0" clrIdx="5287"/>
  <p:cmAuthor id="5289" name="范小双" initials="u" lastIdx="0" clrIdx="5288"/>
  <p:cmAuthor id="5290" name="Tianyang Feng(联通集团信息化部（信息安全部）)" initials="TF" lastIdx="0" clrIdx="5289"/>
  <p:cmAuthor id="5291" name="Iris YuanGao" initials="irgao" lastIdx="0" clrIdx="5290"/>
  <p:cmAuthor id="5292" name="胡文慧" initials="胡" lastIdx="0" clrIdx="5291"/>
  <p:cmAuthor id="5293" name="宁安亮" initials="N" lastIdx="0" clrIdx="5292"/>
  <p:cmAuthor id="5294" name="孙艺" initials="孙" lastIdx="0" clrIdx="5293"/>
  <p:cmAuthor id="5295" name="BAIXX11" initials="W用" lastIdx="0" clrIdx="5294"/>
  <p:cmAuthor id="5296" name="赵晨斌" initials="赵" lastIdx="0" clrIdx="5295"/>
  <p:cmAuthor id="5297" name="shi jinuyu" initials="sj" lastIdx="0" clrIdx="5296"/>
  <p:cmAuthor id="5298" name="ccb" initials="c" lastIdx="0" clrIdx="5297"/>
  <p:cmAuthor id="5299" name="Roet-Reinking, Nathalie" initials="R" lastIdx="0" clrIdx="5298"/>
  <p:cmAuthor id="5300" name="Redeker, Yolanda" initials="R" lastIdx="0" clrIdx="5299"/>
  <p:cmAuthor id="5301" name="Tseng, Melanie" initials="T" lastIdx="0" clrIdx="5300"/>
  <p:cmAuthor id="5302" name="Tao, Sherry Sitong" initials="T" lastIdx="0" clrIdx="5301"/>
  <p:cmAuthor id="5303" name="Xin Wang (IB)" initials="X" lastIdx="0" clrIdx="5302"/>
  <p:cmAuthor id="5304" name="hj" initials="h" lastIdx="0" clrIdx="5303"/>
  <p:cmAuthor id="5305" name="白肖璇" initials="白" lastIdx="0" clrIdx="5304"/>
  <p:cmAuthor id="5306" name="尤贺" initials="尤" lastIdx="0" clrIdx="5305"/>
  <p:cmAuthor id="5307" name="liufang" initials="l" lastIdx="0" clrIdx="5306"/>
  <p:cmAuthor id="5308" name="chan" initials="c" lastIdx="0" clrIdx="5307"/>
  <p:cmAuthor id="5309" name="dongjg12" initials="d" lastIdx="0" clrIdx="5308"/>
  <p:cmAuthor id="5310" name="张竞" initials="张" lastIdx="0" clrIdx="5309"/>
  <p:cmAuthor id="5311" name="guojingwen1" initials="g" lastIdx="0" clrIdx="5310"/>
  <p:cmAuthor id="5312" name="贾淑楠" initials="贾" lastIdx="0" clrIdx="5311"/>
  <p:cmAuthor id="5313" name="赵善龙" initials="赵" lastIdx="0" clrIdx="5312"/>
  <p:cmAuthor id="5314" name="spoony" initials="s" lastIdx="0" clrIdx="5313"/>
  <p:cmAuthor id="5315" name="June" initials="J" lastIdx="0" clrIdx="5314"/>
  <p:cmAuthor id="5316" name="xiaoy" initials="x" lastIdx="0" clrIdx="5315"/>
  <p:cmAuthor id="5317" name="gkao6" initials="g" lastIdx="0" clrIdx="5316"/>
  <p:cmAuthor id="5318" name="孟娜" initials="孟" lastIdx="0" clrIdx="5317"/>
  <p:cmAuthor id="5319" name="Lucerne" initials="L" lastIdx="0" clrIdx="5318"/>
  <p:cmAuthor id="5320" name="Bin Shi" initials="BS" lastIdx="0" clrIdx="5319"/>
  <p:cmAuthor id="5321" name="LiuYan" initials="L" lastIdx="0" clrIdx="5320"/>
  <p:cmAuthor id="5322" name="fangang2" initials="f" lastIdx="0" clrIdx="5321"/>
  <p:cmAuthor id="5323" name="罗嫔" initials="罗" lastIdx="0" clrIdx="5322"/>
  <p:cmAuthor id="5324" name="liuyn35" initials="l" lastIdx="0" clrIdx="5323"/>
  <p:cmAuthor id="5325" name="唐忠前" initials="唐" lastIdx="0" clrIdx="5324"/>
  <p:cmAuthor id="5326" name="鹿洁立" initials="鹿" lastIdx="0" clrIdx="5325"/>
  <p:cmAuthor id="5327" name="妍" initials="妍" lastIdx="0" clrIdx="5326"/>
  <p:cmAuthor id="5328" name="huyi" initials="h" lastIdx="0" clrIdx="5327"/>
  <p:cmAuthor id="5329" name="BJMDAIYH7" initials="B" lastIdx="0" clrIdx="5328"/>
  <p:cmAuthor id="5330" name="LIN" initials="L" lastIdx="0" clrIdx="5329"/>
  <p:cmAuthor id="5331" name="李虎" initials="李" lastIdx="0" clrIdx="5330"/>
  <p:cmAuthor id="5332" name="李中华" initials="李" lastIdx="0" clrIdx="5331"/>
  <p:cmAuthor id="5333" name="97020" initials="9" lastIdx="0" clrIdx="5332"/>
  <p:cmAuthor id="5334" name="靳建波" initials="靳" lastIdx="0" clrIdx="5333"/>
  <p:cmAuthor id="5335" name="毛香勤" initials="毛" lastIdx="0" clrIdx="5334"/>
  <p:cmAuthor id="5336" name="佳慧 戴" initials="佳戴" lastIdx="0" clrIdx="5335"/>
  <p:cmAuthor id="5337" name="晶晶 张" initials="晶张" lastIdx="0" clrIdx="5336"/>
  <p:cmAuthor id="5338" name="赵宁" initials="zn" lastIdx="0" clrIdx="5337"/>
  <p:cmAuthor id="5339" name="得一 得一" initials="得一" lastIdx="0" clrIdx="5338"/>
  <p:cmAuthor id="5340" name="王娴" initials="王" lastIdx="0" clrIdx="5339"/>
  <p:cmAuthor id="5341" name="易培 杜" initials="易杜" lastIdx="0" clrIdx="5340"/>
  <p:cmAuthor id="5342" name="孙音" initials="孙" lastIdx="0" clrIdx="5341"/>
  <p:cmAuthor id="5343" name="唐 策" initials="唐" lastIdx="0" clrIdx="5342"/>
  <p:cmAuthor id="5344" name="18603367231@wo.cn" initials="1" lastIdx="0" clrIdx="5343"/>
  <p:cmAuthor id="5345" name="李佳杭" initials="李" lastIdx="0" clrIdx="5344"/>
  <p:cmAuthor id="5346" name="王春泽" initials="l" lastIdx="0" clrIdx="5345"/>
  <p:cmAuthor id="5347" name="曾祥祯" initials="曾" lastIdx="0" clrIdx="5346"/>
  <p:cmAuthor id="5348" name="刘智鹏" initials="刘" lastIdx="0" clrIdx="5347"/>
  <p:cmAuthor id="5349" name="钟鸣远" initials="l" lastIdx="0" clrIdx="5348"/>
  <p:cmAuthor id="5350" name="Xiaoyan Pei(联通集团技术部)" initials="X" lastIdx="0" clrIdx="5349"/>
  <p:cmAuthor id="5351" name="邓奕昕" initials="邓" lastIdx="0" clrIdx="5350"/>
  <p:cmAuthor id="5352" name="c" initials="c" lastIdx="0" clrIdx="5351"/>
  <p:cmAuthor id="5353" name="dengyx12" initials="d" lastIdx="0" clrIdx="5352"/>
  <p:cmAuthor id="5354" name="李 力里" initials="李" lastIdx="0" clrIdx="5353"/>
  <p:cmAuthor id="5355" name="zhaolt" initials="z" lastIdx="0" clrIdx="5354"/>
  <p:cmAuthor id="5356" name="张强" initials="张" lastIdx="0" clrIdx="5355"/>
  <p:cmAuthor id="5357" name="sunyiqun2016@163.com" initials="s" lastIdx="0" clrIdx="5356"/>
  <p:cmAuthor id="5358" name="冯 杰" initials="冯" lastIdx="0" clrIdx="5357"/>
  <p:cmAuthor id="5359" name="韩星星" initials="韩" lastIdx="0" clrIdx="5358"/>
  <p:cmAuthor id="5360" name="李兰兰" initials="李兰兰" lastIdx="0" clrIdx="5359"/>
  <p:cmAuthor id="5361" name="喻 海超" initials="喻" lastIdx="0" clrIdx="5360"/>
  <p:cmAuthor id="5362" name="weigq" initials="李weiguoqi" lastIdx="0" clrIdx="5361"/>
  <p:cmAuthor id="5363" name="郭欣萍" initials="郭" lastIdx="0" clrIdx="5362"/>
  <p:cmAuthor id="5364" name="陈之超" initials="陈" lastIdx="0" clrIdx="5363"/>
  <p:cmAuthor id="5365" name="唐思源" initials="唐" lastIdx="0" clrIdx="5364"/>
  <p:cmAuthor id="5366" name="10064906" initials="1" lastIdx="0" clrIdx="5365"/>
  <p:cmAuthor id="5367" name="康浩杰|hnkanghaojie" initials="A" lastIdx="0" clrIdx="5366"/>
  <p:cmAuthor id="5368" name="何 静" initials="何" lastIdx="0" clrIdx="5367"/>
  <p:cmAuthor id="5369" name="nalin" initials="n" lastIdx="0" clrIdx="5368"/>
  <p:cmAuthor id="5370" name="cash1228@126.com" initials="c" lastIdx="0" clrIdx="5369"/>
  <p:cmAuthor id="5371" name="解珍|zzxiezhen" initials="解" lastIdx="0" clrIdx="5370"/>
  <p:cmAuthor id="5372" name="但佳" initials="但" lastIdx="0" clrIdx="5371"/>
  <p:cmAuthor id="5373" name="hitwa" initials="h" lastIdx="0" clrIdx="5372"/>
  <p:cmAuthor id="5374" name="bob kang" initials="bk" lastIdx="0" clrIdx="5373"/>
  <p:cmAuthor id="5375" name="朱明威" initials="zmw" lastIdx="0" clrIdx="5374"/>
  <p:cmAuthor id="5376" name="song chuan" initials="sc" lastIdx="0" clrIdx="5375"/>
  <p:cmAuthor id="5377" name="zyrstz" initials="z" lastIdx="0" clrIdx="5376"/>
  <p:cmAuthor id="5378" name="邹亮" initials="邹" lastIdx="0" clrIdx="5377"/>
  <p:cmAuthor id="5379" name="苗茜" initials="苗" lastIdx="0" clrIdx="5378"/>
  <p:cmAuthor id="5380" name="zhanglin" initials="z" lastIdx="0" clrIdx="5379"/>
  <p:cmAuthor id="5381" name="greAt" initials="g" lastIdx="0" clrIdx="5380"/>
  <p:cmAuthor id="5382" name="ghy" initials="g" lastIdx="0" clrIdx="5381"/>
  <p:cmAuthor id="5383" name="86166" initials="8" lastIdx="0" clrIdx="5382"/>
  <p:cmAuthor id="5384" name="李颖" initials="李" lastIdx="0" clrIdx="5383"/>
  <p:cmAuthor id="5385" name="耿庆鹏" initials="耿" lastIdx="0" clrIdx="5384"/>
  <p:cmAuthor id="5386" name="罗艺萌" initials="罗" lastIdx="0" clrIdx="5385"/>
  <p:cmAuthor id="5387" name="bluef" initials="b" lastIdx="0" clrIdx="5386"/>
  <p:cmAuthor id="5388" name="陈 悦" initials="陈" lastIdx="0" clrIdx="5387"/>
  <p:cmAuthor id="5389" name="付心怡" initials="" lastIdx="0" clrIdx="5388"/>
  <p:cmAuthor id="5390" name="樊泯江" initials="樊" lastIdx="0" clrIdx="5389"/>
  <p:cmAuthor id="5391" name="潘宏宇" initials="潘" lastIdx="0" clrIdx="5390"/>
  <p:cmAuthor id="5392" name="葛然" initials="葛" lastIdx="0" clrIdx="5391"/>
  <p:cmAuthor id="5393" name="x48259" initials="x" lastIdx="0" clrIdx="5392"/>
  <p:cmAuthor id="5394" name="毕译丹" initials="毕" lastIdx="0" clrIdx="5393"/>
  <p:cmAuthor id="5395" name="citc908" initials="c" lastIdx="0" clrIdx="5394"/>
  <p:cmAuthor id="5396" name="宋凯10243818" initials="宋凯10243818" lastIdx="0" clrIdx="5395"/>
  <p:cmAuthor id="5397" name="Steve Thorne" initials="S" lastIdx="0" clrIdx="5396"/>
  <p:cmAuthor id="5398" name="汪卓" initials="wangzhuo@hb.cmcc" lastIdx="0" clrIdx="5397"/>
  <p:cmAuthor id="5399" name="陈盛伟" initials="陈盛伟" lastIdx="0" clrIdx="5398"/>
  <p:cmAuthor id="5400" name="Ziyang" initials="Z" lastIdx="0" clrIdx="5399"/>
  <p:cmAuthor id="5401" name="Jean" initials="8" lastIdx="0" clrIdx="5400"/>
  <p:cmAuthor id="5402" name="陈思" initials="陈" lastIdx="0" clrIdx="5401"/>
  <p:cmAuthor id="5403" name="刘晓杨" initials="刘" lastIdx="0" clrIdx="5402"/>
  <p:cmAuthor id="5404" name="wangxinyi" initials="w" lastIdx="0" clrIdx="5403"/>
  <p:cmAuthor id="5405" name="wangqing@cmii.cmcc" initials="w" lastIdx="0" clrIdx="5404"/>
  <p:cmAuthor id="5406" name="史晓峰" initials="史" lastIdx="0" clrIdx="5405"/>
  <p:cmAuthor id="5407" name="一个不愿意透露姓名" initials="lasdf" lastIdx="0" clrIdx="5406"/>
  <p:cmAuthor id="5408" name="小 红马" initials="小" lastIdx="0" clrIdx="5407"/>
  <p:cmAuthor id="5409" name="朱雪萍" initials="朱" lastIdx="0" clrIdx="5408"/>
  <p:cmAuthor id="5410" name="tianyuan@cmhi.cmcc" initials="tianyuan@cmhi.cmcc" lastIdx="0" clrIdx="5409"/>
  <p:cmAuthor id="5411" name="甘祎" initials="甘" lastIdx="0" clrIdx="5410"/>
  <p:cmAuthor id="5412" name="梁叶欢" initials="梁" lastIdx="0" clrIdx="5411"/>
  <p:cmAuthor id="5413" name="于书丹" initials="C" lastIdx="0" clrIdx="5412"/>
  <p:cmAuthor id="5414" name="flower" initials="f" lastIdx="0" clrIdx="5413"/>
  <p:cmAuthor id="5415" name="钱笑晓" initials="钱" lastIdx="0" clrIdx="5414"/>
  <p:cmAuthor id="5416" name="tonyliu" initials="t" lastIdx="0" clrIdx="5415"/>
  <p:cmAuthor id="5417" name="hwjjjjjjjj" initials="h" lastIdx="0" clrIdx="5416"/>
  <p:cmAuthor id="5418" name="zhoupeng" initials="z" lastIdx="0" clrIdx="5417"/>
  <p:cmAuthor id="5419" name="阿 凝" initials="阿" lastIdx="0" clrIdx="5418"/>
  <p:cmAuthor id="5420" name="季然" initials="季" lastIdx="0" clrIdx="5419"/>
  <p:cmAuthor id="5421" name="Randolph" initials="R" lastIdx="0" clrIdx="5420"/>
  <p:cmAuthor id="5422" name="ma yanru" initials="my" lastIdx="0" clrIdx="5421"/>
  <p:cmAuthor id="5423" name="PB399" initials="P" lastIdx="0" clrIdx="5422"/>
  <p:cmAuthor id="5424" name="wangchangkun@cmhi.cmcc" initials="wangchangkun@cmhi.cmcc" lastIdx="0" clrIdx="5423"/>
  <p:cmAuthor id="5425" name="陈召国" initials="c" lastIdx="0" clrIdx="5424"/>
  <p:cmAuthor id="5426" name="huwenxiao" initials="h" lastIdx="0" clrIdx="5425"/>
  <p:cmAuthor id="5427" name="山西公司集团客户部张亮" initials="山" lastIdx="0" clrIdx="5426"/>
  <p:cmAuthor id="5428" name="孙语唯" initials="孙" lastIdx="0" clrIdx="5427"/>
  <p:cmAuthor id="5429" name="xuning1@nx.cmcc" initials="x" lastIdx="0" clrIdx="5428"/>
  <p:cmAuthor id="5430" name="syp" initials="s" lastIdx="0" clrIdx="5429"/>
  <p:cmAuthor id="5431" name="IrisH" initials="I" lastIdx="0" clrIdx="5430"/>
  <p:cmAuthor id="5432" name="77025" initials="7" lastIdx="0" clrIdx="5431"/>
  <p:cmAuthor id="5433" name="User" initials="U" lastIdx="0" clrIdx="5432"/>
  <p:cmAuthor id="5434" name="山西公司集团客户部李赫" initials="山" lastIdx="0" clrIdx="5433"/>
  <p:cmAuthor id="5435" name="崔超" initials="崔" lastIdx="0" clrIdx="5434"/>
  <p:cmAuthor id="5436" name="Charlotte Williams" initials="C" lastIdx="0" clrIdx="5435"/>
  <p:cmAuthor id="5437" name="张莹" initials="张" lastIdx="0" clrIdx="5436"/>
  <p:cmAuthor id="5438" name="王伟栋_ymIjy2uI" initials="authorId_1008746-10055544" lastIdx="0" clrIdx="5437"/>
  <p:cmAuthor id="5439" name="xuting@sn.cmcc" initials="A" lastIdx="0" clrIdx="5438"/>
  <p:cmAuthor id="5440" name="wang sai" initials="ws" lastIdx="0" clrIdx="5439"/>
  <p:cmAuthor id="5441" name="zhoux" initials="z" lastIdx="0" clrIdx="5440"/>
  <p:cmAuthor id="5442" name="zhangxinyao" initials="z" lastIdx="0" clrIdx="5441"/>
  <p:cmAuthor id="5443" name="WKL" initials="W" lastIdx="0" clrIdx="5442"/>
  <p:cmAuthor id="5444" name="聂鑫" initials="聂" lastIdx="0" clrIdx="5443"/>
  <p:cmAuthor id="5445" name="王作佳" initials="王" lastIdx="0" clrIdx="5444"/>
  <p:cmAuthor id="5446" name="设计" initials="设" lastIdx="0" clrIdx="5445"/>
  <p:cmAuthor id="5447" name="xxh" initials="x" lastIdx="0" clrIdx="5446"/>
  <p:cmAuthor id="5448" name="A京东京车会中富名车亦庄店" initials="A" lastIdx="0" clrIdx="5447"/>
  <p:cmAuthor id="5449" name="denghy26" initials="d" lastIdx="0" clrIdx="5448"/>
  <p:cmAuthor id="5450" name="张立彤" initials="张" lastIdx="0" clrIdx="5449"/>
  <p:cmAuthor id="5451" name="LJL" initials="L" lastIdx="0" clrIdx="5450"/>
  <p:cmAuthor id="5452" name="李金玲" initials="李" lastIdx="0" clrIdx="5451"/>
  <p:cmAuthor id="5453" name="梁烨" initials="梁" lastIdx="0" clrIdx="5452"/>
  <p:cmAuthor id="5454" name="芦晨" initials="芦" lastIdx="0" clrIdx="5453"/>
  <p:cmAuthor id="5455" name="彭天慈" initials="彭" lastIdx="0" clrIdx="5454"/>
  <p:cmAuthor id="5456" name="齐娜" initials="qin9" lastIdx="0" clrIdx="5455"/>
  <p:cmAuthor id="5457" name="张烜源" initials="张" lastIdx="0" clrIdx="5456"/>
  <p:cmAuthor id="5458" name="wangweizhi941015@163.com" initials="w" lastIdx="0" clrIdx="5457"/>
  <p:cmAuthor id="5459" name="junjie tong" initials="jt" lastIdx="0" clrIdx="5458"/>
  <p:cmAuthor id="5460" name="Rong Wang(联通集团信息化部（信息安全部）)" initials="RW" lastIdx="0" clrIdx="5459"/>
  <p:cmAuthor id="5461" name="29987" initials="2" lastIdx="0" clrIdx="5460"/>
  <p:cmAuthor id="5462" name="ZH" initials="Z" lastIdx="0" clrIdx="5461"/>
  <p:cmAuthor id="5463" name="毛亮" initials="毛" lastIdx="0" clrIdx="5462"/>
  <p:cmAuthor id="5464" name="李蝶" initials="李" lastIdx="0" clrIdx="5463"/>
  <p:cmAuthor id="5465" name="于浩" initials="yh" lastIdx="0" clrIdx="5464"/>
  <p:cmAuthor id="5466" name="高婷婷" initials="高" lastIdx="0" clrIdx="5465"/>
  <p:cmAuthor id="5467" name="Du Tansa" initials="DT" lastIdx="0" clrIdx="5466"/>
  <p:cmAuthor id="5468" name="Another" initials="Ao" lastIdx="0" clrIdx="5467"/>
  <p:cmAuthor id="5469" name="XU PENG" initials="XP" lastIdx="0" clrIdx="5468"/>
  <p:cmAuthor id="5470" name="XXH" initials="X" lastIdx="0" clrIdx="5469"/>
  <p:cmAuthor id="5471" name="zealog" initials="z" lastIdx="0" clrIdx="5470"/>
  <p:cmAuthor id="5472" name="chenm14" initials="c" lastIdx="0" clrIdx="5471"/>
  <p:cmAuthor id="5473" name="longyamei" initials="l" lastIdx="0" clrIdx="5472"/>
  <p:cmAuthor id="5474" name="bendd" initials="b" lastIdx="0" clrIdx="5473"/>
  <p:cmAuthor id="5475" name="mazhen" initials="m" lastIdx="0" clrIdx="5474"/>
  <p:cmAuthor id="5476" name="甘肃联通信息安全部姬星仪" initials="姬星仪" lastIdx="0" clrIdx="5475"/>
  <p:cmAuthor id="5477" name="rongxin wu" initials="rw" lastIdx="0" clrIdx="5476"/>
  <p:cmAuthor id="5478" name="sglic" initials="s" lastIdx="0" clrIdx="5477"/>
  <p:cmAuthor id="5479" name="张闻强" initials="张" lastIdx="0" clrIdx="5478"/>
  <p:cmAuthor id="5480" name="act" initials="a" lastIdx="0" clrIdx="5479"/>
  <p:cmAuthor id="5481" name="谢栋" initials="谢" lastIdx="0" clrIdx="5480"/>
  <p:cmAuthor id="5482" name="吴俊杰" initials="吴" lastIdx="0" clrIdx="5481"/>
  <p:cmAuthor id="5483" name="张为清" initials="U" lastIdx="0" clrIdx="5482"/>
  <p:cmAuthor id="5484" name="沈宁" initials="沈" lastIdx="0" clrIdx="5483"/>
  <p:cmAuthor id="5485" name="林 锋" initials="林" lastIdx="0" clrIdx="5484"/>
  <p:cmAuthor id="5486" name="ligf95" initials="l" lastIdx="0" clrIdx="5485"/>
  <p:cmAuthor id="5487" name="王关成" initials="王" lastIdx="0" clrIdx="5486"/>
  <p:cmAuthor id="5488" name="王烁" initials="王" lastIdx="0" clrIdx="5487"/>
  <p:cmAuthor id="5489" name="topnet" initials="t" lastIdx="0" clrIdx="5488"/>
  <p:cmAuthor id="5490" name="shawn" initials="s" lastIdx="0" clrIdx="5489"/>
  <p:cmAuthor id="5491" name="gaoy" initials="g" lastIdx="0" clrIdx="5490"/>
  <p:cmAuthor id="5492" name="25006" initials="2" lastIdx="0" clrIdx="5491"/>
  <p:cmAuthor id="5493" name="CN=耿成涛/OU=河南/O=chtc" initials="C" lastIdx="0" clrIdx="5492"/>
  <p:cmAuthor id="5494" name="yulia" initials="y" lastIdx="0" clrIdx="5493"/>
  <p:cmAuthor id="5495" name="bi" initials="b" lastIdx="0" clrIdx="5494"/>
  <p:cmAuthor id="5496" name="刘宏嘉" initials="z" lastIdx="0" clrIdx="5495"/>
  <p:cmAuthor id="5497" name="臧丽斌" initials="臧" lastIdx="0" clrIdx="5496"/>
  <p:cmAuthor id="5498" name="张月娥" initials="张" lastIdx="0" clrIdx="5497"/>
  <p:cmAuthor id="5499" name="程媛" initials="Claire" lastIdx="0" clrIdx="5498"/>
  <p:cmAuthor id="5500" name="Geek Bruce" initials="GB" lastIdx="0" clrIdx="5499"/>
  <p:cmAuthor id="5501" name="李好" initials="李" lastIdx="0" clrIdx="5500"/>
  <p:cmAuthor id="5502" name="Tianyi Liu" initials="TL" lastIdx="0" clrIdx="5501"/>
  <p:cmAuthor id="5503" name="LYU, Xiaotian [Alumni]" initials="XL" lastIdx="0" clrIdx="5502"/>
  <p:cmAuthor id="5504" name="张飞" initials="张" lastIdx="0" clrIdx="5503"/>
  <p:cmAuthor id="5505" name="unicom367" initials="u" lastIdx="0" clrIdx="5504"/>
  <p:cmAuthor id="5506" name="曹畅" initials="曹" lastIdx="0" clrIdx="5505"/>
  <p:cmAuthor id="5507" name="alio 123" initials="a1" lastIdx="0" clrIdx="5506"/>
  <p:cmAuthor id="5508" name="LE" initials="L" lastIdx="0" clrIdx="5507"/>
  <p:cmAuthor id="5509" name="王濮" initials="王" lastIdx="0" clrIdx="5508"/>
  <p:cmAuthor id="5510" name="86182" initials="8" lastIdx="0" clrIdx="5509"/>
  <p:cmAuthor id="5511" name="施英奎" initials="施" lastIdx="0" clrIdx="5510"/>
  <p:cmAuthor id="5512" name="黄志勇" initials="黄" lastIdx="0" clrIdx="5511"/>
  <p:cmAuthor id="5513" name="10020197" initials="1" lastIdx="0" clrIdx="5512"/>
  <p:cmAuthor id="5514" name="ww" initials="w" lastIdx="0" clrIdx="5513"/>
  <p:cmAuthor id="5515" name="liangs6" initials="l" lastIdx="0" clrIdx="5514"/>
  <p:cmAuthor id="5516" name="海琴 贾" initials="海贾" lastIdx="0" clrIdx="5515"/>
  <p:cmAuthor id="5517" name="苏梦茹" initials="苏" lastIdx="0" clrIdx="5516"/>
  <p:cmAuthor id="5518" name="lucky" initials="l" lastIdx="0" clrIdx="5517"/>
  <p:cmAuthor id="5519" name="宋瑞群" initials="宋" lastIdx="0" clrIdx="5518"/>
  <p:cmAuthor id="5520" name="刘峥" initials="刘" lastIdx="0" clrIdx="5519"/>
  <p:cmAuthor id="5521" name="杨建" initials="杨" lastIdx="0" clrIdx="5520"/>
  <p:cmAuthor id="5522" name="张荣" initials="张" lastIdx="0" clrIdx="5521"/>
  <p:cmAuthor id="5523" name="BY" initials="B" lastIdx="0" clrIdx="5522"/>
  <p:cmAuthor id="5524" name="qiu zixuan" initials="qz" lastIdx="0" clrIdx="5523"/>
  <p:cmAuthor id="5525" name="KEKE " initials="K" lastIdx="0" clrIdx="5524"/>
  <p:cmAuthor id="5526" name="10010" initials="1" lastIdx="0" clrIdx="5525"/>
  <p:cmAuthor id="5527" name="liuying" initials="l" lastIdx="0" clrIdx="5526"/>
  <p:cmAuthor id="5528" name="tjlyj" initials="t" lastIdx="0" clrIdx="5527"/>
  <p:cmAuthor id="5529" name="Gao" initials="G" lastIdx="0" clrIdx="5528"/>
  <p:cmAuthor id="5530" name="wuyan" initials="w" lastIdx="0" clrIdx="5529"/>
  <p:cmAuthor id="5531" name="EDY" initials="E" lastIdx="0" clrIdx="5530"/>
  <p:cmAuthor id="5532" name="杨鑫" initials="杨" lastIdx="0" clrIdx="5531"/>
  <p:cmAuthor id="5533" name="施方" initials="施" lastIdx="0" clrIdx="5532"/>
  <p:cmAuthor id="5534" name="liyanping" initials="l" lastIdx="0" clrIdx="5533"/>
  <p:cmAuthor id="5535" name="fengs31" initials="f" lastIdx="0" clrIdx="5534"/>
  <p:cmAuthor id="5536" name="s 徐" initials="s徐" lastIdx="0" clrIdx="5535"/>
  <p:cmAuthor id="5537" name="liy515" initials="l" lastIdx="0" clrIdx="5536"/>
  <p:cmAuthor id="5538" name="XI XI" initials="XX" lastIdx="0" clrIdx="5537"/>
  <p:cmAuthor id="5539" name="智冉冉" initials="智" lastIdx="0" clrIdx="5538"/>
  <p:cmAuthor id="5540" name="支敏" initials="N" lastIdx="0" clrIdx="5539"/>
  <p:cmAuthor id="5541" name="relax" initials="r" lastIdx="0" clrIdx="5540"/>
  <p:cmAuthor id="5542" name="26080314@qq.com" initials="2" lastIdx="0" clrIdx="5541"/>
  <p:cmAuthor id="5543" name="啊～jin＠X" initials="啊" lastIdx="0" clrIdx="5542"/>
  <p:cmAuthor id="5544" name="杨国荣" initials="杨" lastIdx="0" clrIdx="5543"/>
  <p:cmAuthor id="5545" name="慧珍" initials="慧" lastIdx="0" clrIdx="5544"/>
  <p:cmAuthor id="5546" name="王继鹏" initials="A" lastIdx="0" clrIdx="5545"/>
  <p:cmAuthor id="5547" name="郭志坚" initials="N" lastIdx="0" clrIdx="5546"/>
  <p:cmAuthor id="5548" name="郑宇琪" initials="政" lastIdx="0" clrIdx="5547"/>
  <p:cmAuthor id="5549" name="暗夜公爵" initials="暗" lastIdx="0" clrIdx="5548"/>
  <p:cmAuthor id="5550" name="深海" initials="深" lastIdx="0" clrIdx="5549"/>
  <p:cmAuthor id="5551" name="ai" initials="a" lastIdx="0" clrIdx="5550"/>
  <p:cmAuthor id="5552" name="陈建武" initials="A" lastIdx="0" clrIdx="5551"/>
  <p:cmAuthor id="5553" name="王超" initials="王" lastIdx="0" clrIdx="5552"/>
  <p:cmAuthor id="5554" name="z m" initials="zm" lastIdx="0" clrIdx="5553"/>
  <p:cmAuthor id="5555" name="lit41@chinaunicom.cn" initials="l" lastIdx="0" clrIdx="5554"/>
  <p:cmAuthor id="5556" name="吕新欣" initials="A" lastIdx="0" clrIdx="5555"/>
  <p:cmAuthor id="5557" name="宁 志鹏" initials="宁" lastIdx="0" clrIdx="5556"/>
  <p:cmAuthor id="5558" name="霍晓莉" initials="N" lastIdx="0" clrIdx="5557"/>
  <p:cmAuthor id="5559" name="xx" initials="x" lastIdx="0" clrIdx="5558"/>
  <p:cmAuthor id="5560" name="songmanyi" initials="s" lastIdx="0" clrIdx="5559"/>
  <p:cmAuthor id="5561" name="尚斌" initials="尚" lastIdx="0" clrIdx="5560"/>
  <p:cmAuthor id="5562" name="牛云芸" initials="牛" lastIdx="0" clrIdx="5561"/>
  <p:cmAuthor id="5563" name="green" initials="g" lastIdx="0" clrIdx="5562"/>
  <p:cmAuthor id="5564" name="窦建秦" initials="窦" lastIdx="0" clrIdx="5563"/>
  <p:cmAuthor id="5565" name="86186_hq9v5i" initials="8" lastIdx="0" clrIdx="5564"/>
  <p:cmAuthor id="5566" name="张晓鹏" initials="P" lastIdx="0" clrIdx="5565"/>
  <p:cmAuthor id="5567" name="孟林静" initials="a" lastIdx="0" clrIdx="5566"/>
  <p:cmAuthor id="5568" name="穆海平" initials="钱" lastIdx="0" clrIdx="5567"/>
  <p:cmAuthor id="5569" name="范洁" initials="D" lastIdx="0" clrIdx="5568"/>
  <p:cmAuthor id="5570" name="water" initials="w" lastIdx="0" clrIdx="5569"/>
  <p:cmAuthor id="5571" name="7052" initials="7" lastIdx="0" clrIdx="5570"/>
  <p:cmAuthor id="5572" name="LY" initials="L" lastIdx="0" clrIdx="5571"/>
  <p:cmAuthor id="5573" name="zhaoyan" initials="z" lastIdx="0" clrIdx="5572"/>
  <p:cmAuthor id="5574" name="070" initials="0" lastIdx="0" clrIdx="5573"/>
  <p:cmAuthor id="5575" name="张惠" initials="张" lastIdx="0" clrIdx="5574"/>
  <p:cmAuthor id="5576" name="13989" initials="" lastIdx="0" clrIdx="5575"/>
  <p:cmAuthor id="5577" name="sllata" initials="s" lastIdx="0" clrIdx="5576"/>
  <p:cmAuthor id="5578" name="xiao  dai" initials="x" lastIdx="0" clrIdx="5577"/>
  <p:cmAuthor id="5579" name="殷芳芳" initials="u" lastIdx="0" clrIdx="5578"/>
  <p:cmAuthor id="5580" name="85009" initials="8" lastIdx="0" clrIdx="5579"/>
  <p:cmAuthor id="5581" name="马超" initials="马超" lastIdx="0" clrIdx="5580"/>
  <p:cmAuthor id="5582" name="hrb-yanght" initials="h" lastIdx="0" clrIdx="5581"/>
  <p:cmAuthor id="5583" name="陈亮" initials="陈" lastIdx="0" clrIdx="5582"/>
  <p:cmAuthor id="5584" name="小邹" initials="小" lastIdx="0" clrIdx="5583"/>
  <p:cmAuthor id="5585" name="胡坤" initials="胡" lastIdx="0" clrIdx="5584"/>
  <p:cmAuthor id="5586" name="张捷" initials="张" lastIdx="0" clrIdx="5585"/>
  <p:cmAuthor id="5587" name="王晶" initials="王" lastIdx="0" clrIdx="5586"/>
  <p:cmAuthor id="5588" name="易君熙" initials="易" lastIdx="0" clrIdx="5587"/>
  <p:cmAuthor id="5589" name="红桃" initials="红" lastIdx="0" clrIdx="5588"/>
  <p:cmAuthor id="5590" name="戴 传跃" initials="戴" lastIdx="0" clrIdx="5589"/>
  <p:cmAuthor id="5591" name="丁娟" initials="丁" lastIdx="0" clrIdx="5590"/>
  <p:cmAuthor id="5592" name="Wensy" initials="W" lastIdx="0" clrIdx="5591"/>
  <p:cmAuthor id="5593" name="zeltn" initials="z" lastIdx="0" clrIdx="5592"/>
  <p:cmAuthor id="5594" name="Xiaonan8" initials="X" lastIdx="0" clrIdx="5593"/>
  <p:cmAuthor id="5595" name="yangll27" initials="y" lastIdx="0" clrIdx="5594"/>
  <p:cmAuthor id="5596" name="lvm" initials="l" lastIdx="0" clrIdx="5595"/>
  <p:cmAuthor id="5597" name="xudl16" initials="x" lastIdx="0" clrIdx="5596"/>
  <p:cmAuthor id="5598" name="fuz11" initials="f" lastIdx="0" clrIdx="5597"/>
  <p:cmAuthor id="5599" name="10209970" initials="1" lastIdx="0" clrIdx="5598"/>
  <p:cmAuthor id="5600" name="liyq1012" initials="l" lastIdx="0" clrIdx="5599"/>
  <p:cmAuthor id="5601" name="gaoq27" initials="g" lastIdx="0" clrIdx="5600"/>
  <p:cmAuthor id="5602" name="yejingwen" initials="y" lastIdx="0" clrIdx="5601"/>
  <p:cmAuthor id="5603" name="luy57" initials="l" lastIdx="0" clrIdx="5602"/>
  <p:cmAuthor id="5604" name="duweiwei1" initials="d" lastIdx="0" clrIdx="5603"/>
  <p:cmAuthor id="5605" name="fengyi23" initials="f" lastIdx="0" clrIdx="5604"/>
  <p:cmAuthor id="5606" name="wangt" initials="w" lastIdx="0" clrIdx="5605"/>
  <p:cmAuthor id="5607" name="jinbq" initials="j" lastIdx="0" clrIdx="5606"/>
  <p:cmAuthor id="5608" name="guqin" initials="g" lastIdx="0" clrIdx="5607"/>
  <p:cmAuthor id="5609" name="CX" initials="C" lastIdx="0" clrIdx="5608"/>
  <p:cmAuthor id="5610" name="Zhenwei Jiang" initials="ZJ" lastIdx="0" clrIdx="5609"/>
  <p:cmAuthor id="5611" name="wangjh630" initials="w" lastIdx="0" clrIdx="5610"/>
  <p:cmAuthor id="5612" name="wang" initials="w" lastIdx="0" clrIdx="5611"/>
  <p:cmAuthor id="5613" name="qiuyn" initials="q" lastIdx="0" clrIdx="5612"/>
  <p:cmAuthor id="5614" name="zhuy261" initials="z" lastIdx="0" clrIdx="5613"/>
  <p:cmAuthor id="5615" name="weixy67" initials="w" lastIdx="0" clrIdx="5614"/>
  <p:cmAuthor id="5616" name="王新洁" initials="王" lastIdx="0" clrIdx="5615"/>
  <p:cmAuthor id="5617" name="wangdj109" initials="w" lastIdx="0" clrIdx="5616"/>
  <p:cmAuthor id="5618" name="guying11" initials="g" lastIdx="0" clrIdx="5617"/>
  <p:cmAuthor id="5619" name="黄 晓贤" initials="黄" lastIdx="0" clrIdx="5618"/>
  <p:cmAuthor id="5620" name="yangss97" initials="y" lastIdx="0" clrIdx="5619"/>
  <p:cmAuthor id="5621" name="xingq29" initials="x" lastIdx="0" clrIdx="5620"/>
  <p:cmAuthor id="5622" name="gujf" initials="g" lastIdx="0" clrIdx="5621"/>
  <p:cmAuthor id="5623" name="刘晓敏" initials="刘" lastIdx="0" clrIdx="5622"/>
  <p:cmAuthor id="5624" name="悠 然" initials="悠" lastIdx="0" clrIdx="5623"/>
  <p:cmAuthor id="5625" name="Roy" initials="R" lastIdx="0" clrIdx="5624"/>
  <p:cmAuthor id="5626" name="Mengqy61" initials="M" lastIdx="0" clrIdx="5625"/>
  <p:cmAuthor id="5627" name="王梦石" initials="王" lastIdx="0" clrIdx="5626"/>
  <p:cmAuthor id="5628" name="ztolei@163.com" initials="z" lastIdx="0" clrIdx="5627"/>
  <p:cmAuthor id="5629" name="zhongnn" initials="z" lastIdx="0" clrIdx="5628"/>
  <p:cmAuthor id="5630" name="10140710" initials="1" lastIdx="0" clrIdx="5629"/>
  <p:cmAuthor id="5631" name="马松刚" initials="马" lastIdx="0" clrIdx="5630"/>
  <p:cmAuthor id="5632" name="毛恒聪" initials="毛" lastIdx="0" clrIdx="5631"/>
  <p:cmAuthor id="5633" name="Go To" initials="G" lastIdx="0" clrIdx="5632"/>
  <p:cmAuthor id="5634" name="小溪" initials="小" lastIdx="0" clrIdx="5633"/>
  <p:cmAuthor id="5635" name="604158737@qq.com" initials="" lastIdx="0" clrIdx="563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F2F2F2"/>
    <a:srgbClr val="FDEFE6"/>
    <a:srgbClr val="E60027"/>
    <a:srgbClr val="FF5D5D"/>
    <a:srgbClr val="F9D9C4"/>
    <a:srgbClr val="FFD1D1"/>
    <a:srgbClr val="D9D9D9"/>
    <a:srgbClr val="E8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63" autoAdjust="0"/>
    <p:restoredTop sz="94460" autoAdjust="0"/>
  </p:normalViewPr>
  <p:slideViewPr>
    <p:cSldViewPr snapToGrid="0" showGuides="1">
      <p:cViewPr>
        <p:scale>
          <a:sx n="120" d="100"/>
          <a:sy n="120" d="100"/>
        </p:scale>
        <p:origin x="520" y="-24"/>
      </p:cViewPr>
      <p:guideLst>
        <p:guide orient="horz" pos="1688"/>
        <p:guide pos="347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gs" Target="tags/tag5.xml"/><Relationship Id="rId16" Type="http://schemas.openxmlformats.org/officeDocument/2006/relationships/commentAuthors" Target="commentAuthors.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handoutMaster" Target="handoutMasters/handoutMaster1.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CB09E585-6508-421B-823F-707C309E9C95}" type="datetimeFigureOut">
              <a:rPr lang="zh-CN" altLang="en-US"/>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endParaRPr lang="zh-CN" altLang="en-US" noProof="0"/>
          </a:p>
          <a:p>
            <a:pPr lvl="1"/>
            <a:r>
              <a:rPr lang="zh-CN" altLang="en-US" noProof="0"/>
              <a:t>二级</a:t>
            </a:r>
            <a:endParaRPr lang="zh-CN" altLang="en-US" noProof="0"/>
          </a:p>
          <a:p>
            <a:pPr lvl="2"/>
            <a:r>
              <a:rPr lang="zh-CN" altLang="en-US" noProof="0"/>
              <a:t>三级</a:t>
            </a:r>
            <a:endParaRPr lang="zh-CN" altLang="en-US" noProof="0"/>
          </a:p>
          <a:p>
            <a:pPr lvl="3"/>
            <a:r>
              <a:rPr lang="zh-CN" altLang="en-US" noProof="0"/>
              <a:t>四级</a:t>
            </a:r>
            <a:endParaRPr lang="zh-CN" altLang="en-US" noProof="0"/>
          </a:p>
          <a:p>
            <a:pPr lvl="4"/>
            <a:r>
              <a:rPr lang="zh-CN" altLang="en-US" noProof="0"/>
              <a:t>五级</a:t>
            </a:r>
            <a:endParaRPr lang="zh-CN" altLang="en-US" noProof="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lstStyle>
            <a:lvl1pPr algn="r" eaLnBrk="1" hangingPunct="1">
              <a:defRPr sz="1200">
                <a:latin typeface="等线" panose="02010600030101010101" pitchFamily="2" charset="-122"/>
                <a:ea typeface="等线" panose="02010600030101010101" pitchFamily="2" charset="-122"/>
              </a:defRPr>
            </a:lvl1pPr>
          </a:lstStyle>
          <a:p>
            <a:pPr>
              <a:defRPr/>
            </a:pPr>
            <a:fld id="{B4373238-B3F0-417C-A8EF-E5DFE22F8943}"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idx="4294967295"/>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219" name="文本占位符 2"/>
          <p:cNvSpPr>
            <a:spLocks noGrp="1"/>
          </p:cNvSpPr>
          <p:nvPr>
            <p:ph type="body" idx="9"/>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idx="4294967295"/>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219" name="文本占位符 2"/>
          <p:cNvSpPr>
            <a:spLocks noGrp="1"/>
          </p:cNvSpPr>
          <p:nvPr>
            <p:ph type="body" idx="9"/>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idx="4294967295"/>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219" name="文本占位符 2"/>
          <p:cNvSpPr>
            <a:spLocks noGrp="1"/>
          </p:cNvSpPr>
          <p:nvPr>
            <p:ph type="body" idx="9"/>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idx="4294967295"/>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219" name="文本占位符 2"/>
          <p:cNvSpPr>
            <a:spLocks noGrp="1"/>
          </p:cNvSpPr>
          <p:nvPr>
            <p:ph type="body" idx="9"/>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5" Type="http://schemas.openxmlformats.org/officeDocument/2006/relationships/image" Target="../media/image9.png"/><Relationship Id="rId4" Type="http://schemas.openxmlformats.org/officeDocument/2006/relationships/tags" Target="../tags/tag1.xml"/><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22E9A4D-03E4-4FC1-AF59-73DB79BAA376}" type="slidenum">
              <a:rPr lang="zh-CN" altLang="en-US"/>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D89D87E-2AF4-4B16-B343-53F5018C5751}" type="slidenum">
              <a:rPr lang="zh-CN" altLang="en-US"/>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8BE4395-7E9D-4075-96D0-A74AF520B0C1}" type="slidenum">
              <a:rPr lang="zh-CN" altLang="en-US"/>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3"/>
          <p:cNvSpPr>
            <a:spLocks noGrp="1"/>
          </p:cNvSpPr>
          <p:nvPr>
            <p:ph type="dt" sz="half" idx="10"/>
          </p:nvPr>
        </p:nvSpPr>
        <p:spPr/>
        <p:txBody>
          <a:bodyPr/>
          <a:lstStyle>
            <a:lvl1pPr>
              <a:defRPr/>
            </a:lvl1pPr>
          </a:lstStyle>
          <a:p>
            <a:pPr>
              <a:defRPr/>
            </a:pPr>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A19EB6FE-583E-4A9B-B2F5-F8B9279F3625}" type="slidenum">
              <a:rPr lang="zh-CN" altLang="en-US"/>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3"/>
          <p:cNvSpPr>
            <a:spLocks noGrp="1"/>
          </p:cNvSpPr>
          <p:nvPr>
            <p:ph type="dt" sz="half" idx="10"/>
          </p:nvPr>
        </p:nvSpPr>
        <p:spPr/>
        <p:txBody>
          <a:bodyPr/>
          <a:lstStyle>
            <a:lvl1pPr>
              <a:defRPr/>
            </a:lvl1pPr>
          </a:lstStyle>
          <a:p>
            <a:pPr>
              <a:defRPr/>
            </a:pPr>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66FDAF01-F376-4D50-8B3E-2C22CD1F1D8B}" type="slidenum">
              <a:rPr lang="zh-CN" altLang="en-US"/>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01110304-0B4C-47A5-9B21-D5BC10642A0F}" type="slidenum">
              <a:rPr lang="zh-CN" altLang="en-US"/>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E4B3061B-50E1-429F-91A5-B21343D397AE}" type="slidenum">
              <a:rPr lang="zh-CN" altLang="en-US"/>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17235CDC-A263-4CE6-AF86-85455FD1207D}" type="slidenum">
              <a:rPr lang="zh-CN" altLang="en-US"/>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9784F67A-C533-4560-8CAA-84A7276AED16}" type="slidenum">
              <a:rPr lang="zh-CN" altLang="en-US"/>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492AF18-D336-4E9F-8570-B3CA760EBDF5}" type="slidenum">
              <a:rPr lang="zh-CN" altLang="en-US"/>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078FD3F-D7FA-4D54-ABE2-BFA441A4FB3D}" type="slidenum">
              <a:rPr lang="zh-CN" altLang="en-US"/>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冬奥联通版范例一-目录">
    <p:spTree>
      <p:nvGrpSpPr>
        <p:cNvPr id="1" name=""/>
        <p:cNvGrpSpPr/>
        <p:nvPr/>
      </p:nvGrpSpPr>
      <p:grpSpPr>
        <a:xfrm>
          <a:off x="0" y="0"/>
          <a:ext cx="0" cy="0"/>
          <a:chOff x="0" y="0"/>
          <a:chExt cx="0" cy="0"/>
        </a:xfrm>
      </p:grpSpPr>
      <p:grpSp>
        <p:nvGrpSpPr>
          <p:cNvPr id="12" name="组合 1"/>
          <p:cNvGrpSpPr/>
          <p:nvPr userDrawn="1"/>
        </p:nvGrpSpPr>
        <p:grpSpPr bwMode="auto">
          <a:xfrm>
            <a:off x="6350" y="123825"/>
            <a:ext cx="12185650" cy="876300"/>
            <a:chOff x="9" y="196"/>
            <a:chExt cx="19190" cy="1378"/>
          </a:xfrm>
        </p:grpSpPr>
        <p:pic>
          <p:nvPicPr>
            <p:cNvPr id="13" name="图片 2" descr="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 y="196"/>
              <a:ext cx="14381" cy="1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4" descr="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819" y="196"/>
              <a:ext cx="14381" cy="1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 name="文本框 3"/>
          <p:cNvSpPr txBox="1">
            <a:spLocks noChangeArrowheads="1"/>
          </p:cNvSpPr>
          <p:nvPr userDrawn="1"/>
        </p:nvSpPr>
        <p:spPr bwMode="auto">
          <a:xfrm>
            <a:off x="6350" y="6561138"/>
            <a:ext cx="5014913" cy="27622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200">
                <a:solidFill>
                  <a:srgbClr val="7F7F7F"/>
                </a:solidFill>
                <a:latin typeface="楷体" panose="02010609060101010101" pitchFamily="49" charset="-122"/>
                <a:ea typeface="楷体" panose="02010609060101010101" pitchFamily="49" charset="-122"/>
              </a:rPr>
              <a:t>IT</a:t>
            </a:r>
            <a:r>
              <a:rPr lang="zh-CN" altLang="en-US" sz="1200">
                <a:solidFill>
                  <a:srgbClr val="7F7F7F"/>
                </a:solidFill>
                <a:latin typeface="楷体" panose="02010609060101010101" pitchFamily="49" charset="-122"/>
                <a:ea typeface="楷体" panose="02010609060101010101" pitchFamily="49" charset="-122"/>
              </a:rPr>
              <a:t>系统五经六脉疏通，数据血液千场万景贯通，敏捷赋能三个一切畅通</a:t>
            </a:r>
            <a:endParaRPr lang="zh-CN" altLang="en-US" sz="1200">
              <a:solidFill>
                <a:srgbClr val="7F7F7F"/>
              </a:solidFill>
              <a:latin typeface="楷体" panose="02010609060101010101" pitchFamily="49" charset="-122"/>
              <a:ea typeface="楷体" panose="02010609060101010101" pitchFamily="49" charset="-122"/>
            </a:endParaRPr>
          </a:p>
        </p:txBody>
      </p:sp>
      <p:sp>
        <p:nvSpPr>
          <p:cNvPr id="1048581" name="Text Placeholder 17"/>
          <p:cNvSpPr>
            <a:spLocks noGrp="1"/>
          </p:cNvSpPr>
          <p:nvPr>
            <p:ph type="body" sz="quarter" idx="10"/>
          </p:nvPr>
        </p:nvSpPr>
        <p:spPr>
          <a:xfrm>
            <a:off x="624421" y="2057400"/>
            <a:ext cx="1649231" cy="277584"/>
          </a:xfrm>
        </p:spPr>
        <p:txBody>
          <a:bodyPr lIns="0" tIns="0" rIns="0" bIns="0">
            <a:normAutofit/>
          </a:bodyPr>
          <a:lstStyle>
            <a:lvl1pPr marL="0" indent="0" algn="l">
              <a:buNone/>
              <a:defRPr sz="2100" baseline="0">
                <a:solidFill>
                  <a:schemeClr val="tx1"/>
                </a:solidFill>
                <a:latin typeface="Helvetica" pitchFamily="2" charset="0"/>
                <a:ea typeface="汉仪大黑简" panose="02010600000101010101" pitchFamily="2" charset="-122"/>
              </a:defRPr>
            </a:lvl1pPr>
          </a:lstStyle>
          <a:p>
            <a:pPr lvl="0"/>
            <a:r>
              <a:rPr lang="zh-CN" altLang="en-US" dirty="0"/>
              <a:t>单击此处编辑母版文本样式</a:t>
            </a:r>
            <a:endParaRPr lang="zh-CN" altLang="en-US" dirty="0"/>
          </a:p>
        </p:txBody>
      </p:sp>
      <p:sp>
        <p:nvSpPr>
          <p:cNvPr id="1048582" name="Text Placeholder 6"/>
          <p:cNvSpPr>
            <a:spLocks noGrp="1"/>
          </p:cNvSpPr>
          <p:nvPr>
            <p:ph type="body" sz="quarter" idx="12"/>
          </p:nvPr>
        </p:nvSpPr>
        <p:spPr>
          <a:xfrm>
            <a:off x="624417" y="431760"/>
            <a:ext cx="3168248" cy="432564"/>
          </a:xfrm>
        </p:spPr>
        <p:txBody>
          <a:bodyPr lIns="0" tIns="0" rIns="0" bIns="0" anchor="b">
            <a:normAutofit/>
          </a:bodyPr>
          <a:lstStyle>
            <a:lvl1pPr marL="0" indent="0" algn="l">
              <a:buNone/>
              <a:defRPr sz="2400" baseline="0">
                <a:latin typeface="Helvetica" pitchFamily="2" charset="0"/>
                <a:ea typeface="汉仪大黑简" panose="02010600000101010101" pitchFamily="2" charset="-122"/>
              </a:defRPr>
            </a:lvl1pPr>
          </a:lstStyle>
          <a:p>
            <a:pPr lvl="0"/>
            <a:r>
              <a:rPr lang="zh-CN" altLang="en-US" dirty="0"/>
              <a:t>单击此处编辑母版文本样式</a:t>
            </a:r>
            <a:endParaRPr lang="zh-CN" altLang="en-US" dirty="0"/>
          </a:p>
        </p:txBody>
      </p:sp>
      <p:sp>
        <p:nvSpPr>
          <p:cNvPr id="1048583" name="Text Placeholder 17"/>
          <p:cNvSpPr>
            <a:spLocks noGrp="1"/>
          </p:cNvSpPr>
          <p:nvPr>
            <p:ph type="body" sz="quarter" idx="13"/>
          </p:nvPr>
        </p:nvSpPr>
        <p:spPr>
          <a:xfrm>
            <a:off x="624421" y="2585950"/>
            <a:ext cx="1649231" cy="277584"/>
          </a:xfrm>
        </p:spPr>
        <p:txBody>
          <a:bodyPr lIns="0" tIns="0" rIns="0" bIns="0">
            <a:normAutofit/>
          </a:bodyPr>
          <a:lstStyle>
            <a:lvl1pPr marL="0" indent="0" algn="l">
              <a:buNone/>
              <a:defRPr sz="2100" baseline="0">
                <a:solidFill>
                  <a:schemeClr val="tx1"/>
                </a:solidFill>
                <a:latin typeface="Helvetica" pitchFamily="2" charset="0"/>
                <a:ea typeface="汉仪大黑简" panose="02010600000101010101" pitchFamily="2" charset="-122"/>
              </a:defRPr>
            </a:lvl1pPr>
          </a:lstStyle>
          <a:p>
            <a:pPr lvl="0"/>
            <a:r>
              <a:rPr lang="zh-CN" altLang="en-US" dirty="0"/>
              <a:t>单击此处编辑母版文本样式</a:t>
            </a:r>
            <a:endParaRPr lang="zh-CN" altLang="en-US" dirty="0"/>
          </a:p>
        </p:txBody>
      </p:sp>
      <p:sp>
        <p:nvSpPr>
          <p:cNvPr id="1048584" name="Text Placeholder 17"/>
          <p:cNvSpPr>
            <a:spLocks noGrp="1"/>
          </p:cNvSpPr>
          <p:nvPr>
            <p:ph type="body" sz="quarter" idx="14"/>
          </p:nvPr>
        </p:nvSpPr>
        <p:spPr>
          <a:xfrm>
            <a:off x="624421" y="3114500"/>
            <a:ext cx="1649231" cy="277584"/>
          </a:xfrm>
        </p:spPr>
        <p:txBody>
          <a:bodyPr lIns="0" tIns="0" rIns="0" bIns="0">
            <a:normAutofit/>
          </a:bodyPr>
          <a:lstStyle>
            <a:lvl1pPr marL="0" indent="0" algn="l">
              <a:buNone/>
              <a:defRPr sz="2100" baseline="0">
                <a:solidFill>
                  <a:schemeClr val="tx1"/>
                </a:solidFill>
                <a:latin typeface="Helvetica" pitchFamily="2" charset="0"/>
                <a:ea typeface="汉仪大黑简" panose="02010600000101010101" pitchFamily="2" charset="-122"/>
              </a:defRPr>
            </a:lvl1pPr>
          </a:lstStyle>
          <a:p>
            <a:pPr lvl="0"/>
            <a:r>
              <a:rPr lang="zh-CN" altLang="en-US" dirty="0"/>
              <a:t>单击此处编辑母版文本样式</a:t>
            </a:r>
            <a:endParaRPr lang="zh-CN" altLang="en-US" dirty="0"/>
          </a:p>
        </p:txBody>
      </p:sp>
      <p:sp>
        <p:nvSpPr>
          <p:cNvPr id="1048585" name="Text Placeholder 17"/>
          <p:cNvSpPr>
            <a:spLocks noGrp="1"/>
          </p:cNvSpPr>
          <p:nvPr>
            <p:ph type="body" sz="quarter" idx="15"/>
          </p:nvPr>
        </p:nvSpPr>
        <p:spPr>
          <a:xfrm>
            <a:off x="624421" y="3604950"/>
            <a:ext cx="1649231" cy="277584"/>
          </a:xfrm>
        </p:spPr>
        <p:txBody>
          <a:bodyPr lIns="0" tIns="0" rIns="0" bIns="0">
            <a:normAutofit/>
          </a:bodyPr>
          <a:lstStyle>
            <a:lvl1pPr marL="0" indent="0" algn="l">
              <a:buNone/>
              <a:defRPr sz="2100" baseline="0">
                <a:solidFill>
                  <a:schemeClr val="tx1"/>
                </a:solidFill>
                <a:latin typeface="Helvetica" pitchFamily="2" charset="0"/>
                <a:ea typeface="汉仪大黑简" panose="02010600000101010101" pitchFamily="2" charset="-122"/>
              </a:defRPr>
            </a:lvl1pPr>
          </a:lstStyle>
          <a:p>
            <a:pPr lvl="0"/>
            <a:r>
              <a:rPr lang="zh-CN" altLang="en-US" dirty="0"/>
              <a:t>单击此处编辑母版文本样式</a:t>
            </a:r>
            <a:endParaRPr lang="zh-CN" altLang="en-US" dirty="0"/>
          </a:p>
        </p:txBody>
      </p:sp>
      <p:sp>
        <p:nvSpPr>
          <p:cNvPr id="1048586" name="Text Placeholder 17"/>
          <p:cNvSpPr>
            <a:spLocks noGrp="1"/>
          </p:cNvSpPr>
          <p:nvPr>
            <p:ph type="body" sz="quarter" idx="16"/>
          </p:nvPr>
        </p:nvSpPr>
        <p:spPr>
          <a:xfrm>
            <a:off x="2561516" y="2057400"/>
            <a:ext cx="3572213" cy="277584"/>
          </a:xfr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100" baseline="0">
                <a:solidFill>
                  <a:schemeClr val="tx1"/>
                </a:solidFill>
                <a:latin typeface="Helvetica" pitchFamily="2" charset="0"/>
                <a:ea typeface="汉仪大黑简" panose="02010600000101010101" pitchFamily="2" charset="-122"/>
              </a:defRPr>
            </a:lvl1p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1048587" name="Text Placeholder 17"/>
          <p:cNvSpPr>
            <a:spLocks noGrp="1"/>
          </p:cNvSpPr>
          <p:nvPr>
            <p:ph type="body" sz="quarter" idx="17"/>
          </p:nvPr>
        </p:nvSpPr>
        <p:spPr>
          <a:xfrm>
            <a:off x="2561516" y="2585950"/>
            <a:ext cx="3572213" cy="277584"/>
          </a:xfr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100" baseline="0">
                <a:solidFill>
                  <a:schemeClr val="tx1"/>
                </a:solidFill>
                <a:latin typeface="Helvetica" pitchFamily="2" charset="0"/>
                <a:ea typeface="汉仪大黑简" panose="02010600000101010101" pitchFamily="2" charset="-122"/>
              </a:defRPr>
            </a:lvl1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1048588" name="Text Placeholder 17"/>
          <p:cNvSpPr>
            <a:spLocks noGrp="1"/>
          </p:cNvSpPr>
          <p:nvPr>
            <p:ph type="body" sz="quarter" idx="18"/>
          </p:nvPr>
        </p:nvSpPr>
        <p:spPr>
          <a:xfrm>
            <a:off x="2561512" y="3114500"/>
            <a:ext cx="3572213" cy="277584"/>
          </a:xfr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100" baseline="0">
                <a:solidFill>
                  <a:schemeClr val="tx1"/>
                </a:solidFill>
                <a:latin typeface="Helvetica" pitchFamily="2" charset="0"/>
                <a:ea typeface="汉仪大黑简" panose="02010600000101010101" pitchFamily="2" charset="-122"/>
              </a:defRPr>
            </a:lvl1p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1048589" name="Text Placeholder 17"/>
          <p:cNvSpPr>
            <a:spLocks noGrp="1"/>
          </p:cNvSpPr>
          <p:nvPr>
            <p:ph type="body" sz="quarter" idx="19"/>
          </p:nvPr>
        </p:nvSpPr>
        <p:spPr>
          <a:xfrm>
            <a:off x="2561512" y="3604950"/>
            <a:ext cx="3572213" cy="277584"/>
          </a:xfr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100" baseline="0">
                <a:solidFill>
                  <a:schemeClr val="tx1"/>
                </a:solidFill>
                <a:latin typeface="Helvetica" pitchFamily="2" charset="0"/>
                <a:ea typeface="汉仪大黑简" panose="02010600000101010101" pitchFamily="2" charset="-122"/>
              </a:defRPr>
            </a:lvl1p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1048590" name="Text Placeholder 23"/>
          <p:cNvSpPr>
            <a:spLocks noGrp="1"/>
          </p:cNvSpPr>
          <p:nvPr>
            <p:ph type="body" sz="quarter" idx="20"/>
          </p:nvPr>
        </p:nvSpPr>
        <p:spPr>
          <a:xfrm>
            <a:off x="9956619" y="6480452"/>
            <a:ext cx="1536700" cy="80686"/>
          </a:xfrm>
        </p:spPr>
        <p:txBody>
          <a:bodyPr lIns="0" tIns="0" rIns="0" bIns="0">
            <a:normAutofit/>
          </a:bodyPr>
          <a:lstStyle>
            <a:lvl1pPr marL="0" indent="0" algn="r">
              <a:buNone/>
              <a:defRPr sz="850" baseline="0">
                <a:latin typeface="Helvetica" pitchFamily="2" charset="0"/>
                <a:ea typeface="汉仪大黑简" panose="02010600000101010101" pitchFamily="2" charset="-122"/>
              </a:defRPr>
            </a:lvl1pPr>
          </a:lstStyle>
          <a:p>
            <a:pPr lvl="0"/>
            <a:r>
              <a:rPr lang="zh-CN" altLang="en-US" dirty="0" err="1"/>
              <a:t>单击此处编辑母版文本样式</a:t>
            </a:r>
            <a:endParaRPr lang="zh-CN" altLang="en-US" dirty="0" err="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冬奥联通版范例一-空白">
    <p:spTree>
      <p:nvGrpSpPr>
        <p:cNvPr id="1" name=""/>
        <p:cNvGrpSpPr/>
        <p:nvPr/>
      </p:nvGrpSpPr>
      <p:grpSpPr>
        <a:xfrm>
          <a:off x="0" y="0"/>
          <a:ext cx="0" cy="0"/>
          <a:chOff x="0" y="0"/>
          <a:chExt cx="0" cy="0"/>
        </a:xfrm>
      </p:grpSpPr>
      <p:grpSp>
        <p:nvGrpSpPr>
          <p:cNvPr id="10" name="组合 9"/>
          <p:cNvGrpSpPr/>
          <p:nvPr userDrawn="1"/>
        </p:nvGrpSpPr>
        <p:grpSpPr>
          <a:xfrm>
            <a:off x="0" y="390998"/>
            <a:ext cx="12192634" cy="519102"/>
            <a:chOff x="0" y="2301"/>
            <a:chExt cx="19227" cy="737"/>
          </a:xfrm>
        </p:grpSpPr>
        <p:cxnSp>
          <p:nvCxnSpPr>
            <p:cNvPr id="9" name="直接连接符 8"/>
            <p:cNvCxnSpPr/>
            <p:nvPr/>
          </p:nvCxnSpPr>
          <p:spPr>
            <a:xfrm>
              <a:off x="0" y="2960"/>
              <a:ext cx="19227" cy="28"/>
            </a:xfrm>
            <a:prstGeom prst="line">
              <a:avLst/>
            </a:prstGeom>
            <a:ln w="60325">
              <a:solidFill>
                <a:srgbClr val="E80000"/>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userDrawn="1"/>
          </p:nvPicPr>
          <p:blipFill>
            <a:blip r:embed="rId2"/>
            <a:stretch>
              <a:fillRect/>
            </a:stretch>
          </p:blipFill>
          <p:spPr>
            <a:xfrm>
              <a:off x="15411" y="2301"/>
              <a:ext cx="2695" cy="737"/>
            </a:xfrm>
            <a:prstGeom prst="rect">
              <a:avLst/>
            </a:prstGeom>
          </p:spPr>
        </p:pic>
      </p:grpSp>
      <p:sp>
        <p:nvSpPr>
          <p:cNvPr id="11" name="矩形 10"/>
          <p:cNvSpPr/>
          <p:nvPr userDrawn="1"/>
        </p:nvSpPr>
        <p:spPr>
          <a:xfrm>
            <a:off x="0" y="0"/>
            <a:ext cx="1157605" cy="855345"/>
          </a:xfrm>
          <a:prstGeom prst="rect">
            <a:avLst/>
          </a:prstGeom>
          <a:solidFill>
            <a:srgbClr val="E80000"/>
          </a:solidFill>
          <a:ln>
            <a:noFill/>
          </a:ln>
        </p:spPr>
        <p:txBody>
          <a:bodyPr wrap="square" anchor="ctr" anchorCtr="1">
            <a:noAutofit/>
          </a:bodyPr>
          <a:lstStyle/>
          <a:p>
            <a:pPr algn="l" fontAlgn="b"/>
            <a:endParaRPr lang="en-US" altLang="zh-CN" sz="1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灯片编号占位符 1"/>
          <p:cNvSpPr txBox="1"/>
          <p:nvPr userDrawn="1"/>
        </p:nvSpPr>
        <p:spPr bwMode="auto">
          <a:xfrm>
            <a:off x="11760183" y="6581001"/>
            <a:ext cx="4315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6000" tIns="45720" rIns="36000" bIns="45720" numCol="1" anchor="ctr" anchorCtr="0" compatLnSpc="1">
            <a:spAutoFit/>
          </a:bodyPr>
          <a:lstStyle>
            <a:defPPr>
              <a:defRPr lang="zh-CN"/>
            </a:defPPr>
            <a:lvl1pPr algn="r" rtl="0" fontAlgn="base">
              <a:spcBef>
                <a:spcPct val="0"/>
              </a:spcBef>
              <a:spcAft>
                <a:spcPct val="0"/>
              </a:spcAft>
              <a:buClrTx/>
              <a:buSzTx/>
              <a:buFontTx/>
              <a:buNone/>
              <a:defRPr sz="1100" b="1" kern="1200">
                <a:solidFill>
                  <a:schemeClr val="tx1"/>
                </a:solidFill>
                <a:effectLst/>
                <a:latin typeface="Arial" panose="020B0604020202020204" pitchFamily="34" charset="0"/>
                <a:ea typeface="宋体" panose="02010600030101010101" pitchFamily="2" charset="-122"/>
                <a:cs typeface="Arial" panose="020B0604020202020204" pitchFamily="34" charset="0"/>
              </a:defRPr>
            </a:lvl1pPr>
            <a:lvl2pPr marL="457200" algn="ctr" rtl="0" fontAlgn="base">
              <a:spcBef>
                <a:spcPct val="0"/>
              </a:spcBef>
              <a:spcAft>
                <a:spcPct val="30000"/>
              </a:spcAft>
              <a:buClr>
                <a:srgbClr val="CC0000"/>
              </a:buClr>
              <a:buSzPct val="90000"/>
              <a:buFont typeface="Wingdings" panose="05000000000000000000" pitchFamily="2" charset="2"/>
              <a:defRPr sz="1400" b="1" kern="1200">
                <a:solidFill>
                  <a:schemeClr val="tx1"/>
                </a:solidFill>
                <a:latin typeface="Times New Roman" panose="02020603050405020304" pitchFamily="18" charset="0"/>
                <a:ea typeface="楷体_GB2312" panose="02010609030101010101" pitchFamily="49" charset="-122"/>
                <a:cs typeface="+mn-cs"/>
              </a:defRPr>
            </a:lvl2pPr>
            <a:lvl3pPr marL="914400" algn="ctr" rtl="0" fontAlgn="base">
              <a:spcBef>
                <a:spcPct val="0"/>
              </a:spcBef>
              <a:spcAft>
                <a:spcPct val="30000"/>
              </a:spcAft>
              <a:buClr>
                <a:srgbClr val="CC0000"/>
              </a:buClr>
              <a:buSzPct val="90000"/>
              <a:buFont typeface="Wingdings" panose="05000000000000000000" pitchFamily="2" charset="2"/>
              <a:defRPr sz="1400" b="1" kern="1200">
                <a:solidFill>
                  <a:schemeClr val="tx1"/>
                </a:solidFill>
                <a:latin typeface="Times New Roman" panose="02020603050405020304" pitchFamily="18" charset="0"/>
                <a:ea typeface="楷体_GB2312" panose="02010609030101010101" pitchFamily="49" charset="-122"/>
                <a:cs typeface="+mn-cs"/>
              </a:defRPr>
            </a:lvl3pPr>
            <a:lvl4pPr marL="1371600" algn="ctr" rtl="0" fontAlgn="base">
              <a:spcBef>
                <a:spcPct val="0"/>
              </a:spcBef>
              <a:spcAft>
                <a:spcPct val="30000"/>
              </a:spcAft>
              <a:buClr>
                <a:srgbClr val="CC0000"/>
              </a:buClr>
              <a:buSzPct val="90000"/>
              <a:buFont typeface="Wingdings" panose="05000000000000000000" pitchFamily="2" charset="2"/>
              <a:defRPr sz="1400" b="1" kern="1200">
                <a:solidFill>
                  <a:schemeClr val="tx1"/>
                </a:solidFill>
                <a:latin typeface="Times New Roman" panose="02020603050405020304" pitchFamily="18" charset="0"/>
                <a:ea typeface="楷体_GB2312" panose="02010609030101010101" pitchFamily="49" charset="-122"/>
                <a:cs typeface="+mn-cs"/>
              </a:defRPr>
            </a:lvl4pPr>
            <a:lvl5pPr marL="1828800" algn="ctr" rtl="0" fontAlgn="base">
              <a:spcBef>
                <a:spcPct val="0"/>
              </a:spcBef>
              <a:spcAft>
                <a:spcPct val="30000"/>
              </a:spcAft>
              <a:buClr>
                <a:srgbClr val="CC0000"/>
              </a:buClr>
              <a:buSzPct val="90000"/>
              <a:buFont typeface="Wingdings" panose="05000000000000000000" pitchFamily="2" charset="2"/>
              <a:defRPr sz="1400" b="1" kern="1200">
                <a:solidFill>
                  <a:schemeClr val="tx1"/>
                </a:solidFill>
                <a:latin typeface="Times New Roman" panose="02020603050405020304" pitchFamily="18" charset="0"/>
                <a:ea typeface="楷体_GB2312" panose="02010609030101010101" pitchFamily="49" charset="-122"/>
                <a:cs typeface="+mn-cs"/>
              </a:defRPr>
            </a:lvl5pPr>
            <a:lvl6pPr marL="2286000" algn="l" defTabSz="914400" rtl="0" eaLnBrk="1" latinLnBrk="0" hangingPunct="1">
              <a:defRPr sz="1400" b="1" kern="1200">
                <a:solidFill>
                  <a:schemeClr val="tx1"/>
                </a:solidFill>
                <a:latin typeface="Times New Roman" panose="02020603050405020304" pitchFamily="18" charset="0"/>
                <a:ea typeface="楷体_GB2312" panose="02010609030101010101" pitchFamily="49" charset="-122"/>
                <a:cs typeface="+mn-cs"/>
              </a:defRPr>
            </a:lvl6pPr>
            <a:lvl7pPr marL="2743200" algn="l" defTabSz="914400" rtl="0" eaLnBrk="1" latinLnBrk="0" hangingPunct="1">
              <a:defRPr sz="1400" b="1" kern="1200">
                <a:solidFill>
                  <a:schemeClr val="tx1"/>
                </a:solidFill>
                <a:latin typeface="Times New Roman" panose="02020603050405020304" pitchFamily="18" charset="0"/>
                <a:ea typeface="楷体_GB2312" panose="02010609030101010101" pitchFamily="49" charset="-122"/>
                <a:cs typeface="+mn-cs"/>
              </a:defRPr>
            </a:lvl7pPr>
            <a:lvl8pPr marL="3200400" algn="l" defTabSz="914400" rtl="0" eaLnBrk="1" latinLnBrk="0" hangingPunct="1">
              <a:defRPr sz="1400" b="1" kern="1200">
                <a:solidFill>
                  <a:schemeClr val="tx1"/>
                </a:solidFill>
                <a:latin typeface="Times New Roman" panose="02020603050405020304" pitchFamily="18" charset="0"/>
                <a:ea typeface="楷体_GB2312" panose="02010609030101010101" pitchFamily="49" charset="-122"/>
                <a:cs typeface="+mn-cs"/>
              </a:defRPr>
            </a:lvl8pPr>
            <a:lvl9pPr marL="3657600" algn="l" defTabSz="914400" rtl="0" eaLnBrk="1" latinLnBrk="0" hangingPunct="1">
              <a:defRPr sz="1400" b="1" kern="1200">
                <a:solidFill>
                  <a:schemeClr val="tx1"/>
                </a:solidFill>
                <a:latin typeface="Times New Roman" panose="02020603050405020304" pitchFamily="18" charset="0"/>
                <a:ea typeface="楷体_GB2312" panose="02010609030101010101"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9C9040C6-963D-4B80-83DC-4E43C55D1E51}" type="slidenum">
              <a:rPr kumimoji="0" lang="zh-CN" altLang="en-US" sz="12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fld>
            <a:endParaRPr kumimoji="0" lang="zh-CN" altLang="en-US"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冬奥联通版范例一-空白">
    <p:spTree>
      <p:nvGrpSpPr>
        <p:cNvPr id="1" name=""/>
        <p:cNvGrpSpPr/>
        <p:nvPr/>
      </p:nvGrpSpPr>
      <p:grpSpPr>
        <a:xfrm>
          <a:off x="0" y="0"/>
          <a:ext cx="0" cy="0"/>
          <a:chOff x="0" y="0"/>
          <a:chExt cx="0" cy="0"/>
        </a:xfrm>
      </p:grpSpPr>
      <p:grpSp>
        <p:nvGrpSpPr>
          <p:cNvPr id="10" name="组合 9"/>
          <p:cNvGrpSpPr/>
          <p:nvPr userDrawn="1"/>
        </p:nvGrpSpPr>
        <p:grpSpPr>
          <a:xfrm>
            <a:off x="0" y="230408"/>
            <a:ext cx="12192634" cy="681101"/>
            <a:chOff x="0" y="2073"/>
            <a:chExt cx="19227" cy="967"/>
          </a:xfrm>
        </p:grpSpPr>
        <p:cxnSp>
          <p:nvCxnSpPr>
            <p:cNvPr id="9" name="直接连接符 8"/>
            <p:cNvCxnSpPr/>
            <p:nvPr/>
          </p:nvCxnSpPr>
          <p:spPr>
            <a:xfrm>
              <a:off x="0" y="2960"/>
              <a:ext cx="19227" cy="28"/>
            </a:xfrm>
            <a:prstGeom prst="line">
              <a:avLst/>
            </a:prstGeom>
            <a:ln w="60325">
              <a:solidFill>
                <a:srgbClr val="E80000"/>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userDrawn="1"/>
          </p:nvPicPr>
          <p:blipFill>
            <a:blip r:embed="rId2"/>
            <a:stretch>
              <a:fillRect/>
            </a:stretch>
          </p:blipFill>
          <p:spPr>
            <a:xfrm>
              <a:off x="15411" y="2073"/>
              <a:ext cx="3260" cy="967"/>
            </a:xfrm>
            <a:prstGeom prst="rect">
              <a:avLst/>
            </a:prstGeom>
          </p:spPr>
        </p:pic>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开始页">
    <p:bg>
      <p:bgPr>
        <a:solidFill>
          <a:srgbClr val="E6002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联通版-分隔页3">
    <p:spTree>
      <p:nvGrpSpPr>
        <p:cNvPr id="1" name=""/>
        <p:cNvGrpSpPr/>
        <p:nvPr/>
      </p:nvGrpSpPr>
      <p:grpSpPr>
        <a:xfrm>
          <a:off x="0" y="0"/>
          <a:ext cx="0" cy="0"/>
          <a:chOff x="0" y="0"/>
          <a:chExt cx="0" cy="0"/>
        </a:xfrm>
      </p:grpSpPr>
      <p:sp>
        <p:nvSpPr>
          <p:cNvPr id="5" name="Rectangle 4"/>
          <p:cNvSpPr/>
          <p:nvPr userDrawn="1"/>
        </p:nvSpPr>
        <p:spPr>
          <a:xfrm>
            <a:off x="635" y="0"/>
            <a:ext cx="12305030" cy="6882765"/>
          </a:xfrm>
          <a:prstGeom prst="rect">
            <a:avLst/>
          </a:prstGeom>
          <a:solidFill>
            <a:srgbClr val="F1EB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17"/>
          <p:cNvSpPr>
            <a:spLocks noGrp="1"/>
          </p:cNvSpPr>
          <p:nvPr>
            <p:ph type="body" sz="quarter" idx="10" hasCustomPrompt="1"/>
          </p:nvPr>
        </p:nvSpPr>
        <p:spPr>
          <a:xfrm>
            <a:off x="1168400" y="3333717"/>
            <a:ext cx="10515600" cy="277584"/>
          </a:xfrm>
        </p:spPr>
        <p:txBody>
          <a:bodyPr lIns="0" tIns="0" rIns="0" bIns="0">
            <a:normAutofit/>
          </a:bodyPr>
          <a:lstStyle>
            <a:lvl1pPr marL="0" indent="0" algn="r">
              <a:buNone/>
              <a:defRPr sz="2100" baseline="0">
                <a:solidFill>
                  <a:schemeClr val="tx1"/>
                </a:solidFill>
                <a:latin typeface="Helvetica" pitchFamily="2" charset="0"/>
                <a:ea typeface="汉仪大黑简" panose="02010600000101010101" pitchFamily="2" charset="-122"/>
              </a:defRPr>
            </a:lvl1pPr>
          </a:lstStyle>
          <a:p>
            <a:pPr lvl="0"/>
            <a:r>
              <a:rPr lang="zh-CN" altLang="en-US" dirty="0"/>
              <a:t>部分标题</a:t>
            </a:r>
            <a:endParaRPr lang="en-US" dirty="0"/>
          </a:p>
        </p:txBody>
      </p:sp>
      <p:sp>
        <p:nvSpPr>
          <p:cNvPr id="12" name="Text Placeholder 6"/>
          <p:cNvSpPr>
            <a:spLocks noGrp="1"/>
          </p:cNvSpPr>
          <p:nvPr>
            <p:ph type="body" sz="quarter" idx="12" hasCustomPrompt="1"/>
          </p:nvPr>
        </p:nvSpPr>
        <p:spPr>
          <a:xfrm>
            <a:off x="1168400" y="1812930"/>
            <a:ext cx="10515600" cy="1325563"/>
          </a:xfrm>
        </p:spPr>
        <p:txBody>
          <a:bodyPr lIns="0" tIns="0" rIns="0" bIns="0" anchor="b" anchorCtr="0">
            <a:normAutofit/>
          </a:bodyPr>
          <a:lstStyle>
            <a:lvl1pPr marL="0" indent="0" algn="r">
              <a:buNone/>
              <a:defRPr sz="3200" baseline="0">
                <a:latin typeface="Helvetica" pitchFamily="2" charset="0"/>
                <a:ea typeface="汉仪大黑简" panose="02010600000101010101" pitchFamily="2" charset="-122"/>
              </a:defRPr>
            </a:lvl1pPr>
          </a:lstStyle>
          <a:p>
            <a:pPr lvl="0"/>
            <a:r>
              <a:rPr lang="zh-CN" altLang="en-US" dirty="0"/>
              <a:t>第一部分</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联通版范例一-内容与标题">
    <p:spTree>
      <p:nvGrpSpPr>
        <p:cNvPr id="1" name=""/>
        <p:cNvGrpSpPr/>
        <p:nvPr/>
      </p:nvGrpSpPr>
      <p:grpSpPr>
        <a:xfrm>
          <a:off x="0" y="0"/>
          <a:ext cx="0" cy="0"/>
          <a:chOff x="0" y="0"/>
          <a:chExt cx="0" cy="0"/>
        </a:xfrm>
      </p:grpSpPr>
      <p:pic>
        <p:nvPicPr>
          <p:cNvPr id="10" name="图片 9" descr="7"/>
          <p:cNvPicPr>
            <a:picLocks noChangeAspect="1"/>
          </p:cNvPicPr>
          <p:nvPr userDrawn="1"/>
        </p:nvPicPr>
        <p:blipFill>
          <a:blip r:embed="rId2" cstate="print"/>
          <a:stretch>
            <a:fillRect/>
          </a:stretch>
        </p:blipFill>
        <p:spPr>
          <a:xfrm>
            <a:off x="0" y="0"/>
            <a:ext cx="12191365" cy="875030"/>
          </a:xfrm>
          <a:prstGeom prst="rect">
            <a:avLst/>
          </a:prstGeom>
        </p:spPr>
      </p:pic>
      <p:sp>
        <p:nvSpPr>
          <p:cNvPr id="2" name="矩形 1"/>
          <p:cNvSpPr/>
          <p:nvPr userDrawn="1"/>
        </p:nvSpPr>
        <p:spPr>
          <a:xfrm>
            <a:off x="-635" y="0"/>
            <a:ext cx="1960880" cy="875030"/>
          </a:xfrm>
          <a:prstGeom prst="rect">
            <a:avLst/>
          </a:prstGeom>
          <a:solidFill>
            <a:srgbClr val="D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7"/>
          <p:cNvPicPr>
            <a:picLocks noChangeAspect="1"/>
          </p:cNvPicPr>
          <p:nvPr userDrawn="1"/>
        </p:nvPicPr>
        <p:blipFill>
          <a:blip r:embed="rId2" cstate="print"/>
          <a:srcRect r="28326"/>
          <a:stretch>
            <a:fillRect/>
          </a:stretch>
        </p:blipFill>
        <p:spPr>
          <a:xfrm>
            <a:off x="5549265" y="0"/>
            <a:ext cx="5989955" cy="875030"/>
          </a:xfrm>
          <a:prstGeom prst="rect">
            <a:avLst/>
          </a:prstGeom>
        </p:spPr>
      </p:pic>
      <p:pic>
        <p:nvPicPr>
          <p:cNvPr id="3" name="图片 2"/>
          <p:cNvPicPr>
            <a:picLocks noChangeAspect="1"/>
          </p:cNvPicPr>
          <p:nvPr userDrawn="1"/>
        </p:nvPicPr>
        <p:blipFill>
          <a:blip r:embed="rId3"/>
          <a:stretch>
            <a:fillRect/>
          </a:stretch>
        </p:blipFill>
        <p:spPr>
          <a:xfrm>
            <a:off x="10426065" y="-635"/>
            <a:ext cx="1639570" cy="89027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冬奥联通版范例一-目录">
    <p:spTree>
      <p:nvGrpSpPr>
        <p:cNvPr id="1" name=""/>
        <p:cNvGrpSpPr/>
        <p:nvPr/>
      </p:nvGrpSpPr>
      <p:grpSpPr>
        <a:xfrm>
          <a:off x="0" y="0"/>
          <a:ext cx="0" cy="0"/>
          <a:chOff x="0" y="0"/>
          <a:chExt cx="0" cy="0"/>
        </a:xfrm>
      </p:grpSpPr>
      <p:grpSp>
        <p:nvGrpSpPr>
          <p:cNvPr id="19" name="组合 6"/>
          <p:cNvGrpSpPr/>
          <p:nvPr userDrawn="1"/>
        </p:nvGrpSpPr>
        <p:grpSpPr bwMode="auto">
          <a:xfrm>
            <a:off x="6350" y="123825"/>
            <a:ext cx="12185650" cy="876300"/>
            <a:chOff x="9" y="196"/>
            <a:chExt cx="19190" cy="1378"/>
          </a:xfrm>
        </p:grpSpPr>
        <p:pic>
          <p:nvPicPr>
            <p:cNvPr id="20" name="图片 7" descr="7"/>
            <p:cNvPicPr>
              <a:picLocks noChangeAspect="1"/>
            </p:cNvPicPr>
            <p:nvPr userDrawn="1"/>
          </p:nvPicPr>
          <p:blipFill>
            <a:blip r:embed="rId2" cstate="print"/>
            <a:srcRect/>
            <a:stretch>
              <a:fillRect/>
            </a:stretch>
          </p:blipFill>
          <p:spPr bwMode="auto">
            <a:xfrm>
              <a:off x="9" y="196"/>
              <a:ext cx="14381" cy="1378"/>
            </a:xfrm>
            <a:prstGeom prst="rect">
              <a:avLst/>
            </a:prstGeom>
            <a:noFill/>
            <a:ln w="9525">
              <a:noFill/>
              <a:miter lim="800000"/>
              <a:headEnd/>
              <a:tailEnd/>
            </a:ln>
          </p:spPr>
        </p:pic>
        <p:pic>
          <p:nvPicPr>
            <p:cNvPr id="21" name="图片 8" descr="7"/>
            <p:cNvPicPr>
              <a:picLocks noChangeAspect="1"/>
            </p:cNvPicPr>
            <p:nvPr userDrawn="1"/>
          </p:nvPicPr>
          <p:blipFill>
            <a:blip r:embed="rId2" cstate="print"/>
            <a:srcRect/>
            <a:stretch>
              <a:fillRect/>
            </a:stretch>
          </p:blipFill>
          <p:spPr bwMode="auto">
            <a:xfrm>
              <a:off x="4819" y="196"/>
              <a:ext cx="14381" cy="1378"/>
            </a:xfrm>
            <a:prstGeom prst="rect">
              <a:avLst/>
            </a:prstGeom>
            <a:noFill/>
            <a:ln w="9525">
              <a:noFill/>
              <a:miter lim="800000"/>
              <a:headEnd/>
              <a:tailEnd/>
            </a:ln>
          </p:spPr>
        </p:pic>
      </p:grpSp>
      <p:sp>
        <p:nvSpPr>
          <p:cNvPr id="10" name="Text Placeholder 17"/>
          <p:cNvSpPr>
            <a:spLocks noGrp="1"/>
          </p:cNvSpPr>
          <p:nvPr>
            <p:ph type="body" sz="quarter" idx="10"/>
          </p:nvPr>
        </p:nvSpPr>
        <p:spPr>
          <a:xfrm>
            <a:off x="624421" y="2057400"/>
            <a:ext cx="1649231" cy="277584"/>
          </a:xfrm>
        </p:spPr>
        <p:txBody>
          <a:bodyPr lIns="0" tIns="0" rIns="0" bIns="0">
            <a:normAutofit/>
          </a:bodyPr>
          <a:lstStyle>
            <a:lvl1pPr marL="0" indent="0" algn="l">
              <a:buNone/>
              <a:defRPr sz="2100" baseline="0">
                <a:solidFill>
                  <a:schemeClr val="tx1"/>
                </a:solidFill>
                <a:latin typeface="Helvetica" pitchFamily="2" charset="0"/>
                <a:ea typeface="HYDaHeiJ" panose="02010600000101010101" pitchFamily="2" charset="-122"/>
              </a:defRPr>
            </a:lvl1pPr>
          </a:lstStyle>
          <a:p>
            <a:pPr lvl="0"/>
            <a:r>
              <a:rPr lang="zh-CN" altLang="en-US"/>
              <a:t>单击此处编辑母版文本样式</a:t>
            </a:r>
            <a:endParaRPr lang="zh-CN" altLang="en-US"/>
          </a:p>
        </p:txBody>
      </p:sp>
      <p:sp>
        <p:nvSpPr>
          <p:cNvPr id="11" name="Text Placeholder 6"/>
          <p:cNvSpPr>
            <a:spLocks noGrp="1"/>
          </p:cNvSpPr>
          <p:nvPr>
            <p:ph type="body" sz="quarter" idx="12"/>
          </p:nvPr>
        </p:nvSpPr>
        <p:spPr>
          <a:xfrm>
            <a:off x="624417" y="431760"/>
            <a:ext cx="3168248" cy="432564"/>
          </a:xfrm>
        </p:spPr>
        <p:txBody>
          <a:bodyPr lIns="0" tIns="0" rIns="0" bIns="0" anchor="b">
            <a:normAutofit/>
          </a:bodyPr>
          <a:lstStyle>
            <a:lvl1pPr marL="0" indent="0" algn="l">
              <a:buNone/>
              <a:defRPr sz="2400" baseline="0">
                <a:latin typeface="Helvetica" pitchFamily="2" charset="0"/>
                <a:ea typeface="HYDaHeiJ" panose="02010600000101010101" pitchFamily="2" charset="-122"/>
              </a:defRPr>
            </a:lvl1pPr>
          </a:lstStyle>
          <a:p>
            <a:pPr lvl="0"/>
            <a:r>
              <a:rPr lang="zh-CN" altLang="en-US"/>
              <a:t>单击此处编辑母版文本样式</a:t>
            </a:r>
            <a:endParaRPr lang="zh-CN" altLang="en-US"/>
          </a:p>
        </p:txBody>
      </p:sp>
      <p:sp>
        <p:nvSpPr>
          <p:cNvPr id="12" name="Text Placeholder 17"/>
          <p:cNvSpPr>
            <a:spLocks noGrp="1"/>
          </p:cNvSpPr>
          <p:nvPr>
            <p:ph type="body" sz="quarter" idx="13"/>
          </p:nvPr>
        </p:nvSpPr>
        <p:spPr>
          <a:xfrm>
            <a:off x="624421" y="2585950"/>
            <a:ext cx="1649231" cy="277584"/>
          </a:xfrm>
        </p:spPr>
        <p:txBody>
          <a:bodyPr lIns="0" tIns="0" rIns="0" bIns="0">
            <a:normAutofit/>
          </a:bodyPr>
          <a:lstStyle>
            <a:lvl1pPr marL="0" indent="0" algn="l">
              <a:buNone/>
              <a:defRPr sz="2100" baseline="0">
                <a:solidFill>
                  <a:schemeClr val="tx1"/>
                </a:solidFill>
                <a:latin typeface="Helvetica" pitchFamily="2" charset="0"/>
                <a:ea typeface="HYDaHeiJ" panose="02010600000101010101" pitchFamily="2" charset="-122"/>
              </a:defRPr>
            </a:lvl1pPr>
          </a:lstStyle>
          <a:p>
            <a:pPr lvl="0"/>
            <a:r>
              <a:rPr lang="zh-CN" altLang="en-US"/>
              <a:t>单击此处编辑母版文本样式</a:t>
            </a:r>
            <a:endParaRPr lang="zh-CN" altLang="en-US"/>
          </a:p>
        </p:txBody>
      </p:sp>
      <p:sp>
        <p:nvSpPr>
          <p:cNvPr id="13" name="Text Placeholder 17"/>
          <p:cNvSpPr>
            <a:spLocks noGrp="1"/>
          </p:cNvSpPr>
          <p:nvPr>
            <p:ph type="body" sz="quarter" idx="14"/>
          </p:nvPr>
        </p:nvSpPr>
        <p:spPr>
          <a:xfrm>
            <a:off x="624421" y="3114500"/>
            <a:ext cx="1649231" cy="277584"/>
          </a:xfrm>
        </p:spPr>
        <p:txBody>
          <a:bodyPr lIns="0" tIns="0" rIns="0" bIns="0">
            <a:normAutofit/>
          </a:bodyPr>
          <a:lstStyle>
            <a:lvl1pPr marL="0" indent="0" algn="l">
              <a:buNone/>
              <a:defRPr sz="2100" baseline="0">
                <a:solidFill>
                  <a:schemeClr val="tx1"/>
                </a:solidFill>
                <a:latin typeface="Helvetica" pitchFamily="2" charset="0"/>
                <a:ea typeface="HYDaHeiJ" panose="02010600000101010101" pitchFamily="2" charset="-122"/>
              </a:defRPr>
            </a:lvl1pPr>
          </a:lstStyle>
          <a:p>
            <a:pPr lvl="0"/>
            <a:r>
              <a:rPr lang="zh-CN" altLang="en-US"/>
              <a:t>单击此处编辑母版文本样式</a:t>
            </a:r>
            <a:endParaRPr lang="zh-CN" altLang="en-US"/>
          </a:p>
        </p:txBody>
      </p:sp>
      <p:sp>
        <p:nvSpPr>
          <p:cNvPr id="14" name="Text Placeholder 17"/>
          <p:cNvSpPr>
            <a:spLocks noGrp="1"/>
          </p:cNvSpPr>
          <p:nvPr>
            <p:ph type="body" sz="quarter" idx="15"/>
          </p:nvPr>
        </p:nvSpPr>
        <p:spPr>
          <a:xfrm>
            <a:off x="624421" y="3604950"/>
            <a:ext cx="1649231" cy="277584"/>
          </a:xfrm>
        </p:spPr>
        <p:txBody>
          <a:bodyPr lIns="0" tIns="0" rIns="0" bIns="0">
            <a:normAutofit/>
          </a:bodyPr>
          <a:lstStyle>
            <a:lvl1pPr marL="0" indent="0" algn="l">
              <a:buNone/>
              <a:defRPr sz="2100" baseline="0">
                <a:solidFill>
                  <a:schemeClr val="tx1"/>
                </a:solidFill>
                <a:latin typeface="Helvetica" pitchFamily="2" charset="0"/>
                <a:ea typeface="HYDaHeiJ" panose="02010600000101010101" pitchFamily="2" charset="-122"/>
              </a:defRPr>
            </a:lvl1pPr>
          </a:lstStyle>
          <a:p>
            <a:pPr lvl="0"/>
            <a:r>
              <a:rPr lang="zh-CN" altLang="en-US"/>
              <a:t>单击此处编辑母版文本样式</a:t>
            </a:r>
            <a:endParaRPr lang="zh-CN" altLang="en-US"/>
          </a:p>
        </p:txBody>
      </p:sp>
      <p:sp>
        <p:nvSpPr>
          <p:cNvPr id="15" name="Text Placeholder 17"/>
          <p:cNvSpPr>
            <a:spLocks noGrp="1"/>
          </p:cNvSpPr>
          <p:nvPr>
            <p:ph type="body" sz="quarter" idx="16"/>
          </p:nvPr>
        </p:nvSpPr>
        <p:spPr>
          <a:xfrm>
            <a:off x="2561516" y="2057400"/>
            <a:ext cx="3572213" cy="277584"/>
          </a:xfr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100" baseline="0">
                <a:solidFill>
                  <a:schemeClr val="tx1"/>
                </a:solidFill>
                <a:latin typeface="Helvetica" pitchFamily="2" charset="0"/>
                <a:ea typeface="HYDaHeiJ" panose="02010600000101010101" pitchFamily="2" charset="-122"/>
              </a:defRPr>
            </a:lvl1pPr>
          </a:lstStyle>
          <a:p>
            <a:pPr lvl="0"/>
            <a:r>
              <a:rPr lang="zh-CN" altLang="en-US"/>
              <a:t>单击此处编辑母版文本样式</a:t>
            </a:r>
            <a:endParaRPr lang="zh-CN" altLang="en-US"/>
          </a:p>
          <a:p>
            <a:pPr lvl="1"/>
            <a:r>
              <a:rPr lang="zh-CN" altLang="en-US"/>
              <a:t>第二级</a:t>
            </a:r>
            <a:endParaRPr lang="zh-CN" altLang="en-US"/>
          </a:p>
        </p:txBody>
      </p:sp>
      <p:sp>
        <p:nvSpPr>
          <p:cNvPr id="16" name="Text Placeholder 17"/>
          <p:cNvSpPr>
            <a:spLocks noGrp="1"/>
          </p:cNvSpPr>
          <p:nvPr>
            <p:ph type="body" sz="quarter" idx="17"/>
          </p:nvPr>
        </p:nvSpPr>
        <p:spPr>
          <a:xfrm>
            <a:off x="2561516" y="2585950"/>
            <a:ext cx="3572213" cy="277584"/>
          </a:xfr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100" baseline="0">
                <a:solidFill>
                  <a:schemeClr val="tx1"/>
                </a:solidFill>
                <a:latin typeface="Helvetica" pitchFamily="2" charset="0"/>
                <a:ea typeface="HYDaHeiJ" panose="02010600000101010101" pitchFamily="2" charset="-122"/>
              </a:defRPr>
            </a:lvl1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p:txBody>
      </p:sp>
      <p:sp>
        <p:nvSpPr>
          <p:cNvPr id="17" name="Text Placeholder 17"/>
          <p:cNvSpPr>
            <a:spLocks noGrp="1"/>
          </p:cNvSpPr>
          <p:nvPr>
            <p:ph type="body" sz="quarter" idx="18"/>
          </p:nvPr>
        </p:nvSpPr>
        <p:spPr>
          <a:xfrm>
            <a:off x="2561512" y="3114500"/>
            <a:ext cx="3572213" cy="277584"/>
          </a:xfr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100" baseline="0">
                <a:solidFill>
                  <a:schemeClr val="tx1"/>
                </a:solidFill>
                <a:latin typeface="Helvetica" pitchFamily="2" charset="0"/>
                <a:ea typeface="HYDaHeiJ" panose="02010600000101010101" pitchFamily="2" charset="-122"/>
              </a:defRPr>
            </a:lvl1pPr>
          </a:lstStyle>
          <a:p>
            <a:pPr lvl="0"/>
            <a:r>
              <a:rPr lang="zh-CN" altLang="en-US"/>
              <a:t>单击此处编辑母版文本样式</a:t>
            </a:r>
            <a:endParaRPr lang="zh-CN" altLang="en-US"/>
          </a:p>
          <a:p>
            <a:pPr lvl="1"/>
            <a:r>
              <a:rPr lang="zh-CN" altLang="en-US"/>
              <a:t>第二级</a:t>
            </a:r>
            <a:endParaRPr lang="zh-CN" altLang="en-US"/>
          </a:p>
        </p:txBody>
      </p:sp>
      <p:sp>
        <p:nvSpPr>
          <p:cNvPr id="18" name="Text Placeholder 17"/>
          <p:cNvSpPr>
            <a:spLocks noGrp="1"/>
          </p:cNvSpPr>
          <p:nvPr>
            <p:ph type="body" sz="quarter" idx="19"/>
          </p:nvPr>
        </p:nvSpPr>
        <p:spPr>
          <a:xfrm>
            <a:off x="2561512" y="3604950"/>
            <a:ext cx="3572213" cy="277584"/>
          </a:xfr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100" baseline="0">
                <a:solidFill>
                  <a:schemeClr val="tx1"/>
                </a:solidFill>
                <a:latin typeface="Helvetica" pitchFamily="2" charset="0"/>
                <a:ea typeface="HYDaHeiJ" panose="02010600000101010101" pitchFamily="2" charset="-122"/>
              </a:defRPr>
            </a:lvl1pPr>
          </a:lstStyle>
          <a:p>
            <a:pPr lvl="0"/>
            <a:r>
              <a:rPr lang="zh-CN" altLang="en-US"/>
              <a:t>单击此处编辑母版文本样式</a:t>
            </a:r>
            <a:endParaRPr lang="zh-CN" altLang="en-US"/>
          </a:p>
          <a:p>
            <a:pPr lvl="1"/>
            <a:r>
              <a:rPr lang="zh-CN" altLang="en-US"/>
              <a:t>第二级</a:t>
            </a: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冬奥联通版范例一-内文">
    <p:spTree>
      <p:nvGrpSpPr>
        <p:cNvPr id="1" name=""/>
        <p:cNvGrpSpPr/>
        <p:nvPr/>
      </p:nvGrpSpPr>
      <p:grpSpPr>
        <a:xfrm>
          <a:off x="0" y="0"/>
          <a:ext cx="0" cy="0"/>
          <a:chOff x="0" y="0"/>
          <a:chExt cx="0" cy="0"/>
        </a:xfrm>
      </p:grpSpPr>
      <p:grpSp>
        <p:nvGrpSpPr>
          <p:cNvPr id="2" name="组合 6"/>
          <p:cNvGrpSpPr/>
          <p:nvPr userDrawn="1"/>
        </p:nvGrpSpPr>
        <p:grpSpPr bwMode="auto">
          <a:xfrm>
            <a:off x="6350" y="123825"/>
            <a:ext cx="12185650" cy="876300"/>
            <a:chOff x="9" y="196"/>
            <a:chExt cx="19190" cy="1378"/>
          </a:xfrm>
        </p:grpSpPr>
        <p:pic>
          <p:nvPicPr>
            <p:cNvPr id="3" name="图片 7" descr="7"/>
            <p:cNvPicPr>
              <a:picLocks noChangeAspect="1"/>
            </p:cNvPicPr>
            <p:nvPr userDrawn="1"/>
          </p:nvPicPr>
          <p:blipFill>
            <a:blip r:embed="rId2" cstate="email"/>
            <a:srcRect/>
            <a:stretch>
              <a:fillRect/>
            </a:stretch>
          </p:blipFill>
          <p:spPr bwMode="auto">
            <a:xfrm>
              <a:off x="9" y="196"/>
              <a:ext cx="14381" cy="1378"/>
            </a:xfrm>
            <a:prstGeom prst="rect">
              <a:avLst/>
            </a:prstGeom>
            <a:noFill/>
            <a:ln w="9525">
              <a:noFill/>
              <a:miter lim="800000"/>
              <a:headEnd/>
              <a:tailEnd/>
            </a:ln>
          </p:spPr>
        </p:pic>
        <p:pic>
          <p:nvPicPr>
            <p:cNvPr id="4" name="图片 8" descr="7"/>
            <p:cNvPicPr>
              <a:picLocks noChangeAspect="1"/>
            </p:cNvPicPr>
            <p:nvPr userDrawn="1"/>
          </p:nvPicPr>
          <p:blipFill>
            <a:blip r:embed="rId2" cstate="email"/>
            <a:srcRect/>
            <a:stretch>
              <a:fillRect/>
            </a:stretch>
          </p:blipFill>
          <p:spPr bwMode="auto">
            <a:xfrm>
              <a:off x="4819" y="196"/>
              <a:ext cx="14381" cy="1378"/>
            </a:xfrm>
            <a:prstGeom prst="rect">
              <a:avLst/>
            </a:prstGeom>
            <a:noFill/>
            <a:ln w="9525">
              <a:noFill/>
              <a:miter lim="800000"/>
              <a:headEnd/>
              <a:tailEnd/>
            </a:ln>
          </p:spPr>
        </p:pic>
      </p:grpSp>
      <p:sp>
        <p:nvSpPr>
          <p:cNvPr id="5" name="灯片编号占位符 2"/>
          <p:cNvSpPr txBox="1"/>
          <p:nvPr userDrawn="1"/>
        </p:nvSpPr>
        <p:spPr>
          <a:xfrm>
            <a:off x="11568113" y="6453188"/>
            <a:ext cx="460375" cy="365125"/>
          </a:xfrm>
          <a:prstGeom prst="rect">
            <a:avLst/>
          </a:prstGeom>
        </p:spPr>
        <p:txBody>
          <a:bodyPr lIns="91423" tIns="45714" rIns="91423" bIns="45714" anchor="ctr"/>
          <a:lstStyle/>
          <a:p>
            <a:pPr algn="ctr" eaLnBrk="1" hangingPunct="1"/>
            <a:fld id="{B2C8CAFF-DAB8-4B5F-A162-D42FDBCA511F}" type="slidenum">
              <a:rPr kumimoji="1" lang="zh-CN" altLang="en-US" sz="1100">
                <a:solidFill>
                  <a:srgbClr val="000000"/>
                </a:solidFill>
                <a:latin typeface="Arial" panose="020B0604020202020204" pitchFamily="34" charset="0"/>
                <a:ea typeface="宋体" panose="02010600030101010101" pitchFamily="2" charset="-122"/>
                <a:cs typeface="Arial" panose="020B0604020202020204" pitchFamily="34" charset="0"/>
              </a:rPr>
            </a:fld>
            <a:endParaRPr kumimoji="1" lang="en-US" altLang="zh-CN" sz="1100">
              <a:solidFill>
                <a:srgbClr val="000000"/>
              </a:solidFill>
              <a:latin typeface="Arial" panose="020B0604020202020204" pitchFamily="34" charset="0"/>
              <a:ea typeface="宋体" panose="02010600030101010101" pitchFamily="2" charset="-122"/>
              <a:cs typeface="Arial" panose="020B0604020202020204" pitchFamily="34" charset="0"/>
            </a:endParaRPr>
          </a:p>
        </p:txBody>
      </p:sp>
      <p:sp>
        <p:nvSpPr>
          <p:cNvPr id="6" name="任意多边形: 形状 13"/>
          <p:cNvSpPr/>
          <p:nvPr userDrawn="1"/>
        </p:nvSpPr>
        <p:spPr>
          <a:xfrm>
            <a:off x="0" y="0"/>
            <a:ext cx="1250950" cy="1000125"/>
          </a:xfrm>
          <a:custGeom>
            <a:avLst/>
            <a:gdLst>
              <a:gd name="connsiteX0" fmla="*/ 0 w 890016"/>
              <a:gd name="connsiteY0" fmla="*/ 0 h 630947"/>
              <a:gd name="connsiteX1" fmla="*/ 622341 w 890016"/>
              <a:gd name="connsiteY1" fmla="*/ 0 h 630947"/>
              <a:gd name="connsiteX2" fmla="*/ 890016 w 890016"/>
              <a:gd name="connsiteY2" fmla="*/ 630947 h 630947"/>
              <a:gd name="connsiteX3" fmla="*/ 168896 w 890016"/>
              <a:gd name="connsiteY3" fmla="*/ 630947 h 630947"/>
              <a:gd name="connsiteX4" fmla="*/ 0 w 890016"/>
              <a:gd name="connsiteY4" fmla="*/ 630947 h 6309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16" h="630947">
                <a:moveTo>
                  <a:pt x="0" y="0"/>
                </a:moveTo>
                <a:lnTo>
                  <a:pt x="622341" y="0"/>
                </a:lnTo>
                <a:lnTo>
                  <a:pt x="890016" y="630947"/>
                </a:lnTo>
                <a:lnTo>
                  <a:pt x="168896" y="630947"/>
                </a:lnTo>
                <a:lnTo>
                  <a:pt x="0" y="630947"/>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8" tIns="45714" rIns="91428" bIns="45714" anchor="ctr"/>
          <a:lstStyle/>
          <a:p>
            <a:pPr algn="ctr" eaLnBrk="1" fontAlgn="auto" hangingPunct="1">
              <a:spcBef>
                <a:spcPts val="0"/>
              </a:spcBef>
              <a:spcAft>
                <a:spcPts val="0"/>
              </a:spcAft>
              <a:defRPr/>
            </a:pPr>
            <a:endParaRPr lang="zh-CN" altLang="en-US">
              <a:latin typeface="Arial" panose="020B0604020202020204" pitchFamily="34" charset="0"/>
              <a:ea typeface="黑体" panose="02010609060101010101" charset="-122"/>
              <a:sym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7" name="图片 6" descr="联通PPT模板 1_画板 1 副本 6"/>
          <p:cNvPicPr>
            <a:picLocks noChangeAspect="1"/>
          </p:cNvPicPr>
          <p:nvPr userDrawn="1"/>
        </p:nvPicPr>
        <p:blipFill>
          <a:blip r:embed="rId2"/>
          <a:stretch>
            <a:fillRect/>
          </a:stretch>
        </p:blipFill>
        <p:spPr>
          <a:xfrm>
            <a:off x="-6985" y="0"/>
            <a:ext cx="12198985" cy="6859231"/>
          </a:xfrm>
          <a:prstGeom prst="rect">
            <a:avLst/>
          </a:prstGeom>
        </p:spPr>
      </p:pic>
      <p:sp>
        <p:nvSpPr>
          <p:cNvPr id="8" name="文本占位符 13"/>
          <p:cNvSpPr>
            <a:spLocks noGrp="1"/>
          </p:cNvSpPr>
          <p:nvPr>
            <p:ph type="body" sz="quarter" idx="13" hasCustomPrompt="1"/>
          </p:nvPr>
        </p:nvSpPr>
        <p:spPr>
          <a:xfrm>
            <a:off x="3321050" y="2284413"/>
            <a:ext cx="5549900" cy="827088"/>
          </a:xfrm>
          <a:prstGeom prst="rect">
            <a:avLst/>
          </a:prstGeom>
        </p:spPr>
        <p:txBody>
          <a:bodyPr anchor="ctr">
            <a:normAutofit/>
          </a:bodyPr>
          <a:lstStyle>
            <a:lvl1pPr marL="0" indent="0" algn="dist">
              <a:buNone/>
              <a:defRPr sz="32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联通工作汇报标题文字</a:t>
            </a:r>
            <a:endParaRPr lang="zh-CN" altLang="en-US" dirty="0"/>
          </a:p>
        </p:txBody>
      </p:sp>
      <p:sp>
        <p:nvSpPr>
          <p:cNvPr id="9" name="文本占位符 15"/>
          <p:cNvSpPr>
            <a:spLocks noGrp="1"/>
          </p:cNvSpPr>
          <p:nvPr>
            <p:ph type="body" sz="quarter" idx="14" hasCustomPrompt="1"/>
          </p:nvPr>
        </p:nvSpPr>
        <p:spPr>
          <a:xfrm>
            <a:off x="3321050" y="3203576"/>
            <a:ext cx="5549900" cy="588963"/>
          </a:xfrm>
          <a:prstGeom prst="rect">
            <a:avLst/>
          </a:prstGeom>
        </p:spPr>
        <p:txBody>
          <a:bodyPr anchor="ctr">
            <a:normAutofit/>
          </a:bodyPr>
          <a:lstStyle>
            <a:lvl1pPr marL="0" indent="0" algn="ctr">
              <a:buNone/>
              <a:defRPr sz="20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部门名称</a:t>
            </a:r>
            <a:endParaRPr lang="zh-CN" altLang="en-US" dirty="0"/>
          </a:p>
        </p:txBody>
      </p:sp>
      <p:sp>
        <p:nvSpPr>
          <p:cNvPr id="10" name="文本占位符 17"/>
          <p:cNvSpPr>
            <a:spLocks noGrp="1"/>
          </p:cNvSpPr>
          <p:nvPr>
            <p:ph type="body" sz="quarter" idx="15" hasCustomPrompt="1"/>
          </p:nvPr>
        </p:nvSpPr>
        <p:spPr>
          <a:xfrm>
            <a:off x="3321050" y="4203700"/>
            <a:ext cx="5549900" cy="365125"/>
          </a:xfrm>
          <a:prstGeom prst="rect">
            <a:avLst/>
          </a:prstGeom>
        </p:spPr>
        <p:txBody>
          <a:bodyPr>
            <a:noAutofit/>
          </a:bodyPr>
          <a:lstStyle>
            <a:lvl1pPr marL="0" indent="0" algn="ctr">
              <a:buNone/>
              <a:defRPr sz="1400" b="1">
                <a:solidFill>
                  <a:schemeClr val="bg1"/>
                </a:solidFill>
                <a:latin typeface="微软雅黑" panose="020B0503020204020204" pitchFamily="34" charset="-122"/>
                <a:ea typeface="微软雅黑" panose="020B0503020204020204" pitchFamily="34" charset="-122"/>
              </a:defRPr>
            </a:lvl1pPr>
          </a:lstStyle>
          <a:p>
            <a:pPr lvl="0"/>
            <a:r>
              <a:rPr lang="en-US" altLang="zh-CN" dirty="0"/>
              <a:t>2022.5.6</a:t>
            </a:r>
            <a:endParaRPr lang="zh-CN" altLang="en-US" dirty="0"/>
          </a:p>
        </p:txBody>
      </p:sp>
      <p:pic>
        <p:nvPicPr>
          <p:cNvPr id="2" name="图片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1256" y="278267"/>
            <a:ext cx="2819794" cy="1076475"/>
          </a:xfrm>
          <a:prstGeom prst="rect">
            <a:avLst/>
          </a:prstGeom>
        </p:spPr>
      </p:pic>
      <p:pic>
        <p:nvPicPr>
          <p:cNvPr id="14" name="图片 13" descr="2022新logo"/>
          <p:cNvPicPr>
            <a:picLocks noChangeAspect="1"/>
          </p:cNvPicPr>
          <p:nvPr userDrawn="1">
            <p:custDataLst>
              <p:tags r:id="rId4"/>
            </p:custDataLst>
          </p:nvPr>
        </p:nvPicPr>
        <p:blipFill rotWithShape="1">
          <a:blip r:embed="rId5" cstate="screen"/>
          <a:srcRect/>
          <a:stretch>
            <a:fillRect/>
          </a:stretch>
        </p:blipFill>
        <p:spPr>
          <a:xfrm>
            <a:off x="9186726" y="132991"/>
            <a:ext cx="2401366" cy="1199595"/>
          </a:xfrm>
          <a:prstGeom prst="rect">
            <a:avLst/>
          </a:prstGeom>
          <a:solidFill>
            <a:srgbClr val="FFFFFF"/>
          </a:solidFill>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结束页">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2000" cy="6855462"/>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5" name="标题 4"/>
          <p:cNvSpPr>
            <a:spLocks noGrp="1"/>
          </p:cNvSpPr>
          <p:nvPr>
            <p:ph type="title"/>
          </p:nvPr>
        </p:nvSpPr>
        <p:spPr>
          <a:xfrm>
            <a:off x="767927" y="1591818"/>
            <a:ext cx="7459980" cy="390144"/>
          </a:xfrm>
        </p:spPr>
        <p:txBody>
          <a:bodyPr vert="horz" rtlCol="0">
            <a:normAutofit/>
          </a:bodyPr>
          <a:lstStyle>
            <a:lvl1pPr marL="0" marR="0" algn="l" defTabSz="822960" rtl="0" eaLnBrk="1" fontAlgn="auto" latinLnBrk="0" hangingPunct="1">
              <a:lnSpc>
                <a:spcPct val="90000"/>
              </a:lnSpc>
              <a:buClrTx/>
              <a:buSzTx/>
              <a:buFontTx/>
              <a:buNone/>
              <a:defRPr kumimoji="0" lang="zh-CN" altLang="en-US" sz="1680" b="1" i="0" u="none" strike="noStrike" kern="1200" cap="none" spc="0" normalizeH="0" baseline="0" noProof="1" smtClean="0">
                <a:solidFill>
                  <a:schemeClr val="tx1"/>
                </a:solidFill>
                <a:latin typeface="+mj-lt"/>
                <a:ea typeface="+mj-ea"/>
                <a:cs typeface="+mj-cs"/>
              </a:defRPr>
            </a:lvl1pPr>
          </a:lstStyle>
          <a:p>
            <a:pPr lvl="0"/>
            <a:r>
              <a:rPr dirty="0">
                <a:sym typeface="+mn-ea"/>
              </a:rPr>
              <a:t>单击此处编辑母版标题样式</a:t>
            </a:r>
            <a:endParaRPr dirty="0">
              <a:sym typeface="+mn-ea"/>
            </a:endParaRPr>
          </a:p>
        </p:txBody>
      </p:sp>
      <p:grpSp>
        <p:nvGrpSpPr>
          <p:cNvPr id="7" name="组合 6"/>
          <p:cNvGrpSpPr/>
          <p:nvPr userDrawn="1"/>
        </p:nvGrpSpPr>
        <p:grpSpPr>
          <a:xfrm>
            <a:off x="169046" y="181510"/>
            <a:ext cx="3026652" cy="684810"/>
            <a:chOff x="264872" y="205272"/>
            <a:chExt cx="3026652" cy="684810"/>
          </a:xfrm>
        </p:grpSpPr>
        <p:grpSp>
          <p:nvGrpSpPr>
            <p:cNvPr id="10" name="组合 9"/>
            <p:cNvGrpSpPr/>
            <p:nvPr userDrawn="1"/>
          </p:nvGrpSpPr>
          <p:grpSpPr>
            <a:xfrm>
              <a:off x="264872" y="205272"/>
              <a:ext cx="618188" cy="684810"/>
              <a:chOff x="854419" y="2169592"/>
              <a:chExt cx="1823073" cy="2019545"/>
            </a:xfrm>
          </p:grpSpPr>
          <p:sp>
            <p:nvSpPr>
              <p:cNvPr id="11" name="矩形 10"/>
              <p:cNvSpPr/>
              <p:nvPr userDrawn="1"/>
            </p:nvSpPr>
            <p:spPr>
              <a:xfrm>
                <a:off x="1016198" y="2169592"/>
                <a:ext cx="1536200" cy="201954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85000"/>
                      <a:lumOff val="15000"/>
                    </a:schemeClr>
                  </a:solidFill>
                  <a:latin typeface="+mj-ea"/>
                  <a:ea typeface="+mj-ea"/>
                </a:endParaRPr>
              </a:p>
            </p:txBody>
          </p:sp>
          <p:sp>
            <p:nvSpPr>
              <p:cNvPr id="12" name="矩形 11"/>
              <p:cNvSpPr/>
              <p:nvPr userDrawn="1"/>
            </p:nvSpPr>
            <p:spPr>
              <a:xfrm>
                <a:off x="854419" y="2372660"/>
                <a:ext cx="1823073" cy="1599007"/>
              </a:xfrm>
              <a:prstGeom prst="rect">
                <a:avLst/>
              </a:prstGeom>
              <a:noFill/>
              <a:ln w="28575">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mj-ea"/>
                  <a:ea typeface="+mj-ea"/>
                </a:endParaRPr>
              </a:p>
            </p:txBody>
          </p:sp>
        </p:grpSp>
        <p:sp>
          <p:nvSpPr>
            <p:cNvPr id="13" name="矩形 12"/>
            <p:cNvSpPr/>
            <p:nvPr userDrawn="1"/>
          </p:nvSpPr>
          <p:spPr>
            <a:xfrm>
              <a:off x="918251" y="288022"/>
              <a:ext cx="2373273" cy="523392"/>
            </a:xfrm>
            <a:prstGeom prst="rect">
              <a:avLst/>
            </a:prstGeom>
          </p:spPr>
          <p:txBody>
            <a:bodyPr vert="horz" lIns="91440" tIns="45720" rIns="91440" bIns="45720" rtlCol="0" anchor="b">
              <a:noAutofit/>
            </a:bodyPr>
            <a:lstStyle/>
            <a:p>
              <a:pPr>
                <a:lnSpc>
                  <a:spcPts val="6000"/>
                </a:lnSpc>
                <a:spcBef>
                  <a:spcPct val="0"/>
                </a:spcBef>
              </a:pPr>
              <a:r>
                <a:rPr lang="zh-CN" altLang="en-US" sz="3200" b="1" spc="300" dirty="0">
                  <a:solidFill>
                    <a:schemeClr val="tx1">
                      <a:lumMod val="85000"/>
                      <a:lumOff val="15000"/>
                    </a:schemeClr>
                  </a:solidFill>
                  <a:latin typeface="微软雅黑" panose="020B0503020204020204" pitchFamily="34" charset="-122"/>
                  <a:ea typeface="微软雅黑" panose="020B0503020204020204" pitchFamily="34" charset="-122"/>
                  <a:cs typeface="+mj-cs"/>
                </a:rPr>
                <a:t>手机</a:t>
              </a:r>
              <a:endParaRPr lang="zh-CN" altLang="en-US" sz="3200" b="1" spc="300" dirty="0">
                <a:solidFill>
                  <a:schemeClr val="tx1">
                    <a:lumMod val="85000"/>
                    <a:lumOff val="15000"/>
                  </a:schemeClr>
                </a:solidFill>
                <a:latin typeface="微软雅黑" panose="020B0503020204020204" pitchFamily="34" charset="-122"/>
                <a:ea typeface="微软雅黑" panose="020B0503020204020204" pitchFamily="34" charset="-122"/>
                <a:cs typeface="+mj-cs"/>
              </a:endParaRPr>
            </a:p>
          </p:txBody>
        </p:sp>
        <p:cxnSp>
          <p:nvCxnSpPr>
            <p:cNvPr id="6" name="直接连接符 5"/>
            <p:cNvCxnSpPr/>
            <p:nvPr userDrawn="1"/>
          </p:nvCxnSpPr>
          <p:spPr>
            <a:xfrm>
              <a:off x="2057591" y="274131"/>
              <a:ext cx="0" cy="5233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3" Type="http://schemas.openxmlformats.org/officeDocument/2006/relationships/theme" Target="../theme/theme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latin typeface="等线" panose="02010600030101010101" pitchFamily="2" charset="-122"/>
                <a:ea typeface="等线" panose="02010600030101010101" pitchFamily="2" charset="-122"/>
              </a:defRPr>
            </a:lvl1pPr>
          </a:lstStyle>
          <a:p>
            <a:pPr>
              <a:defRPr/>
            </a:pPr>
            <a:fld id="{EEEDB396-17E6-4C0F-A528-FA69C75CDB47}"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hd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13.xml"/><Relationship Id="rId7" Type="http://schemas.openxmlformats.org/officeDocument/2006/relationships/image" Target="../media/image13.wmf"/><Relationship Id="rId6" Type="http://schemas.openxmlformats.org/officeDocument/2006/relationships/package" Target="../embeddings/Document2.docx"/><Relationship Id="rId5" Type="http://schemas.openxmlformats.org/officeDocument/2006/relationships/image" Target="../media/image12.wmf"/><Relationship Id="rId4" Type="http://schemas.openxmlformats.org/officeDocument/2006/relationships/package" Target="../embeddings/Workbook1.xlsx"/><Relationship Id="rId3" Type="http://schemas.openxmlformats.org/officeDocument/2006/relationships/image" Target="../media/image11.wmf"/><Relationship Id="rId2" Type="http://schemas.openxmlformats.org/officeDocument/2006/relationships/package" Target="../embeddings/Document1.docx"/><Relationship Id="rId10" Type="http://schemas.openxmlformats.org/officeDocument/2006/relationships/notesSlide" Target="../notesSlides/notesSlide4.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5"/>
          </p:nvPr>
        </p:nvSpPr>
        <p:spPr>
          <a:xfrm>
            <a:off x="8890" y="5328920"/>
            <a:ext cx="12181840" cy="688340"/>
          </a:xfrm>
        </p:spPr>
        <p:txBody>
          <a:bodyPr/>
          <a:lstStyle/>
          <a:p>
            <a:r>
              <a:rPr lang="zh-CN" altLang="en-US" sz="1800" b="0" dirty="0">
                <a:solidFill>
                  <a:schemeClr val="tx1"/>
                </a:solidFill>
              </a:rPr>
              <a:t>党建工作部</a:t>
            </a:r>
            <a:endParaRPr lang="zh-CN" altLang="en-US" sz="1800" b="0" dirty="0">
              <a:solidFill>
                <a:schemeClr val="tx1"/>
              </a:solidFill>
            </a:endParaRPr>
          </a:p>
          <a:p>
            <a:r>
              <a:rPr lang="en-US" altLang="zh-CN" sz="1800" b="0" dirty="0">
                <a:solidFill>
                  <a:schemeClr val="tx1"/>
                </a:solidFill>
              </a:rPr>
              <a:t>2026年7</a:t>
            </a:r>
            <a:r>
              <a:rPr lang="zh-CN" altLang="en-US" sz="1800" b="0" dirty="0">
                <a:solidFill>
                  <a:schemeClr val="tx1"/>
                </a:solidFill>
              </a:rPr>
              <a:t>月</a:t>
            </a:r>
            <a:r>
              <a:rPr lang="en-US" altLang="zh-CN" sz="1800" b="0" dirty="0">
                <a:solidFill>
                  <a:schemeClr val="tx1"/>
                </a:solidFill>
              </a:rPr>
              <a:t>20</a:t>
            </a:r>
            <a:r>
              <a:rPr lang="zh-CN" altLang="en-US" sz="1800" b="0" dirty="0">
                <a:solidFill>
                  <a:schemeClr val="tx1"/>
                </a:solidFill>
              </a:rPr>
              <a:t>日</a:t>
            </a:r>
            <a:endParaRPr lang="zh-CN" altLang="en-US" sz="1800" b="0" dirty="0">
              <a:solidFill>
                <a:schemeClr val="tx1"/>
              </a:solidFill>
            </a:endParaRPr>
          </a:p>
        </p:txBody>
      </p:sp>
      <p:sp>
        <p:nvSpPr>
          <p:cNvPr id="6" name="文本框 5"/>
          <p:cNvSpPr txBox="1"/>
          <p:nvPr/>
        </p:nvSpPr>
        <p:spPr>
          <a:xfrm>
            <a:off x="1297305" y="2925445"/>
            <a:ext cx="9507855" cy="983615"/>
          </a:xfrm>
          <a:prstGeom prst="rect">
            <a:avLst/>
          </a:prstGeom>
          <a:noFill/>
          <a:ln>
            <a:noFill/>
            <a:prstDash val="dash"/>
          </a:ln>
        </p:spPr>
        <p:txBody>
          <a:bodyPr wrap="square" rtlCol="0">
            <a:noAutofit/>
          </a:bodyPr>
          <a:p>
            <a:pPr lvl="0" algn="ctr">
              <a:buClr>
                <a:srgbClr val="C00000"/>
              </a:buClr>
              <a:buSzTx/>
              <a:buFontTx/>
            </a:pPr>
            <a:r>
              <a:rPr lang="zh-CN" altLang="en-US" sz="3200" b="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rPr>
              <a:t>关于开展全国国有企业党的建设工作会议精神贯彻落实情况</a:t>
            </a:r>
            <a:r>
              <a:rPr lang="en-US" altLang="zh-CN" sz="3200" b="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3200" b="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rPr>
              <a:t>回头看</a:t>
            </a:r>
            <a:r>
              <a:rPr lang="en-US" altLang="zh-CN" sz="3200" b="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3200" b="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rPr>
              <a:t>工作的汇报</a:t>
            </a:r>
            <a:endParaRPr lang="zh-CN" altLang="en-US" sz="3200" b="1" dirty="0">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1"/>
          <p:cNvSpPr txBox="1"/>
          <p:nvPr/>
        </p:nvSpPr>
        <p:spPr bwMode="auto">
          <a:xfrm>
            <a:off x="11841463" y="6581706"/>
            <a:ext cx="43154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6000" tIns="45720" rIns="36000" bIns="45720" numCol="1" anchor="ctr" anchorCtr="0" compatLnSpc="1">
            <a:spAutoFit/>
          </a:bodyPr>
          <a:lstStyle>
            <a:defPPr>
              <a:defRPr lang="zh-CN"/>
            </a:defPPr>
            <a:lvl1pPr algn="r" rtl="0" fontAlgn="base">
              <a:spcBef>
                <a:spcPct val="0"/>
              </a:spcBef>
              <a:spcAft>
                <a:spcPct val="0"/>
              </a:spcAft>
              <a:buClrTx/>
              <a:buSzTx/>
              <a:buFontTx/>
              <a:buNone/>
              <a:defRPr sz="1100" b="1" kern="1200">
                <a:solidFill>
                  <a:schemeClr val="tx1"/>
                </a:solidFill>
                <a:effectLst/>
                <a:latin typeface="Arial" panose="020B0604020202020204" pitchFamily="34" charset="0"/>
                <a:ea typeface="宋体" panose="02010600030101010101" pitchFamily="2" charset="-122"/>
                <a:cs typeface="Arial" panose="020B0604020202020204" pitchFamily="34" charset="0"/>
              </a:defRPr>
            </a:lvl1pPr>
            <a:lvl2pPr marL="457200" algn="ctr" rtl="0" fontAlgn="base">
              <a:spcBef>
                <a:spcPct val="0"/>
              </a:spcBef>
              <a:spcAft>
                <a:spcPct val="30000"/>
              </a:spcAft>
              <a:buClr>
                <a:srgbClr val="CC0000"/>
              </a:buClr>
              <a:buSzPct val="90000"/>
              <a:buFont typeface="Wingdings" panose="05000000000000000000" pitchFamily="2" charset="2"/>
              <a:defRPr sz="1400" b="1" kern="1200">
                <a:solidFill>
                  <a:schemeClr val="tx1"/>
                </a:solidFill>
                <a:latin typeface="Times New Roman" panose="02020603050405020304" pitchFamily="18" charset="0"/>
                <a:ea typeface="楷体_GB2312" panose="02010609030101010101" pitchFamily="49" charset="-122"/>
                <a:cs typeface="+mn-cs"/>
              </a:defRPr>
            </a:lvl2pPr>
            <a:lvl3pPr marL="914400" algn="ctr" rtl="0" fontAlgn="base">
              <a:spcBef>
                <a:spcPct val="0"/>
              </a:spcBef>
              <a:spcAft>
                <a:spcPct val="30000"/>
              </a:spcAft>
              <a:buClr>
                <a:srgbClr val="CC0000"/>
              </a:buClr>
              <a:buSzPct val="90000"/>
              <a:buFont typeface="Wingdings" panose="05000000000000000000" pitchFamily="2" charset="2"/>
              <a:defRPr sz="1400" b="1" kern="1200">
                <a:solidFill>
                  <a:schemeClr val="tx1"/>
                </a:solidFill>
                <a:latin typeface="Times New Roman" panose="02020603050405020304" pitchFamily="18" charset="0"/>
                <a:ea typeface="楷体_GB2312" panose="02010609030101010101" pitchFamily="49" charset="-122"/>
                <a:cs typeface="+mn-cs"/>
              </a:defRPr>
            </a:lvl3pPr>
            <a:lvl4pPr marL="1371600" algn="ctr" rtl="0" fontAlgn="base">
              <a:spcBef>
                <a:spcPct val="0"/>
              </a:spcBef>
              <a:spcAft>
                <a:spcPct val="30000"/>
              </a:spcAft>
              <a:buClr>
                <a:srgbClr val="CC0000"/>
              </a:buClr>
              <a:buSzPct val="90000"/>
              <a:buFont typeface="Wingdings" panose="05000000000000000000" pitchFamily="2" charset="2"/>
              <a:defRPr sz="1400" b="1" kern="1200">
                <a:solidFill>
                  <a:schemeClr val="tx1"/>
                </a:solidFill>
                <a:latin typeface="Times New Roman" panose="02020603050405020304" pitchFamily="18" charset="0"/>
                <a:ea typeface="楷体_GB2312" panose="02010609030101010101" pitchFamily="49" charset="-122"/>
                <a:cs typeface="+mn-cs"/>
              </a:defRPr>
            </a:lvl4pPr>
            <a:lvl5pPr marL="1828800" algn="ctr" rtl="0" fontAlgn="base">
              <a:spcBef>
                <a:spcPct val="0"/>
              </a:spcBef>
              <a:spcAft>
                <a:spcPct val="30000"/>
              </a:spcAft>
              <a:buClr>
                <a:srgbClr val="CC0000"/>
              </a:buClr>
              <a:buSzPct val="90000"/>
              <a:buFont typeface="Wingdings" panose="05000000000000000000" pitchFamily="2" charset="2"/>
              <a:defRPr sz="1400" b="1" kern="1200">
                <a:solidFill>
                  <a:schemeClr val="tx1"/>
                </a:solidFill>
                <a:latin typeface="Times New Roman" panose="02020603050405020304" pitchFamily="18" charset="0"/>
                <a:ea typeface="楷体_GB2312" panose="02010609030101010101" pitchFamily="49" charset="-122"/>
                <a:cs typeface="+mn-cs"/>
              </a:defRPr>
            </a:lvl5pPr>
            <a:lvl6pPr marL="2286000" algn="l" defTabSz="914400" rtl="0" eaLnBrk="1" latinLnBrk="0" hangingPunct="1">
              <a:defRPr sz="1400" b="1" kern="1200">
                <a:solidFill>
                  <a:schemeClr val="tx1"/>
                </a:solidFill>
                <a:latin typeface="Times New Roman" panose="02020603050405020304" pitchFamily="18" charset="0"/>
                <a:ea typeface="楷体_GB2312" panose="02010609030101010101" pitchFamily="49" charset="-122"/>
                <a:cs typeface="+mn-cs"/>
              </a:defRPr>
            </a:lvl6pPr>
            <a:lvl7pPr marL="2743200" algn="l" defTabSz="914400" rtl="0" eaLnBrk="1" latinLnBrk="0" hangingPunct="1">
              <a:defRPr sz="1400" b="1" kern="1200">
                <a:solidFill>
                  <a:schemeClr val="tx1"/>
                </a:solidFill>
                <a:latin typeface="Times New Roman" panose="02020603050405020304" pitchFamily="18" charset="0"/>
                <a:ea typeface="楷体_GB2312" panose="02010609030101010101" pitchFamily="49" charset="-122"/>
                <a:cs typeface="+mn-cs"/>
              </a:defRPr>
            </a:lvl7pPr>
            <a:lvl8pPr marL="3200400" algn="l" defTabSz="914400" rtl="0" eaLnBrk="1" latinLnBrk="0" hangingPunct="1">
              <a:defRPr sz="1400" b="1" kern="1200">
                <a:solidFill>
                  <a:schemeClr val="tx1"/>
                </a:solidFill>
                <a:latin typeface="Times New Roman" panose="02020603050405020304" pitchFamily="18" charset="0"/>
                <a:ea typeface="楷体_GB2312" panose="02010609030101010101" pitchFamily="49" charset="-122"/>
                <a:cs typeface="+mn-cs"/>
              </a:defRPr>
            </a:lvl8pPr>
            <a:lvl9pPr marL="3657600" algn="l" defTabSz="914400" rtl="0" eaLnBrk="1" latinLnBrk="0" hangingPunct="1">
              <a:defRPr sz="1400" b="1" kern="1200">
                <a:solidFill>
                  <a:schemeClr val="tx1"/>
                </a:solidFill>
                <a:latin typeface="Times New Roman" panose="02020603050405020304" pitchFamily="18" charset="0"/>
                <a:ea typeface="楷体_GB2312" panose="02010609030101010101"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9C9040C6-963D-4B80-83DC-4E43C55D1E51}" type="slidenum">
              <a:rPr kumimoji="0" lang="zh-CN" altLang="en-US" sz="12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fld>
            <a:endParaRPr kumimoji="0" lang="zh-CN" altLang="en-US"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3" name="Freeform 57"/>
          <p:cNvSpPr/>
          <p:nvPr/>
        </p:nvSpPr>
        <p:spPr bwMode="auto">
          <a:xfrm>
            <a:off x="2222500" y="3638550"/>
            <a:ext cx="887730" cy="655320"/>
          </a:xfrm>
          <a:prstGeom prst="rect">
            <a:avLst/>
          </a:prstGeom>
          <a:solidFill>
            <a:schemeClr val="bg1">
              <a:lumMod val="85000"/>
            </a:schemeClr>
          </a:solidFill>
          <a:ln w="9525">
            <a:noFill/>
          </a:ln>
        </p:spPr>
        <p:txBody>
          <a:bodyPr lIns="91194" tIns="45585" rIns="91194" bIns="45585" anchor="ctr">
            <a:noAutofit/>
          </a:bodyPr>
          <a:lstStyle/>
          <a:p>
            <a:pPr lvl="0" algn="ctr">
              <a:buClr>
                <a:srgbClr val="C00000"/>
              </a:buClr>
              <a:buSzTx/>
              <a:buFontTx/>
            </a:pPr>
            <a:r>
              <a:rPr lang="zh-CN" altLang="en-US" sz="24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二</a:t>
            </a:r>
            <a:endParaRPr lang="zh-CN" altLang="en-US" sz="24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Freeform 56"/>
          <p:cNvSpPr/>
          <p:nvPr/>
        </p:nvSpPr>
        <p:spPr>
          <a:xfrm>
            <a:off x="3423285" y="3638550"/>
            <a:ext cx="7233920" cy="654050"/>
          </a:xfrm>
          <a:prstGeom prst="rect">
            <a:avLst/>
          </a:prstGeom>
          <a:solidFill>
            <a:schemeClr val="bg1">
              <a:lumMod val="85000"/>
            </a:schemeClr>
          </a:solidFill>
          <a:ln w="9525">
            <a:noFill/>
          </a:ln>
        </p:spPr>
        <p:txBody>
          <a:bodyPr lIns="91194" tIns="45585" rIns="91194" bIns="45585" anchor="ctr">
            <a:noAutofit/>
          </a:bodyPr>
          <a:lstStyle/>
          <a:p>
            <a:pPr lvl="0" algn="ctr">
              <a:buClr>
                <a:srgbClr val="C00000"/>
              </a:buClr>
              <a:buSzTx/>
              <a:buFontTx/>
            </a:pP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开展全国国有企业党的建设工作会议精神贯彻落实情况</a:t>
            </a:r>
            <a:r>
              <a:rPr lang="en-US" altLang="zh-CN" sz="1800" b="1">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回头看</a:t>
            </a:r>
            <a:r>
              <a:rPr lang="en-US" altLang="zh-CN" sz="1800" b="1">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 name="Freeform 57"/>
          <p:cNvSpPr/>
          <p:nvPr/>
        </p:nvSpPr>
        <p:spPr bwMode="auto">
          <a:xfrm>
            <a:off x="2218690" y="2679700"/>
            <a:ext cx="887730" cy="655320"/>
          </a:xfrm>
          <a:prstGeom prst="rect">
            <a:avLst/>
          </a:prstGeom>
          <a:solidFill>
            <a:srgbClr val="C00000"/>
          </a:solidFill>
          <a:ln w="9525">
            <a:noFill/>
          </a:ln>
        </p:spPr>
        <p:txBody>
          <a:bodyPr lIns="91194" tIns="45585" rIns="91194" bIns="45585" anchor="ctr">
            <a:noAutofit/>
          </a:bodyPr>
          <a:lstStyle/>
          <a:p>
            <a:pPr lvl="0" algn="ctr">
              <a:buClr>
                <a:srgbClr val="C00000"/>
              </a:buClr>
              <a:buSzTx/>
              <a:buFontTx/>
            </a:pPr>
            <a:r>
              <a:rPr lang="zh-CN" altLang="en-US" sz="2400" b="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rPr>
              <a:t>一</a:t>
            </a:r>
            <a:endParaRPr lang="zh-CN" altLang="en-US" sz="2400" b="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Freeform 56"/>
          <p:cNvSpPr/>
          <p:nvPr/>
        </p:nvSpPr>
        <p:spPr>
          <a:xfrm>
            <a:off x="3419475" y="2679700"/>
            <a:ext cx="7237095" cy="654050"/>
          </a:xfrm>
          <a:prstGeom prst="rect">
            <a:avLst/>
          </a:prstGeom>
          <a:solidFill>
            <a:srgbClr val="C00000"/>
          </a:solidFill>
          <a:ln w="9525">
            <a:noFill/>
          </a:ln>
        </p:spPr>
        <p:txBody>
          <a:bodyPr lIns="91194" tIns="45585" rIns="91194" bIns="45585" anchor="ctr">
            <a:noAutofit/>
          </a:bodyPr>
          <a:lstStyle/>
          <a:p>
            <a:pPr marL="0" indent="0" algn="ctr">
              <a:buNone/>
            </a:pPr>
            <a:r>
              <a:rPr lang="zh-CN" altLang="en-US" sz="1800" b="1">
                <a:solidFill>
                  <a:srgbClr val="FFFF00"/>
                </a:solidFill>
                <a:latin typeface="微软雅黑" panose="020B0503020204020204" pitchFamily="34" charset="-122"/>
                <a:ea typeface="微软雅黑" panose="020B0503020204020204" pitchFamily="34" charset="-122"/>
                <a:sym typeface="+mn-ea"/>
              </a:rPr>
              <a:t>全国国有企业党的建设工作会议精神</a:t>
            </a:r>
            <a:endParaRPr lang="zh-CN" altLang="en-US" sz="1800" b="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2" name="组合 1"/>
          <p:cNvGrpSpPr/>
          <p:nvPr/>
        </p:nvGrpSpPr>
        <p:grpSpPr>
          <a:xfrm>
            <a:off x="192904" y="122903"/>
            <a:ext cx="5322454" cy="1938020"/>
            <a:chOff x="2711530" y="2724426"/>
            <a:chExt cx="5323842" cy="1938581"/>
          </a:xfrm>
        </p:grpSpPr>
        <p:sp>
          <p:nvSpPr>
            <p:cNvPr id="9" name="矩形 8"/>
            <p:cNvSpPr/>
            <p:nvPr/>
          </p:nvSpPr>
          <p:spPr>
            <a:xfrm>
              <a:off x="2711530" y="2724426"/>
              <a:ext cx="5323842" cy="1938581"/>
            </a:xfrm>
            <a:prstGeom prst="rect">
              <a:avLst/>
            </a:prstGeom>
          </p:spPr>
          <p:txBody>
            <a:bodyPr wrap="square">
              <a:spAutoFit/>
            </a:bodyPr>
            <a:lstStyle>
              <a:lvl1pPr marL="0" marR="0" indent="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1pPr>
              <a:lvl2pPr marL="0" marR="0" indent="4572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2pPr>
              <a:lvl3pPr marL="0" marR="0" indent="9144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3pPr>
              <a:lvl4pPr marL="0" marR="0" indent="13716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4pPr>
              <a:lvl5pPr marL="0" marR="0" indent="18288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5pPr>
              <a:lvl6pPr marL="0" marR="0" indent="22860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6pPr>
              <a:lvl7pPr marL="0" marR="0" indent="27432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7pPr>
              <a:lvl8pPr marL="0" marR="0" indent="32004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8pPr>
              <a:lvl9pPr marL="0" marR="0" indent="36576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9pPr>
            </a:lstStyle>
            <a:p>
              <a:pPr algn="l" defTabSz="909320" eaLnBrk="1" fontAlgn="auto" hangingPunct="1">
                <a:lnSpc>
                  <a:spcPct val="150000"/>
                </a:lnSpc>
                <a:defRPr/>
              </a:pPr>
              <a:r>
                <a:rPr lang="en-US" altLang="zh-CN" sz="8000" b="1" dirty="0">
                  <a:solidFill>
                    <a:srgbClr val="303030"/>
                  </a:solidFill>
                  <a:latin typeface="微软雅黑" panose="020B0503020204020204" pitchFamily="34" charset="-122"/>
                </a:rPr>
                <a:t>  </a:t>
              </a:r>
              <a:r>
                <a:rPr lang="zh-CN" altLang="en-US" sz="8000" b="1" dirty="0">
                  <a:solidFill>
                    <a:srgbClr val="303030"/>
                  </a:solidFill>
                  <a:latin typeface="微软雅黑" panose="020B0503020204020204" pitchFamily="34" charset="-122"/>
                </a:rPr>
                <a:t>目</a:t>
              </a:r>
              <a:r>
                <a:rPr lang="zh-CN" altLang="en-US" sz="3600" b="1" dirty="0">
                  <a:solidFill>
                    <a:srgbClr val="303030"/>
                  </a:solidFill>
                  <a:latin typeface="微软雅黑" panose="020B0503020204020204" pitchFamily="34" charset="-122"/>
                </a:rPr>
                <a:t>录</a:t>
              </a:r>
              <a:endParaRPr lang="en-US" sz="3600" b="1" dirty="0">
                <a:solidFill>
                  <a:srgbClr val="303030"/>
                </a:solidFill>
                <a:latin typeface="微软雅黑" panose="020B0503020204020204" pitchFamily="34" charset="-122"/>
              </a:endParaRPr>
            </a:p>
          </p:txBody>
        </p:sp>
        <p:sp>
          <p:nvSpPr>
            <p:cNvPr id="10" name="矩形 9"/>
            <p:cNvSpPr/>
            <p:nvPr/>
          </p:nvSpPr>
          <p:spPr>
            <a:xfrm>
              <a:off x="4397977" y="3317059"/>
              <a:ext cx="1546628" cy="398895"/>
            </a:xfrm>
            <a:prstGeom prst="rect">
              <a:avLst/>
            </a:prstGeom>
          </p:spPr>
          <p:txBody>
            <a:bodyPr wrap="none">
              <a:spAutoFit/>
            </a:bodyPr>
            <a:lstStyle>
              <a:lvl1pPr marL="0" marR="0" indent="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1pPr>
              <a:lvl2pPr marL="0" marR="0" indent="4572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2pPr>
              <a:lvl3pPr marL="0" marR="0" indent="9144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3pPr>
              <a:lvl4pPr marL="0" marR="0" indent="13716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4pPr>
              <a:lvl5pPr marL="0" marR="0" indent="18288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5pPr>
              <a:lvl6pPr marL="0" marR="0" indent="22860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6pPr>
              <a:lvl7pPr marL="0" marR="0" indent="27432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7pPr>
              <a:lvl8pPr marL="0" marR="0" indent="32004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8pPr>
              <a:lvl9pPr marL="0" marR="0" indent="36576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9pPr>
            </a:lstStyle>
            <a:p>
              <a:pPr algn="ctr" defTabSz="909320" eaLnBrk="1" fontAlgn="auto" hangingPunct="1">
                <a:defRPr/>
              </a:pPr>
              <a:r>
                <a:rPr lang="en-US" sz="2000" dirty="0">
                  <a:solidFill>
                    <a:srgbClr val="303030"/>
                  </a:solidFill>
                  <a:latin typeface="微软雅黑" panose="020B0503020204020204" pitchFamily="34" charset="-122"/>
                </a:rPr>
                <a:t>CONTENTS</a:t>
              </a:r>
              <a:endParaRPr lang="en-US" sz="2000" dirty="0">
                <a:solidFill>
                  <a:srgbClr val="303030"/>
                </a:solidFill>
                <a:latin typeface="微软雅黑" panose="020B0503020204020204" pitchFamily="34" charset="-122"/>
              </a:endParaRPr>
            </a:p>
          </p:txBody>
        </p:sp>
      </p:grpSp>
      <p:pic>
        <p:nvPicPr>
          <p:cNvPr id="14" name="图片 13" descr="2022新logo"/>
          <p:cNvPicPr>
            <a:picLocks noChangeAspect="1"/>
          </p:cNvPicPr>
          <p:nvPr userDrawn="1">
            <p:custDataLst>
              <p:tags r:id="rId1"/>
            </p:custDataLst>
          </p:nvPr>
        </p:nvPicPr>
        <p:blipFill rotWithShape="1">
          <a:blip r:embed="rId2" cstate="screen"/>
          <a:srcRect/>
          <a:stretch>
            <a:fillRect/>
          </a:stretch>
        </p:blipFill>
        <p:spPr>
          <a:xfrm>
            <a:off x="9463405" y="476250"/>
            <a:ext cx="2191385" cy="1094740"/>
          </a:xfrm>
          <a:prstGeom prst="rect">
            <a:avLst/>
          </a:prstGeom>
          <a:solidFill>
            <a:srgbClr val="FFFFFF"/>
          </a:solid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211580" y="165735"/>
            <a:ext cx="8058785" cy="663575"/>
          </a:xfrm>
          <a:prstGeom prst="rect">
            <a:avLst/>
          </a:prstGeom>
          <a:noFill/>
          <a:ln>
            <a:noFill/>
            <a:prstDash val="dash"/>
          </a:ln>
        </p:spPr>
        <p:txBody>
          <a:bodyPr wrap="square" rtlCol="0">
            <a:noAutofit/>
          </a:bodyPr>
          <a:p>
            <a:pPr marL="0" indent="0">
              <a:lnSpc>
                <a:spcPct val="150000"/>
              </a:lnSpc>
              <a:spcBef>
                <a:spcPts val="300"/>
              </a:spcBef>
              <a:buClr>
                <a:srgbClr val="C00000"/>
              </a:buClr>
              <a:buSzTx/>
              <a:buFont typeface="Wingdings" panose="05000000000000000000" charset="0"/>
              <a:buNone/>
            </a:pPr>
            <a:r>
              <a:rPr lang="zh-CN" altLang="en-US" sz="20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工作背景</a:t>
            </a:r>
            <a:endParaRPr lang="zh-CN" altLang="en-US" sz="20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a:lnSpc>
                <a:spcPct val="150000"/>
              </a:lnSpc>
              <a:spcBef>
                <a:spcPts val="300"/>
              </a:spcBef>
              <a:buClr>
                <a:srgbClr val="C00000"/>
              </a:buClr>
              <a:buSzTx/>
              <a:buFont typeface="Wingdings" panose="05000000000000000000" charset="0"/>
              <a:buNone/>
            </a:pPr>
            <a:endPar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0" name="文本框 99"/>
          <p:cNvSpPr txBox="1"/>
          <p:nvPr/>
        </p:nvSpPr>
        <p:spPr>
          <a:xfrm>
            <a:off x="731520" y="1383030"/>
            <a:ext cx="10925810" cy="5230495"/>
          </a:xfrm>
          <a:prstGeom prst="rect">
            <a:avLst/>
          </a:prstGeom>
          <a:noFill/>
          <a:ln w="12700" cmpd="sng">
            <a:solidFill>
              <a:schemeClr val="bg1">
                <a:lumMod val="85000"/>
              </a:schemeClr>
            </a:solidFill>
            <a:prstDash val="solid"/>
          </a:ln>
        </p:spPr>
        <p:txBody>
          <a:bodyPr wrap="square">
            <a:noAutofit/>
          </a:bodyPr>
          <a:p>
            <a:pPr marL="0" indent="0" latinLnBrk="0">
              <a:lnSpc>
                <a:spcPct val="150000"/>
              </a:lnSpc>
              <a:buClr>
                <a:srgbClr val="E80000"/>
              </a:buClr>
              <a:buFont typeface="Wingdings" panose="05000000000000000000" charset="0"/>
              <a:buNone/>
            </a:pPr>
            <a:r>
              <a:rPr lang="en-US" altLang="zh-CN" sz="1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全国国有企业党的建设工作会议</a:t>
            </a:r>
            <a:r>
              <a:rPr lang="en-US" altLang="zh-CN"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2016</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月</a:t>
            </a:r>
            <a:r>
              <a:rPr lang="en-US" altLang="zh-CN"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日至</a:t>
            </a:r>
            <a:r>
              <a:rPr lang="en-US" altLang="zh-CN"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日在北京召开。中共中央总书记、国家主席、中央军委主席习近平出席会议并发表重要讲话。</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他强调，要通过加强和完善党对国有企业的领导、加强和改进国有企业党的建设，使国有企业成为党和国家最可信赖的依靠力量，成为坚决贯彻执行党中央决策部署的重要力量，成为贯彻新发展理念、全面深化改革的重要力量，成为实施</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走出去</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战略、</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一带一路</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建设等重大战略的重要力量，成为壮大综合国力、促进经济社会发展、保障和改善民生的重要力量，成为我们党赢得具有许多新的历史特点的伟大斗争胜利的重要力量。要坚持有利于国有资产保值增值、有利于提高国有经济竞争力、有利于放大国有资本功能的方针，推动国有企业深化改革、提高经营管理水平，加强国有资产监管，坚定不移把国有企业做强做优做大。</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marL="0" indent="0" latinLnBrk="0">
              <a:lnSpc>
                <a:spcPct val="150000"/>
              </a:lnSpc>
              <a:buClr>
                <a:srgbClr val="E80000"/>
              </a:buClr>
              <a:buFont typeface="Wingdings" panose="05000000000000000000" charset="0"/>
              <a:buNone/>
            </a:pPr>
            <a:r>
              <a:rPr lang="en-US" altLang="zh-CN" sz="140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习近平在讲话中强调，国有企业是中国特色社会主义的重要物质基础和政治基础，是我们党执政兴国的重要支柱和依靠力量。</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新中国成立以来特别是改革开放以来，国有企业发展取得巨大成就。我国国有企业为我国经济社会发展、科技进步、国防建设、民生改善作出了历史性贡献，功勋卓著，功不可没。</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marL="0" indent="0" latinLnBrk="0">
              <a:lnSpc>
                <a:spcPct val="150000"/>
              </a:lnSpc>
              <a:buClr>
                <a:srgbClr val="E80000"/>
              </a:buClr>
              <a:buFont typeface="Wingdings" panose="05000000000000000000" charset="0"/>
              <a:buNone/>
            </a:pPr>
            <a:r>
              <a:rPr lang="en-US" altLang="zh-CN" sz="1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习近平指出，坚持党的领导、加强党的建设，是我国国有企业的光荣传统，是国有企业的</a:t>
            </a:r>
            <a:r>
              <a:rPr lang="en-US" altLang="zh-CN"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根</a:t>
            </a:r>
            <a:r>
              <a:rPr lang="en-US" altLang="zh-CN"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魂</a:t>
            </a:r>
            <a:r>
              <a:rPr lang="en-US" altLang="zh-CN"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，是我国国有企业的独特优势。</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新形势下，国有企业坚持党的领导、加强党的建设，总的要求是：坚持党要管党、从严治党，紧紧围绕全面解决党的领导、党的建设弱化、淡化、虚化、边缘化问题，坚持党对国有企业的领导不动摇，发挥企业党组织的领导核心和政治核心作用，保证党和国家方针政策、重大部署在国有企业贯彻执行；坚持服务生产经营不偏离，把提高企业效益、增强企业竞争实力、实现国有资产保值增值作为国有企业党组织工作的出发点和落脚点，以企业改革发展成果检验党组织的工作和战斗力；坚持党组织对国有企业选人用人的领导和把关作用不能变，着力培养一支宏大的高素质企业领导人员队伍；坚持建强国有企业基层党组织不放松，确保企业发展到哪里、党的建设就跟进到哪里、党支部的战斗堡垒作用就体现在哪里，为做强做优做大国有企业提供坚强组织保证。</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741680" y="990600"/>
            <a:ext cx="5354320" cy="368300"/>
          </a:xfrm>
          <a:prstGeom prst="rect">
            <a:avLst/>
          </a:prstGeom>
          <a:gradFill>
            <a:gsLst>
              <a:gs pos="0">
                <a:srgbClr val="E30000"/>
              </a:gs>
              <a:gs pos="100000">
                <a:srgbClr val="760303"/>
              </a:gs>
            </a:gsLst>
            <a:lin ang="5400000" scaled="0"/>
          </a:gradFill>
          <a:ln w="9525">
            <a:noFill/>
          </a:ln>
        </p:spPr>
        <p:txBody>
          <a:bodyPr wrap="square">
            <a:spAutoFit/>
          </a:bodyPr>
          <a:p>
            <a:pPr marL="0" indent="0" algn="ctr">
              <a:buNone/>
            </a:pPr>
            <a:r>
              <a:rPr lang="zh-CN" altLang="en-US" sz="1800" b="0">
                <a:solidFill>
                  <a:schemeClr val="bg1"/>
                </a:solidFill>
                <a:latin typeface="微软雅黑" panose="020B0503020204020204" pitchFamily="34" charset="-122"/>
                <a:ea typeface="微软雅黑" panose="020B0503020204020204" pitchFamily="34" charset="-122"/>
              </a:rPr>
              <a:t>全国国有企业党的建设工作会议精神</a:t>
            </a:r>
            <a:endParaRPr lang="zh-CN" altLang="en-US" sz="1800" b="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211580" y="165735"/>
            <a:ext cx="8058785" cy="663575"/>
          </a:xfrm>
          <a:prstGeom prst="rect">
            <a:avLst/>
          </a:prstGeom>
          <a:noFill/>
          <a:ln>
            <a:noFill/>
            <a:prstDash val="dash"/>
          </a:ln>
        </p:spPr>
        <p:txBody>
          <a:bodyPr wrap="square" rtlCol="0">
            <a:noAutofit/>
          </a:bodyPr>
          <a:p>
            <a:pPr marL="0" indent="0">
              <a:lnSpc>
                <a:spcPct val="150000"/>
              </a:lnSpc>
              <a:spcBef>
                <a:spcPts val="300"/>
              </a:spcBef>
              <a:buClr>
                <a:srgbClr val="C00000"/>
              </a:buClr>
              <a:buSzTx/>
              <a:buFont typeface="Wingdings" panose="05000000000000000000" charset="0"/>
              <a:buNone/>
            </a:pPr>
            <a:r>
              <a:rPr lang="zh-CN" altLang="en-US" sz="2000" b="1">
                <a:latin typeface="微软雅黑" panose="020B0503020204020204" pitchFamily="34" charset="-122"/>
                <a:ea typeface="微软雅黑" panose="020B0503020204020204" pitchFamily="34" charset="-122"/>
                <a:cs typeface="微软雅黑" panose="020B0503020204020204" pitchFamily="34" charset="-122"/>
                <a:sym typeface="+mn-ea"/>
              </a:rPr>
              <a:t>工作背景</a:t>
            </a:r>
            <a:endParaRPr lang="zh-CN" altLang="en-US" sz="2000" b="1" dirty="0">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731520" y="1383030"/>
            <a:ext cx="10925810" cy="4726940"/>
          </a:xfrm>
          <a:prstGeom prst="rect">
            <a:avLst/>
          </a:prstGeom>
          <a:noFill/>
          <a:ln w="12700" cmpd="sng">
            <a:solidFill>
              <a:schemeClr val="bg1">
                <a:lumMod val="85000"/>
              </a:schemeClr>
            </a:solidFill>
            <a:prstDash val="solid"/>
          </a:ln>
        </p:spPr>
        <p:txBody>
          <a:bodyPr wrap="square">
            <a:noAutofit/>
          </a:bodyPr>
          <a:p>
            <a:pPr marL="0" indent="0" latinLnBrk="0">
              <a:lnSpc>
                <a:spcPct val="150000"/>
              </a:lnSpc>
              <a:buClr>
                <a:srgbClr val="E80000"/>
              </a:buClr>
              <a:buFont typeface="Wingdings" panose="05000000000000000000" charset="0"/>
              <a:buNone/>
            </a:pPr>
            <a:r>
              <a:rPr lang="en-US" altLang="zh-CN" sz="1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习近平强调，坚持党对国有企业的领导是重大政治原则，必须一以贯之；建立现代企业制度是国有企业改革的方向，也必须一以贯之。中国特色现代国有企业制度，</a:t>
            </a:r>
            <a:r>
              <a:rPr lang="en-US" altLang="zh-CN"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特</a:t>
            </a:r>
            <a:r>
              <a:rPr lang="en-US" altLang="zh-CN"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就特在把党的领导融入公司治理各环节，把企业党组织内嵌到公司治理结构之中，明确和落实党组织在公司法人治理结构中的法定地位，做到组织落实、干部到位、职责明确、监督严格。</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marL="0" indent="0" latinLnBrk="0">
              <a:lnSpc>
                <a:spcPct val="150000"/>
              </a:lnSpc>
              <a:buClr>
                <a:srgbClr val="E80000"/>
              </a:buClr>
              <a:buFont typeface="Wingdings" panose="05000000000000000000" charset="0"/>
              <a:buNone/>
            </a:pPr>
            <a:r>
              <a:rPr lang="en-US" altLang="zh-CN" sz="140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习近平指出，党对国有企业的领导是政治领导、思想领导、组织领导的有机统一。</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国有企业党组织发挥领导核心和政治核心作用，归结到一点，就是把方向、管大局、保落实。要明确党组织在决策、执行、监督各环节的权责和工作方式，使党组织发挥作用组织化、制度化、具体化。要处理好党组织和其他治理主体的关系，明确权责边界，做到无缝衔接，形成各司其职、各负其责、协调运转、有效制衡的公司治理机制。</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marL="0" indent="0" latinLnBrk="0">
              <a:lnSpc>
                <a:spcPct val="150000"/>
              </a:lnSpc>
              <a:buClr>
                <a:srgbClr val="E80000"/>
              </a:buClr>
              <a:buFont typeface="Wingdings" panose="05000000000000000000" charset="0"/>
              <a:buNone/>
            </a:pPr>
            <a:r>
              <a:rPr lang="en-US" altLang="zh-CN" sz="1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习近平强调，党和人民把国有资产交给企业领导人员经营管理，是莫大的信任。</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要加强对国有企业领导人员的党性教育、宗旨教育、警示教育，严明政治纪律和政治规矩，引导他们不断提高思想政治素质、增强党性修养，从思想深处拧紧螺丝。</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要突出监督重点，强化对关键岗位、重要人员特别是一把手的监督管理，完善</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三重一大</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决策监督机制，严格日常管理，整合监督力量，形成监督合力。</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marL="0" indent="0" latinLnBrk="0">
              <a:lnSpc>
                <a:spcPct val="150000"/>
              </a:lnSpc>
              <a:buClr>
                <a:srgbClr val="E80000"/>
              </a:buClr>
              <a:buFont typeface="Wingdings" panose="05000000000000000000" charset="0"/>
              <a:buNone/>
            </a:pPr>
            <a:r>
              <a:rPr lang="en-US" altLang="zh-CN" sz="1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习近平指出，坚持全心全意依靠工人阶级的方针，是坚持党对国有企业领导的内在要求</a:t>
            </a:r>
            <a:r>
              <a:rPr lang="zh-CN" alt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要健全以职工代表大会为基本形式的民主管理制度，推进厂务公开、业务公开，落实职工群众知情权、参与权、表达权、监督权，充分调动工人阶级的积极性、主动性、创造性。</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企业在重大决策上要听取职工意见，涉及职工切身利益的重大问题必须经过职代会审议。要坚持和完善职工董事制度、职工监事制度，鼓励职工代表有序参与公司治理。</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741680" y="990600"/>
            <a:ext cx="5354320" cy="368300"/>
          </a:xfrm>
          <a:prstGeom prst="rect">
            <a:avLst/>
          </a:prstGeom>
          <a:gradFill>
            <a:gsLst>
              <a:gs pos="0">
                <a:srgbClr val="E30000"/>
              </a:gs>
              <a:gs pos="100000">
                <a:srgbClr val="760303"/>
              </a:gs>
            </a:gsLst>
            <a:lin ang="5400000" scaled="0"/>
          </a:gradFill>
          <a:ln w="9525">
            <a:noFill/>
          </a:ln>
        </p:spPr>
        <p:txBody>
          <a:bodyPr wrap="square">
            <a:spAutoFit/>
          </a:bodyPr>
          <a:p>
            <a:pPr marL="0" indent="0" algn="ctr">
              <a:buNone/>
            </a:pPr>
            <a:r>
              <a:rPr lang="zh-CN" altLang="en-US" sz="1800" b="0">
                <a:solidFill>
                  <a:schemeClr val="bg1"/>
                </a:solidFill>
                <a:latin typeface="微软雅黑" panose="020B0503020204020204" pitchFamily="34" charset="-122"/>
                <a:ea typeface="微软雅黑" panose="020B0503020204020204" pitchFamily="34" charset="-122"/>
              </a:rPr>
              <a:t>全国国有企业党的建设工作会议精神</a:t>
            </a:r>
            <a:endParaRPr lang="zh-CN" altLang="en-US" sz="1800" b="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211580" y="165735"/>
            <a:ext cx="8058785" cy="663575"/>
          </a:xfrm>
          <a:prstGeom prst="rect">
            <a:avLst/>
          </a:prstGeom>
          <a:noFill/>
          <a:ln>
            <a:noFill/>
            <a:prstDash val="dash"/>
          </a:ln>
        </p:spPr>
        <p:txBody>
          <a:bodyPr wrap="square" rtlCol="0">
            <a:noAutofit/>
          </a:bodyPr>
          <a:p>
            <a:pPr marL="0" indent="0">
              <a:lnSpc>
                <a:spcPct val="150000"/>
              </a:lnSpc>
              <a:spcBef>
                <a:spcPts val="300"/>
              </a:spcBef>
              <a:buClr>
                <a:srgbClr val="C00000"/>
              </a:buClr>
              <a:buSzTx/>
              <a:buFont typeface="Wingdings" panose="05000000000000000000" charset="0"/>
              <a:buNone/>
            </a:pPr>
            <a:r>
              <a:rPr lang="zh-CN" altLang="en-US" sz="2000" b="1">
                <a:latin typeface="微软雅黑" panose="020B0503020204020204" pitchFamily="34" charset="-122"/>
                <a:ea typeface="微软雅黑" panose="020B0503020204020204" pitchFamily="34" charset="-122"/>
                <a:cs typeface="微软雅黑" panose="020B0503020204020204" pitchFamily="34" charset="-122"/>
                <a:sym typeface="+mn-ea"/>
              </a:rPr>
              <a:t>工作背景</a:t>
            </a:r>
            <a:endParaRPr lang="zh-CN" altLang="en-US" sz="2000" b="1" dirty="0">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731520" y="1383030"/>
            <a:ext cx="11128375" cy="5017135"/>
          </a:xfrm>
          <a:prstGeom prst="rect">
            <a:avLst/>
          </a:prstGeom>
          <a:noFill/>
          <a:ln w="12700" cmpd="sng">
            <a:solidFill>
              <a:schemeClr val="bg1">
                <a:lumMod val="85000"/>
              </a:schemeClr>
            </a:solidFill>
            <a:prstDash val="solid"/>
          </a:ln>
        </p:spPr>
        <p:txBody>
          <a:bodyPr wrap="square">
            <a:noAutofit/>
          </a:bodyPr>
          <a:p>
            <a:pPr marL="0" indent="0" latinLnBrk="0">
              <a:lnSpc>
                <a:spcPct val="150000"/>
              </a:lnSpc>
              <a:buClr>
                <a:srgbClr val="E80000"/>
              </a:buClr>
              <a:buFont typeface="Wingdings" panose="05000000000000000000" charset="0"/>
              <a:buNone/>
            </a:pPr>
            <a:r>
              <a:rPr lang="en-US" altLang="zh-CN" sz="1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习近平强调，国有企业领导人员是党在经济领域的执政骨干，是治国理政复合型人才的重要来源，肩负着经营管理国有资产、实现保值增值的重要责任。</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国有企业领导人员必须做到对党忠诚、勇于创新、治企有方、兴企有为、清正廉洁。国有企业领导人员要坚定信念、任事担当，牢记自己的第一职责是为党工作，牢固树立政治意识、大局意识、核心意识、看齐意识，</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把爱党、忧党、兴党、护党落实到经营管理各项工作中。面对日趋激烈的国内外市场竞争，国有企业领导人员要迎难而上、开拓进取，带领广大干部职工开创企业发展新局面。</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marL="0" indent="0" latinLnBrk="0">
              <a:lnSpc>
                <a:spcPct val="150000"/>
              </a:lnSpc>
              <a:buClr>
                <a:srgbClr val="E80000"/>
              </a:buClr>
              <a:buFont typeface="Wingdings" panose="05000000000000000000" charset="0"/>
              <a:buNone/>
            </a:pPr>
            <a:r>
              <a:rPr lang="en-US" altLang="zh-CN" sz="1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习近平指出，要坚持党管干部原则，保证党对干部人事工作的领导权和对重要干部的管理权，保证人选政治合格、作风过硬、廉洁不出问题。</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要让国有企业领导人员在工作一线摸爬滚打、锻炼成长，把在实践中成长起来的良将贤才及时选拔到国有企业领导岗位上来。对国有企业领导人员，既要从严管理，又要关心爱护，树立正向激励的鲜明导向，让他们放开手脚干事、甩开膀子创业。要大力宣传优秀国有企业领导人员的先进事迹和突出贡献，营造尊重企业家价值、鼓励企业家创新、发挥企业家作用的浓厚社会氛围。</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marL="0" indent="0" latinLnBrk="0">
              <a:lnSpc>
                <a:spcPct val="150000"/>
              </a:lnSpc>
              <a:buClr>
                <a:srgbClr val="E80000"/>
              </a:buClr>
              <a:buFont typeface="Wingdings" panose="05000000000000000000" charset="0"/>
              <a:buNone/>
            </a:pPr>
            <a:r>
              <a:rPr lang="en-US" altLang="zh-CN" sz="1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习近平强调，全面从严治党要在国有企业落实落地，必须从基本组织、基本队伍、基本制度严起。</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要同步建立党的组织、动态调整组织设置。要把党员日常教育管理的基础性工作抓紧抓好。企业党组织</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三会一课</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要突出党性锻炼。要让支部成为团结群众的核心、教育党员的学校、攻坚克难的堡垒。要把思想政治工作作为企业党组织一项经常性、基础性工作来抓，把解决思想问题同解决实际问题结合起来，既讲道理，又办实事，多做得人心、暖人心、稳人心的工作。</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marL="0" indent="0" latinLnBrk="0">
              <a:lnSpc>
                <a:spcPct val="150000"/>
              </a:lnSpc>
              <a:buClr>
                <a:srgbClr val="E80000"/>
              </a:buClr>
              <a:buFont typeface="Wingdings" panose="05000000000000000000" charset="0"/>
              <a:buNone/>
            </a:pPr>
            <a:r>
              <a:rPr lang="en-US" altLang="zh-CN" sz="1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习近平指出，各级党委要抓好国有企业党的建设，把党要管党、从严治党落到实处。</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地方各级党委要把国有企业党的建设纳入整体工作部署和党的建设总体规划。国有企业党委（党组）要履行主体责任。要加强国有企业党风廉政建设和反腐败工作，把纪律和规矩挺在前面，持之以恒落实中央八项规定精神，抓好巡视发现问题的整改，严肃查处侵吞国有资产、利益输送等问题。</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741680" y="990600"/>
            <a:ext cx="5354320" cy="368300"/>
          </a:xfrm>
          <a:prstGeom prst="rect">
            <a:avLst/>
          </a:prstGeom>
          <a:gradFill>
            <a:gsLst>
              <a:gs pos="0">
                <a:srgbClr val="E30000"/>
              </a:gs>
              <a:gs pos="100000">
                <a:srgbClr val="760303"/>
              </a:gs>
            </a:gsLst>
            <a:lin ang="5400000" scaled="0"/>
          </a:gradFill>
          <a:ln w="9525">
            <a:noFill/>
          </a:ln>
        </p:spPr>
        <p:txBody>
          <a:bodyPr wrap="square">
            <a:spAutoFit/>
          </a:bodyPr>
          <a:p>
            <a:pPr marL="0" indent="0" algn="ctr">
              <a:buNone/>
            </a:pPr>
            <a:r>
              <a:rPr lang="zh-CN" altLang="en-US" sz="1800" b="0">
                <a:solidFill>
                  <a:schemeClr val="bg1"/>
                </a:solidFill>
                <a:latin typeface="微软雅黑" panose="020B0503020204020204" pitchFamily="34" charset="-122"/>
                <a:ea typeface="微软雅黑" panose="020B0503020204020204" pitchFamily="34" charset="-122"/>
              </a:rPr>
              <a:t>全国国有企业党的建设工作会议精神</a:t>
            </a:r>
            <a:endParaRPr lang="zh-CN" altLang="en-US" sz="1800" b="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1"/>
          <p:cNvSpPr txBox="1"/>
          <p:nvPr/>
        </p:nvSpPr>
        <p:spPr bwMode="auto">
          <a:xfrm>
            <a:off x="11841463" y="6581706"/>
            <a:ext cx="43154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6000" tIns="45720" rIns="36000" bIns="45720" numCol="1" anchor="ctr" anchorCtr="0" compatLnSpc="1">
            <a:spAutoFit/>
          </a:bodyPr>
          <a:lstStyle>
            <a:defPPr>
              <a:defRPr lang="zh-CN"/>
            </a:defPPr>
            <a:lvl1pPr algn="r" rtl="0" fontAlgn="base">
              <a:spcBef>
                <a:spcPct val="0"/>
              </a:spcBef>
              <a:spcAft>
                <a:spcPct val="0"/>
              </a:spcAft>
              <a:buClrTx/>
              <a:buSzTx/>
              <a:buFontTx/>
              <a:buNone/>
              <a:defRPr sz="1100" b="1" kern="1200">
                <a:solidFill>
                  <a:schemeClr val="tx1"/>
                </a:solidFill>
                <a:effectLst/>
                <a:latin typeface="Arial" panose="020B0604020202020204" pitchFamily="34" charset="0"/>
                <a:ea typeface="宋体" panose="02010600030101010101" pitchFamily="2" charset="-122"/>
                <a:cs typeface="Arial" panose="020B0604020202020204" pitchFamily="34" charset="0"/>
              </a:defRPr>
            </a:lvl1pPr>
            <a:lvl2pPr marL="457200" algn="ctr" rtl="0" fontAlgn="base">
              <a:spcBef>
                <a:spcPct val="0"/>
              </a:spcBef>
              <a:spcAft>
                <a:spcPct val="30000"/>
              </a:spcAft>
              <a:buClr>
                <a:srgbClr val="CC0000"/>
              </a:buClr>
              <a:buSzPct val="90000"/>
              <a:buFont typeface="Wingdings" panose="05000000000000000000" pitchFamily="2" charset="2"/>
              <a:defRPr sz="1400" b="1" kern="1200">
                <a:solidFill>
                  <a:schemeClr val="tx1"/>
                </a:solidFill>
                <a:latin typeface="Times New Roman" panose="02020603050405020304" pitchFamily="18" charset="0"/>
                <a:ea typeface="楷体_GB2312" panose="02010609030101010101" pitchFamily="49" charset="-122"/>
                <a:cs typeface="+mn-cs"/>
              </a:defRPr>
            </a:lvl2pPr>
            <a:lvl3pPr marL="914400" algn="ctr" rtl="0" fontAlgn="base">
              <a:spcBef>
                <a:spcPct val="0"/>
              </a:spcBef>
              <a:spcAft>
                <a:spcPct val="30000"/>
              </a:spcAft>
              <a:buClr>
                <a:srgbClr val="CC0000"/>
              </a:buClr>
              <a:buSzPct val="90000"/>
              <a:buFont typeface="Wingdings" panose="05000000000000000000" pitchFamily="2" charset="2"/>
              <a:defRPr sz="1400" b="1" kern="1200">
                <a:solidFill>
                  <a:schemeClr val="tx1"/>
                </a:solidFill>
                <a:latin typeface="Times New Roman" panose="02020603050405020304" pitchFamily="18" charset="0"/>
                <a:ea typeface="楷体_GB2312" panose="02010609030101010101" pitchFamily="49" charset="-122"/>
                <a:cs typeface="+mn-cs"/>
              </a:defRPr>
            </a:lvl3pPr>
            <a:lvl4pPr marL="1371600" algn="ctr" rtl="0" fontAlgn="base">
              <a:spcBef>
                <a:spcPct val="0"/>
              </a:spcBef>
              <a:spcAft>
                <a:spcPct val="30000"/>
              </a:spcAft>
              <a:buClr>
                <a:srgbClr val="CC0000"/>
              </a:buClr>
              <a:buSzPct val="90000"/>
              <a:buFont typeface="Wingdings" panose="05000000000000000000" pitchFamily="2" charset="2"/>
              <a:defRPr sz="1400" b="1" kern="1200">
                <a:solidFill>
                  <a:schemeClr val="tx1"/>
                </a:solidFill>
                <a:latin typeface="Times New Roman" panose="02020603050405020304" pitchFamily="18" charset="0"/>
                <a:ea typeface="楷体_GB2312" panose="02010609030101010101" pitchFamily="49" charset="-122"/>
                <a:cs typeface="+mn-cs"/>
              </a:defRPr>
            </a:lvl4pPr>
            <a:lvl5pPr marL="1828800" algn="ctr" rtl="0" fontAlgn="base">
              <a:spcBef>
                <a:spcPct val="0"/>
              </a:spcBef>
              <a:spcAft>
                <a:spcPct val="30000"/>
              </a:spcAft>
              <a:buClr>
                <a:srgbClr val="CC0000"/>
              </a:buClr>
              <a:buSzPct val="90000"/>
              <a:buFont typeface="Wingdings" panose="05000000000000000000" pitchFamily="2" charset="2"/>
              <a:defRPr sz="1400" b="1" kern="1200">
                <a:solidFill>
                  <a:schemeClr val="tx1"/>
                </a:solidFill>
                <a:latin typeface="Times New Roman" panose="02020603050405020304" pitchFamily="18" charset="0"/>
                <a:ea typeface="楷体_GB2312" panose="02010609030101010101" pitchFamily="49" charset="-122"/>
                <a:cs typeface="+mn-cs"/>
              </a:defRPr>
            </a:lvl5pPr>
            <a:lvl6pPr marL="2286000" algn="l" defTabSz="914400" rtl="0" eaLnBrk="1" latinLnBrk="0" hangingPunct="1">
              <a:defRPr sz="1400" b="1" kern="1200">
                <a:solidFill>
                  <a:schemeClr val="tx1"/>
                </a:solidFill>
                <a:latin typeface="Times New Roman" panose="02020603050405020304" pitchFamily="18" charset="0"/>
                <a:ea typeface="楷体_GB2312" panose="02010609030101010101" pitchFamily="49" charset="-122"/>
                <a:cs typeface="+mn-cs"/>
              </a:defRPr>
            </a:lvl6pPr>
            <a:lvl7pPr marL="2743200" algn="l" defTabSz="914400" rtl="0" eaLnBrk="1" latinLnBrk="0" hangingPunct="1">
              <a:defRPr sz="1400" b="1" kern="1200">
                <a:solidFill>
                  <a:schemeClr val="tx1"/>
                </a:solidFill>
                <a:latin typeface="Times New Roman" panose="02020603050405020304" pitchFamily="18" charset="0"/>
                <a:ea typeface="楷体_GB2312" panose="02010609030101010101" pitchFamily="49" charset="-122"/>
                <a:cs typeface="+mn-cs"/>
              </a:defRPr>
            </a:lvl7pPr>
            <a:lvl8pPr marL="3200400" algn="l" defTabSz="914400" rtl="0" eaLnBrk="1" latinLnBrk="0" hangingPunct="1">
              <a:defRPr sz="1400" b="1" kern="1200">
                <a:solidFill>
                  <a:schemeClr val="tx1"/>
                </a:solidFill>
                <a:latin typeface="Times New Roman" panose="02020603050405020304" pitchFamily="18" charset="0"/>
                <a:ea typeface="楷体_GB2312" panose="02010609030101010101" pitchFamily="49" charset="-122"/>
                <a:cs typeface="+mn-cs"/>
              </a:defRPr>
            </a:lvl8pPr>
            <a:lvl9pPr marL="3657600" algn="l" defTabSz="914400" rtl="0" eaLnBrk="1" latinLnBrk="0" hangingPunct="1">
              <a:defRPr sz="1400" b="1" kern="1200">
                <a:solidFill>
                  <a:schemeClr val="tx1"/>
                </a:solidFill>
                <a:latin typeface="Times New Roman" panose="02020603050405020304" pitchFamily="18" charset="0"/>
                <a:ea typeface="楷体_GB2312" panose="02010609030101010101"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9C9040C6-963D-4B80-83DC-4E43C55D1E51}" type="slidenum">
              <a:rPr kumimoji="0" lang="zh-CN" altLang="en-US" sz="12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fld>
            <a:endParaRPr kumimoji="0" lang="zh-CN" altLang="en-US"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grpSp>
        <p:nvGrpSpPr>
          <p:cNvPr id="2" name="组合 1"/>
          <p:cNvGrpSpPr/>
          <p:nvPr/>
        </p:nvGrpSpPr>
        <p:grpSpPr>
          <a:xfrm>
            <a:off x="192904" y="122903"/>
            <a:ext cx="5322454" cy="1938020"/>
            <a:chOff x="2711530" y="2724426"/>
            <a:chExt cx="5323842" cy="1938581"/>
          </a:xfrm>
        </p:grpSpPr>
        <p:sp>
          <p:nvSpPr>
            <p:cNvPr id="9" name="矩形 8"/>
            <p:cNvSpPr/>
            <p:nvPr/>
          </p:nvSpPr>
          <p:spPr>
            <a:xfrm>
              <a:off x="2711530" y="2724426"/>
              <a:ext cx="5323842" cy="1938581"/>
            </a:xfrm>
            <a:prstGeom prst="rect">
              <a:avLst/>
            </a:prstGeom>
          </p:spPr>
          <p:txBody>
            <a:bodyPr wrap="square">
              <a:spAutoFit/>
            </a:bodyPr>
            <a:lstStyle>
              <a:lvl1pPr marL="0" marR="0" indent="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1pPr>
              <a:lvl2pPr marL="0" marR="0" indent="4572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2pPr>
              <a:lvl3pPr marL="0" marR="0" indent="9144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3pPr>
              <a:lvl4pPr marL="0" marR="0" indent="13716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4pPr>
              <a:lvl5pPr marL="0" marR="0" indent="18288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5pPr>
              <a:lvl6pPr marL="0" marR="0" indent="22860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6pPr>
              <a:lvl7pPr marL="0" marR="0" indent="27432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7pPr>
              <a:lvl8pPr marL="0" marR="0" indent="32004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8pPr>
              <a:lvl9pPr marL="0" marR="0" indent="36576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9pPr>
            </a:lstStyle>
            <a:p>
              <a:pPr algn="l" defTabSz="909320" eaLnBrk="1" fontAlgn="auto" hangingPunct="1">
                <a:lnSpc>
                  <a:spcPct val="150000"/>
                </a:lnSpc>
                <a:defRPr/>
              </a:pPr>
              <a:r>
                <a:rPr lang="en-US" altLang="zh-CN" sz="8000" b="1" dirty="0">
                  <a:solidFill>
                    <a:srgbClr val="303030"/>
                  </a:solidFill>
                  <a:latin typeface="微软雅黑" panose="020B0503020204020204" pitchFamily="34" charset="-122"/>
                </a:rPr>
                <a:t>  </a:t>
              </a:r>
              <a:r>
                <a:rPr lang="zh-CN" altLang="en-US" sz="8000" b="1" dirty="0">
                  <a:solidFill>
                    <a:srgbClr val="303030"/>
                  </a:solidFill>
                  <a:latin typeface="微软雅黑" panose="020B0503020204020204" pitchFamily="34" charset="-122"/>
                </a:rPr>
                <a:t>目</a:t>
              </a:r>
              <a:r>
                <a:rPr lang="zh-CN" altLang="en-US" sz="3600" b="1" dirty="0">
                  <a:solidFill>
                    <a:srgbClr val="303030"/>
                  </a:solidFill>
                  <a:latin typeface="微软雅黑" panose="020B0503020204020204" pitchFamily="34" charset="-122"/>
                </a:rPr>
                <a:t>录</a:t>
              </a:r>
              <a:endParaRPr lang="en-US" sz="3600" b="1" dirty="0">
                <a:solidFill>
                  <a:srgbClr val="303030"/>
                </a:solidFill>
                <a:latin typeface="微软雅黑" panose="020B0503020204020204" pitchFamily="34" charset="-122"/>
              </a:endParaRPr>
            </a:p>
          </p:txBody>
        </p:sp>
        <p:sp>
          <p:nvSpPr>
            <p:cNvPr id="10" name="矩形 9"/>
            <p:cNvSpPr/>
            <p:nvPr/>
          </p:nvSpPr>
          <p:spPr>
            <a:xfrm>
              <a:off x="4397977" y="3317059"/>
              <a:ext cx="1546628" cy="398895"/>
            </a:xfrm>
            <a:prstGeom prst="rect">
              <a:avLst/>
            </a:prstGeom>
          </p:spPr>
          <p:txBody>
            <a:bodyPr wrap="none">
              <a:spAutoFit/>
            </a:bodyPr>
            <a:lstStyle>
              <a:lvl1pPr marL="0" marR="0" indent="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1pPr>
              <a:lvl2pPr marL="0" marR="0" indent="4572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2pPr>
              <a:lvl3pPr marL="0" marR="0" indent="9144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3pPr>
              <a:lvl4pPr marL="0" marR="0" indent="13716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4pPr>
              <a:lvl5pPr marL="0" marR="0" indent="18288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5pPr>
              <a:lvl6pPr marL="0" marR="0" indent="22860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6pPr>
              <a:lvl7pPr marL="0" marR="0" indent="27432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7pPr>
              <a:lvl8pPr marL="0" marR="0" indent="32004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8pPr>
              <a:lvl9pPr marL="0" marR="0" indent="3657600" algn="l" defTabSz="914400" latinLnBrk="0">
                <a:lnSpc>
                  <a:spcPct val="100000"/>
                </a:lnSpc>
                <a:spcBef>
                  <a:spcPts val="0"/>
                </a:spcBef>
                <a:spcAft>
                  <a:spcPts val="0"/>
                </a:spcAft>
                <a:buClrTx/>
                <a:buSzTx/>
                <a:buFontTx/>
                <a:buNone/>
                <a:defRPr sz="1800" b="0" i="0" u="none" strike="noStrike" cap="none" spc="0" baseline="0">
                  <a:ln>
                    <a:noFill/>
                  </a:ln>
                  <a:solidFill>
                    <a:sysClr val="windowText" lastClr="000000"/>
                  </a:solidFill>
                  <a:uFillTx/>
                  <a:latin typeface="微软雅黑" panose="020B0503020204020204" pitchFamily="34" charset="-122"/>
                  <a:ea typeface="微软雅黑" panose="020B0503020204020204" pitchFamily="34" charset="-122"/>
                  <a:cs typeface="+mn-ea"/>
                  <a:sym typeface="Arial Unicode MS" panose="020B0604020202020204" charset="-122"/>
                </a:defRPr>
              </a:lvl9pPr>
            </a:lstStyle>
            <a:p>
              <a:pPr algn="ctr" defTabSz="909320" eaLnBrk="1" fontAlgn="auto" hangingPunct="1">
                <a:defRPr/>
              </a:pPr>
              <a:r>
                <a:rPr lang="en-US" sz="2000" dirty="0">
                  <a:solidFill>
                    <a:srgbClr val="303030"/>
                  </a:solidFill>
                  <a:latin typeface="微软雅黑" panose="020B0503020204020204" pitchFamily="34" charset="-122"/>
                </a:rPr>
                <a:t>CONTENTS</a:t>
              </a:r>
              <a:endParaRPr lang="en-US" sz="2000" dirty="0">
                <a:solidFill>
                  <a:srgbClr val="303030"/>
                </a:solidFill>
                <a:latin typeface="微软雅黑" panose="020B0503020204020204" pitchFamily="34" charset="-122"/>
              </a:endParaRPr>
            </a:p>
          </p:txBody>
        </p:sp>
      </p:grpSp>
      <p:pic>
        <p:nvPicPr>
          <p:cNvPr id="14" name="图片 13" descr="2022新logo"/>
          <p:cNvPicPr>
            <a:picLocks noChangeAspect="1"/>
          </p:cNvPicPr>
          <p:nvPr userDrawn="1">
            <p:custDataLst>
              <p:tags r:id="rId1"/>
            </p:custDataLst>
          </p:nvPr>
        </p:nvPicPr>
        <p:blipFill rotWithShape="1">
          <a:blip r:embed="rId2" cstate="screen"/>
          <a:srcRect/>
          <a:stretch>
            <a:fillRect/>
          </a:stretch>
        </p:blipFill>
        <p:spPr>
          <a:xfrm>
            <a:off x="9463405" y="476250"/>
            <a:ext cx="2191385" cy="1094740"/>
          </a:xfrm>
          <a:prstGeom prst="rect">
            <a:avLst/>
          </a:prstGeom>
          <a:solidFill>
            <a:srgbClr val="FFFFFF"/>
          </a:solidFill>
        </p:spPr>
      </p:pic>
      <p:sp>
        <p:nvSpPr>
          <p:cNvPr id="4" name="Freeform 57"/>
          <p:cNvSpPr/>
          <p:nvPr/>
        </p:nvSpPr>
        <p:spPr bwMode="auto">
          <a:xfrm>
            <a:off x="2489200" y="3638550"/>
            <a:ext cx="887730" cy="655320"/>
          </a:xfrm>
          <a:prstGeom prst="rect">
            <a:avLst/>
          </a:prstGeom>
          <a:solidFill>
            <a:srgbClr val="C00000"/>
          </a:solidFill>
          <a:ln w="9525">
            <a:noFill/>
          </a:ln>
        </p:spPr>
        <p:txBody>
          <a:bodyPr lIns="91194" tIns="45585" rIns="91194" bIns="45585" anchor="ctr">
            <a:noAutofit/>
          </a:bodyPr>
          <a:lstStyle/>
          <a:p>
            <a:pPr lvl="0" algn="ctr">
              <a:buClr>
                <a:srgbClr val="C00000"/>
              </a:buClr>
              <a:buSzTx/>
              <a:buFontTx/>
            </a:pPr>
            <a:r>
              <a:rPr lang="zh-CN" altLang="en-US" sz="2400" b="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rPr>
              <a:t>二</a:t>
            </a:r>
            <a:endParaRPr lang="zh-CN" altLang="en-US" sz="2400" b="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 name="Freeform 56"/>
          <p:cNvSpPr/>
          <p:nvPr/>
        </p:nvSpPr>
        <p:spPr bwMode="auto">
          <a:xfrm>
            <a:off x="3689985" y="3638550"/>
            <a:ext cx="7252970" cy="654050"/>
          </a:xfrm>
          <a:prstGeom prst="rect">
            <a:avLst/>
          </a:prstGeom>
          <a:solidFill>
            <a:srgbClr val="C00000"/>
          </a:solidFill>
          <a:ln w="9525">
            <a:noFill/>
          </a:ln>
        </p:spPr>
        <p:txBody>
          <a:bodyPr lIns="91194" tIns="45585" rIns="91194" bIns="45585" anchor="ctr">
            <a:noAutofit/>
          </a:bodyPr>
          <a:lstStyle/>
          <a:p>
            <a:pPr lvl="0" algn="ctr">
              <a:buClr>
                <a:srgbClr val="C00000"/>
              </a:buClr>
              <a:buSzTx/>
              <a:buFontTx/>
            </a:pPr>
            <a:r>
              <a:rPr lang="zh-CN" altLang="en-US" sz="1800" b="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rPr>
              <a:t>开展全国国有企业党的建设工作会议精神贯彻落实情况</a:t>
            </a:r>
            <a:r>
              <a:rPr lang="zh-CN" altLang="en-US" sz="1800" b="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b="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rPr>
              <a:t>回头看</a:t>
            </a:r>
            <a:r>
              <a:rPr lang="zh-CN" altLang="en-US" sz="1800" b="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b="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 name="Freeform 57"/>
          <p:cNvSpPr/>
          <p:nvPr/>
        </p:nvSpPr>
        <p:spPr bwMode="auto">
          <a:xfrm>
            <a:off x="2485390" y="2679700"/>
            <a:ext cx="887730" cy="655320"/>
          </a:xfrm>
          <a:prstGeom prst="rect">
            <a:avLst/>
          </a:prstGeom>
          <a:solidFill>
            <a:schemeClr val="bg1">
              <a:lumMod val="85000"/>
            </a:schemeClr>
          </a:solidFill>
          <a:ln w="9525">
            <a:noFill/>
          </a:ln>
        </p:spPr>
        <p:txBody>
          <a:bodyPr lIns="91194" tIns="45585" rIns="91194" bIns="45585" anchor="ctr">
            <a:noAutofit/>
          </a:bodyPr>
          <a:lstStyle/>
          <a:p>
            <a:pPr lvl="0" algn="ctr">
              <a:buClr>
                <a:srgbClr val="C00000"/>
              </a:buClr>
              <a:buSzTx/>
              <a:buFontTx/>
            </a:pP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一</a:t>
            </a:r>
            <a:endPar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Freeform 56"/>
          <p:cNvSpPr/>
          <p:nvPr/>
        </p:nvSpPr>
        <p:spPr bwMode="auto">
          <a:xfrm>
            <a:off x="3686175" y="2679700"/>
            <a:ext cx="7256780" cy="654050"/>
          </a:xfrm>
          <a:prstGeom prst="rect">
            <a:avLst/>
          </a:prstGeom>
          <a:solidFill>
            <a:schemeClr val="bg1">
              <a:lumMod val="85000"/>
            </a:schemeClr>
          </a:solidFill>
          <a:ln w="9525">
            <a:noFill/>
          </a:ln>
        </p:spPr>
        <p:txBody>
          <a:bodyPr lIns="91194" tIns="45585" rIns="91194" bIns="45585" anchor="ctr">
            <a:noAutofit/>
          </a:bodyPr>
          <a:lstStyle/>
          <a:p>
            <a:pPr marL="0" indent="0" algn="ctr">
              <a:buNone/>
            </a:pPr>
            <a:r>
              <a:rPr lang="zh-CN" altLang="en-US" sz="1800" b="1">
                <a:solidFill>
                  <a:schemeClr val="tx1"/>
                </a:solidFill>
                <a:latin typeface="微软雅黑" panose="020B0503020204020204" pitchFamily="34" charset="-122"/>
                <a:ea typeface="微软雅黑" panose="020B0503020204020204" pitchFamily="34" charset="-122"/>
                <a:sym typeface="+mn-ea"/>
              </a:rPr>
              <a:t>全国国有企业党的建设工作会议精神</a:t>
            </a:r>
            <a:endPar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211580" y="165735"/>
            <a:ext cx="7932420" cy="663575"/>
          </a:xfrm>
          <a:prstGeom prst="rect">
            <a:avLst/>
          </a:prstGeom>
          <a:noFill/>
          <a:ln>
            <a:noFill/>
            <a:prstDash val="dash"/>
          </a:ln>
        </p:spPr>
        <p:txBody>
          <a:bodyPr wrap="square" rtlCol="0">
            <a:noAutofit/>
          </a:bodyPr>
          <a:p>
            <a:pPr marL="0" indent="0">
              <a:lnSpc>
                <a:spcPct val="150000"/>
              </a:lnSpc>
              <a:spcBef>
                <a:spcPts val="300"/>
              </a:spcBef>
              <a:buClr>
                <a:srgbClr val="C00000"/>
              </a:buClr>
              <a:buSzTx/>
              <a:buFont typeface="Wingdings" panose="05000000000000000000" charset="0"/>
              <a:buNone/>
            </a:pPr>
            <a:r>
              <a:rPr lang="zh-CN" altLang="en-US" sz="2000" b="1" dirty="0">
                <a:latin typeface="微软雅黑" panose="020B0503020204020204" pitchFamily="34" charset="-122"/>
                <a:ea typeface="微软雅黑" panose="020B0503020204020204" pitchFamily="34" charset="-122"/>
                <a:sym typeface="+mn-ea"/>
              </a:rPr>
              <a:t>开展全国国有企业党的建设工作会议精神贯彻落实情况</a:t>
            </a:r>
            <a:r>
              <a:rPr lang="en-US" altLang="zh-CN" sz="2000" b="1" dirty="0">
                <a:latin typeface="微软雅黑" panose="020B0503020204020204" pitchFamily="34" charset="-122"/>
                <a:ea typeface="微软雅黑" panose="020B0503020204020204" pitchFamily="34" charset="-122"/>
                <a:sym typeface="+mn-ea"/>
              </a:rPr>
              <a:t>“</a:t>
            </a:r>
            <a:r>
              <a:rPr lang="zh-CN" altLang="en-US" sz="2000" b="1" dirty="0">
                <a:latin typeface="微软雅黑" panose="020B0503020204020204" pitchFamily="34" charset="-122"/>
                <a:ea typeface="微软雅黑" panose="020B0503020204020204" pitchFamily="34" charset="-122"/>
                <a:sym typeface="+mn-ea"/>
              </a:rPr>
              <a:t>回头看</a:t>
            </a:r>
            <a:r>
              <a:rPr lang="en-US" altLang="zh-CN" sz="2000" b="1" dirty="0">
                <a:latin typeface="微软雅黑" panose="020B0503020204020204" pitchFamily="34" charset="-122"/>
                <a:ea typeface="微软雅黑" panose="020B0503020204020204" pitchFamily="34" charset="-122"/>
                <a:sym typeface="+mn-ea"/>
              </a:rPr>
              <a:t>”</a:t>
            </a:r>
            <a:endParaRPr lang="en-US" altLang="zh-CN" sz="2000" b="1" dirty="0">
              <a:latin typeface="微软雅黑" panose="020B0503020204020204" pitchFamily="34" charset="-122"/>
              <a:ea typeface="微软雅黑" panose="020B0503020204020204" pitchFamily="34" charset="-122"/>
              <a:sym typeface="+mn-ea"/>
            </a:endParaRPr>
          </a:p>
        </p:txBody>
      </p:sp>
      <p:sp>
        <p:nvSpPr>
          <p:cNvPr id="100" name="文本框 99"/>
          <p:cNvSpPr txBox="1"/>
          <p:nvPr>
            <p:custDataLst>
              <p:tags r:id="rId1"/>
            </p:custDataLst>
          </p:nvPr>
        </p:nvSpPr>
        <p:spPr>
          <a:xfrm>
            <a:off x="473710" y="1135380"/>
            <a:ext cx="11076305" cy="1861820"/>
          </a:xfrm>
          <a:prstGeom prst="rect">
            <a:avLst/>
          </a:prstGeom>
          <a:noFill/>
          <a:ln w="12700" cmpd="sng">
            <a:solidFill>
              <a:schemeClr val="bg1">
                <a:lumMod val="85000"/>
              </a:schemeClr>
            </a:solidFill>
            <a:prstDash val="solid"/>
          </a:ln>
        </p:spPr>
        <p:txBody>
          <a:bodyPr wrap="square">
            <a:noAutofit/>
          </a:bodyPr>
          <a:p>
            <a:pPr marL="0" indent="0" latinLnBrk="0">
              <a:lnSpc>
                <a:spcPct val="150000"/>
              </a:lnSpc>
              <a:buClr>
                <a:srgbClr val="E80000"/>
              </a:buClr>
              <a:buFont typeface="Wingdings" panose="05000000000000000000" charset="0"/>
              <a:buNone/>
            </a:pPr>
            <a:r>
              <a:rPr 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今年是全国国有企业党的建设工作会议召开十周年。为持续深入学习贯彻习近平总书记重要讲话精神，根据集团公司党组和省公司党委安排，开展全国国有企业党的建设工作会议精神贯彻落实情况回头看工作。</a:t>
            </a:r>
            <a:endPar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4" name="对象 3">
            <a:hlinkClick r:id="" action="ppaction://ole?verb="/>
          </p:cNvPr>
          <p:cNvGraphicFramePr>
            <a:graphicFrameLocks noChangeAspect="1"/>
          </p:cNvGraphicFramePr>
          <p:nvPr/>
        </p:nvGraphicFramePr>
        <p:xfrm>
          <a:off x="1665605" y="3624580"/>
          <a:ext cx="1607185" cy="1102995"/>
        </p:xfrm>
        <a:graphic>
          <a:graphicData uri="http://schemas.openxmlformats.org/presentationml/2006/ole">
            <mc:AlternateContent xmlns:mc="http://schemas.openxmlformats.org/markup-compatibility/2006">
              <mc:Choice xmlns:v="urn:schemas-microsoft-com:vml" Requires="v">
                <p:oleObj spid="_x0000_s1025" name="" showAsIcon="1" r:id="rId2" imgW="971550" imgH="666750" progId="Word.Document.12">
                  <p:embed/>
                </p:oleObj>
              </mc:Choice>
              <mc:Fallback>
                <p:oleObj name="" showAsIcon="1" r:id="rId2" imgW="971550" imgH="666750" progId="Word.Document.12">
                  <p:embed/>
                  <p:pic>
                    <p:nvPicPr>
                      <p:cNvPr id="0" name="图片 1024"/>
                      <p:cNvPicPr/>
                      <p:nvPr/>
                    </p:nvPicPr>
                    <p:blipFill>
                      <a:blip r:embed="rId3"/>
                      <a:stretch>
                        <a:fillRect/>
                      </a:stretch>
                    </p:blipFill>
                    <p:spPr>
                      <a:xfrm>
                        <a:off x="1665605" y="3624580"/>
                        <a:ext cx="1607185" cy="1102995"/>
                      </a:xfrm>
                      <a:prstGeom prst="rect">
                        <a:avLst/>
                      </a:prstGeom>
                    </p:spPr>
                  </p:pic>
                </p:oleObj>
              </mc:Fallback>
            </mc:AlternateContent>
          </a:graphicData>
        </a:graphic>
      </p:graphicFrame>
      <p:graphicFrame>
        <p:nvGraphicFramePr>
          <p:cNvPr id="6" name="对象 5">
            <a:hlinkClick r:id="" action="ppaction://ole?verb="/>
          </p:cNvPr>
          <p:cNvGraphicFramePr>
            <a:graphicFrameLocks noChangeAspect="1"/>
          </p:cNvGraphicFramePr>
          <p:nvPr/>
        </p:nvGraphicFramePr>
        <p:xfrm>
          <a:off x="5125720" y="3573780"/>
          <a:ext cx="1607185" cy="1102995"/>
        </p:xfrm>
        <a:graphic>
          <a:graphicData uri="http://schemas.openxmlformats.org/presentationml/2006/ole">
            <mc:AlternateContent xmlns:mc="http://schemas.openxmlformats.org/markup-compatibility/2006">
              <mc:Choice xmlns:v="urn:schemas-microsoft-com:vml" Requires="v">
                <p:oleObj spid="_x0000_s1026" name="" showAsIcon="1" r:id="rId4" imgW="971550" imgH="666750" progId="Excel.Sheet.12">
                  <p:embed/>
                </p:oleObj>
              </mc:Choice>
              <mc:Fallback>
                <p:oleObj name="" showAsIcon="1" r:id="rId4" imgW="971550" imgH="666750" progId="Excel.Sheet.12">
                  <p:embed/>
                  <p:pic>
                    <p:nvPicPr>
                      <p:cNvPr id="0" name="图片 1025"/>
                      <p:cNvPicPr/>
                      <p:nvPr/>
                    </p:nvPicPr>
                    <p:blipFill>
                      <a:blip r:embed="rId5"/>
                      <a:stretch>
                        <a:fillRect/>
                      </a:stretch>
                    </p:blipFill>
                    <p:spPr>
                      <a:xfrm>
                        <a:off x="5125720" y="3573780"/>
                        <a:ext cx="1607185" cy="1102995"/>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8779510" y="3573780"/>
          <a:ext cx="1532890" cy="1052195"/>
        </p:xfrm>
        <a:graphic>
          <a:graphicData uri="http://schemas.openxmlformats.org/presentationml/2006/ole">
            <mc:AlternateContent xmlns:mc="http://schemas.openxmlformats.org/markup-compatibility/2006">
              <mc:Choice xmlns:v="urn:schemas-microsoft-com:vml" Requires="v">
                <p:oleObj spid="_x0000_s1027" name="" showAsIcon="1" r:id="rId6" imgW="971550" imgH="666750" progId="Word.Document.12">
                  <p:embed/>
                </p:oleObj>
              </mc:Choice>
              <mc:Fallback>
                <p:oleObj name="" showAsIcon="1" r:id="rId6" imgW="971550" imgH="666750" progId="Word.Document.12">
                  <p:embed/>
                  <p:pic>
                    <p:nvPicPr>
                      <p:cNvPr id="0" name="图片 1026"/>
                      <p:cNvPicPr/>
                      <p:nvPr/>
                    </p:nvPicPr>
                    <p:blipFill>
                      <a:blip r:embed="rId7"/>
                      <a:stretch>
                        <a:fillRect/>
                      </a:stretch>
                    </p:blipFill>
                    <p:spPr>
                      <a:xfrm>
                        <a:off x="8779510" y="3573780"/>
                        <a:ext cx="1532890" cy="1052195"/>
                      </a:xfrm>
                      <a:prstGeom prst="rect">
                        <a:avLst/>
                      </a:prstGeom>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9525" y="2759075"/>
            <a:ext cx="12182475" cy="977265"/>
          </a:xfrm>
          <a:prstGeom prst="rect">
            <a:avLst/>
          </a:prstGeom>
          <a:noFill/>
          <a:ln>
            <a:noFill/>
            <a:prstDash val="dash"/>
          </a:ln>
        </p:spPr>
        <p:txBody>
          <a:bodyPr wrap="square" rtlCol="0">
            <a:noAutofit/>
          </a:bodyPr>
          <a:p>
            <a:pPr marL="0" indent="0" algn="ctr" latinLnBrk="0">
              <a:lnSpc>
                <a:spcPct val="100000"/>
              </a:lnSpc>
              <a:spcBef>
                <a:spcPts val="300"/>
              </a:spcBef>
              <a:buClr>
                <a:srgbClr val="C00000"/>
              </a:buClr>
              <a:buSzTx/>
              <a:buFont typeface="Wingdings" panose="05000000000000000000" charset="0"/>
              <a:buNone/>
            </a:pPr>
            <a:r>
              <a:rPr lang="zh-CN" sz="5400" b="1" dirty="0">
                <a:solidFill>
                  <a:schemeClr val="bg1"/>
                </a:solidFill>
                <a:latin typeface="微软雅黑" panose="020B0503020204020204" pitchFamily="34" charset="-122"/>
                <a:ea typeface="微软雅黑" panose="020B0503020204020204" pitchFamily="34" charset="-122"/>
                <a:sym typeface="+mn-ea"/>
              </a:rPr>
              <a:t>守正创新</a:t>
            </a:r>
            <a:r>
              <a:rPr lang="en-US" altLang="zh-CN" sz="5400" b="1" dirty="0">
                <a:solidFill>
                  <a:schemeClr val="bg1"/>
                </a:solidFill>
                <a:latin typeface="微软雅黑" panose="020B0503020204020204" pitchFamily="34" charset="-122"/>
                <a:ea typeface="微软雅黑" panose="020B0503020204020204" pitchFamily="34" charset="-122"/>
                <a:sym typeface="+mn-ea"/>
              </a:rPr>
              <a:t>   </a:t>
            </a:r>
            <a:r>
              <a:rPr lang="zh-CN" altLang="en-US" sz="5400" b="1" dirty="0">
                <a:solidFill>
                  <a:schemeClr val="bg1"/>
                </a:solidFill>
                <a:latin typeface="微软雅黑" panose="020B0503020204020204" pitchFamily="34" charset="-122"/>
                <a:ea typeface="微软雅黑" panose="020B0503020204020204" pitchFamily="34" charset="-122"/>
                <a:sym typeface="+mn-ea"/>
              </a:rPr>
              <a:t>行稳致远</a:t>
            </a:r>
            <a:endParaRPr lang="zh-CN" altLang="en-US" sz="5400" b="1"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tags/tag1.xml><?xml version="1.0" encoding="utf-8"?>
<p:tagLst xmlns:p="http://schemas.openxmlformats.org/presentationml/2006/main">
  <p:tag name="KSO_WM_UNIT_PLACING_PICTURE_USER_VIEWPORT" val="{&quot;height&quot;:1729,&quot;width&quot;:3946}"/>
</p:tagLst>
</file>

<file path=ppt/tags/tag2.xml><?xml version="1.0" encoding="utf-8"?>
<p:tagLst xmlns:p="http://schemas.openxmlformats.org/presentationml/2006/main">
  <p:tag name="KSO_WM_UNIT_PLACING_PICTURE_USER_VIEWPORT" val="{&quot;height&quot;:1729,&quot;width&quot;:3946}"/>
</p:tagLst>
</file>

<file path=ppt/tags/tag3.xml><?xml version="1.0" encoding="utf-8"?>
<p:tagLst xmlns:p="http://schemas.openxmlformats.org/presentationml/2006/main">
  <p:tag name="KSO_WM_UNIT_PLACING_PICTURE_USER_VIEWPORT" val="{&quot;height&quot;:1729,&quot;width&quot;:3946}"/>
</p:tagLst>
</file>

<file path=ppt/tags/tag4.xml><?xml version="1.0" encoding="utf-8"?>
<p:tagLst xmlns:p="http://schemas.openxmlformats.org/presentationml/2006/main">
  <p:tag name="wpp_generatetext" val="1"/>
</p:tagLst>
</file>

<file path=ppt/tags/tag5.xml><?xml version="1.0" encoding="utf-8"?>
<p:tagLst xmlns:p="http://schemas.openxmlformats.org/presentationml/2006/main">
  <p:tag name="KSO_WPP_MARK_KEY" val="f52ea893-6e4d-4e93-b2fc-1c30c87d03b5"/>
  <p:tag name="COMMONDATA" val="eyJoZGlkIjoiY2QxNjk1Y2QwM2M3ZTlmNjIyMzczZjAzMTYzNzBiN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00000"/>
        </a:solidFill>
        <a:ln>
          <a:noFill/>
        </a:ln>
      </a:spPr>
      <a:bodyPr wrap="square" anchor="ctr" anchorCtr="1">
        <a:noAutofit/>
      </a:bodyPr>
      <a:lstStyle>
        <a:defPPr algn="l" fontAlgn="b">
          <a:defRPr lang="en-US" altLang="zh-CN" sz="1600" b="1" dirty="0" smtClean="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defPPr>
      </a:lstStyle>
    </a:spDef>
    <a:txDef>
      <a:spPr>
        <a:noFill/>
        <a:ln>
          <a:noFill/>
          <a:prstDash val="dash"/>
        </a:ln>
      </a:spPr>
      <a:bodyPr wrap="square" rtlCol="0">
        <a:noAutofit/>
      </a:bodyPr>
      <a:lstStyle>
        <a:defPPr marL="0" indent="0">
          <a:lnSpc>
            <a:spcPct val="150000"/>
          </a:lnSpc>
          <a:spcBef>
            <a:spcPts val="300"/>
          </a:spcBef>
          <a:buClr>
            <a:srgbClr val="C00000"/>
          </a:buClr>
          <a:buSzTx/>
          <a:buFont typeface="Wingdings" panose="05000000000000000000" charset="0"/>
          <a:buNone/>
          <a:defRPr lang="zh-CN" altLang="en-US" sz="2000" b="1" dirty="0">
            <a:solidFill>
              <a:prstClr val="black"/>
            </a:solidFill>
            <a:latin typeface="微软雅黑" panose="020B0503020204020204" pitchFamily="34" charset="-122"/>
            <a:ea typeface="微软雅黑" panose="020B0503020204020204" pitchFamily="34" charset="-122"/>
            <a:sym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2873</Words>
  <Application>WPS 演示</Application>
  <PresentationFormat>宽屏</PresentationFormat>
  <Paragraphs>66</Paragraphs>
  <Slides>8</Slides>
  <Notes>17</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3</vt:i4>
      </vt:variant>
      <vt:variant>
        <vt:lpstr>幻灯片标题</vt:lpstr>
      </vt:variant>
      <vt:variant>
        <vt:i4>8</vt:i4>
      </vt:variant>
    </vt:vector>
  </HeadingPairs>
  <TitlesOfParts>
    <vt:vector size="29" baseType="lpstr">
      <vt:lpstr>Arial</vt:lpstr>
      <vt:lpstr>宋体</vt:lpstr>
      <vt:lpstr>Wingdings</vt:lpstr>
      <vt:lpstr>微软雅黑</vt:lpstr>
      <vt:lpstr>Wingdings</vt:lpstr>
      <vt:lpstr>等线</vt:lpstr>
      <vt:lpstr>等线 Light</vt:lpstr>
      <vt:lpstr>楷体</vt:lpstr>
      <vt:lpstr>Helvetica</vt:lpstr>
      <vt:lpstr>汉仪大黑简</vt:lpstr>
      <vt:lpstr>黑体</vt:lpstr>
      <vt:lpstr>Times New Roman</vt:lpstr>
      <vt:lpstr>楷体_GB2312</vt:lpstr>
      <vt:lpstr>新宋体</vt:lpstr>
      <vt:lpstr>HYDaHeiJ</vt:lpstr>
      <vt:lpstr>Arial Unicode MS</vt:lpstr>
      <vt:lpstr>Arial Unicode MS</vt:lpstr>
      <vt:lpstr>Office 主题​​</vt:lpstr>
      <vt:lpstr>Word.Document.12</vt:lpstr>
      <vt:lpstr>Word.Document.12</vt:lpstr>
      <vt:lpstr>Excel.Sheet.12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王宏宇</dc:creator>
  <cp:lastModifiedBy>王统</cp:lastModifiedBy>
  <cp:revision>2990</cp:revision>
  <dcterms:created xsi:type="dcterms:W3CDTF">2022-04-26T02:25:00Z</dcterms:created>
  <dcterms:modified xsi:type="dcterms:W3CDTF">2026-07-20T00:41:45Z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869A799CB396458681D3FC9CA87E4D53_13</vt:lpwstr>
  </property>
  <property fmtid="{D5CDD505-2E9C-101B-9397-08002B2CF9AE}" pid="3" name="KSOProductBuildVer">
    <vt:lpwstr>2052-12.1.0.24657</vt:lpwstr>
  </property>
</Properties>
</file>