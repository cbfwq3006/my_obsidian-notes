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健君" initials="" lastIdx="2" clrIdx="0"/>
  <p:cmAuthor id="757" name="未知用户381" initials="未" lastIdx="1" clrIdx="0"/>
  <p:cmAuthor id="1" name="634274005@qq.com" initials="6" lastIdx="1" clrIdx="0"/>
  <p:cmAuthor id="758" name="未知用户382" initials="未" lastIdx="1" clrIdx="0"/>
  <p:cmAuthor id="2" name="lenovo" initials="l" lastIdx="1" clrIdx="1"/>
  <p:cmAuthor id="759" name="未知用户383" initials="未" lastIdx="1" clrIdx="0"/>
  <p:cmAuthor id="3" name="张向征" initials="牛滢滢" lastIdx="1" clrIdx="2"/>
  <p:cmAuthor id="760" name="未知用户384" initials="未" lastIdx="1" clrIdx="0"/>
  <p:cmAuthor id="4" name="王习习" initials="王" lastIdx="2" clrIdx="0"/>
  <p:cmAuthor id="761" name="未知用户294" initials="未" lastIdx="8" clrIdx="0"/>
  <p:cmAuthor id="5" name="宋洁然" initials="宋" lastIdx="2" clrIdx="1"/>
  <p:cmAuthor id="762" name="未知用户385" initials="未" lastIdx="2" clrIdx="0"/>
  <p:cmAuthor id="6" name="ming qiu" initials="m" lastIdx="17" clrIdx="1"/>
  <p:cmAuthor id="763" name="未知用户386" initials="未" lastIdx="1" clrIdx="1"/>
  <p:cmAuthor id="7" name="1206988966@qq.com" initials="1" lastIdx="1" clrIdx="2"/>
  <p:cmAuthor id="764" name="未知用户429" initials="未" lastIdx="1" clrIdx="0"/>
  <p:cmAuthor id="8" name="姜伟光" initials="姜" lastIdx="1" clrIdx="0"/>
  <p:cmAuthor id="9" name="董 荟" initials="董" lastIdx="1" clrIdx="3"/>
  <p:cmAuthor id="766" name="未知用户430" initials="未" lastIdx="2" clrIdx="0"/>
  <p:cmAuthor id="10" name="Admin" initials="A" lastIdx="1" clrIdx="9"/>
  <p:cmAuthor id="767" name="未知用户389" initials="未" lastIdx="1" clrIdx="0"/>
  <p:cmAuthor id="11" name="刘 波" initials="刘" lastIdx="0" clrIdx="0"/>
  <p:cmAuthor id="768" name="未知用户350" initials="未" lastIdx="1" clrIdx="0"/>
  <p:cmAuthor id="12" name="dd" initials="d" lastIdx="44" clrIdx="11"/>
  <p:cmAuthor id="769" name="未知用户431" initials="未" lastIdx="1" clrIdx="0"/>
  <p:cmAuthor id="13" name="Administrator" initials="A" lastIdx="1" clrIdx="12"/>
  <p:cmAuthor id="770" name="未知用户351" initials="未" lastIdx="8" clrIdx="0"/>
  <p:cmAuthor id="14" name="刘永国" initials="刘" lastIdx="1" clrIdx="13"/>
  <p:cmAuthor id="771" name="未知用户432" initials="未" lastIdx="1" clrIdx="0"/>
  <p:cmAuthor id="15" name="13686" initials="1" lastIdx="1" clrIdx="14"/>
  <p:cmAuthor id="772" name="未知用户392" initials="未" lastIdx="1" clrIdx="0"/>
  <p:cmAuthor id="16" name="FAN" initials="F" lastIdx="1" clrIdx="15"/>
  <p:cmAuthor id="773" name="未知用户433" initials="未" lastIdx="1" clrIdx="0"/>
  <p:cmAuthor id="17" name="黄黎" initials="黄" lastIdx="1" clrIdx="16"/>
  <p:cmAuthor id="774" name="未知用户434" initials="未" lastIdx="1" clrIdx="0"/>
  <p:cmAuthor id="18" name="sx_xuzx" initials="s" lastIdx="26" clrIdx="17"/>
  <p:cmAuthor id="775" name="未知用户393" initials="未" lastIdx="11" clrIdx="0"/>
  <p:cmAuthor id="19" name="tplife" initials="t" lastIdx="2" clrIdx="0"/>
  <p:cmAuthor id="776" name="未知用户435" initials="未" lastIdx="7" clrIdx="1"/>
  <p:cmAuthor id="20" name="孟 昕" initials="孟" lastIdx="1" clrIdx="18"/>
  <p:cmAuthor id="777" name="未知用户356" initials="未" lastIdx="1" clrIdx="2"/>
  <p:cmAuthor id="21" name="楷彦" initials="l" lastIdx="1" clrIdx="20"/>
  <p:cmAuthor id="778" name="未知用户436" initials="未" lastIdx="1" clrIdx="0"/>
  <p:cmAuthor id="22" name="wangql56" initials="w" lastIdx="1" clrIdx="21"/>
  <p:cmAuthor id="1411827" name="黄晓平" initials="黄" lastIdx="0" clrIdx="0"/>
  <p:cmAuthor id="779" name="未知用户396" initials="未" lastIdx="1" clrIdx="0"/>
  <p:cmAuthor id="23" name="lyf" initials="l" lastIdx="1" clrIdx="22"/>
  <p:cmAuthor id="1411828" name="徐琳00159163" initials="徐琳00159163" lastIdx="1" clrIdx="37"/>
  <p:cmAuthor id="780" name="未知用户437" initials="未" lastIdx="1" clrIdx="1"/>
  <p:cmAuthor id="24" name="XiHu木鱼" initials="X" lastIdx="1" clrIdx="23"/>
  <p:cmAuthor id="1411829" name="任涛10036216" initials="任涛10036216" lastIdx="1" clrIdx="41"/>
  <p:cmAuthor id="781" name="未知用户397" initials="未" lastIdx="1" clrIdx="0"/>
  <p:cmAuthor id="25" name="朱芳芳" initials="朱" lastIdx="1" clrIdx="24"/>
  <p:cmAuthor id="1411830" name="唐 赛" initials="唐" lastIdx="1" clrIdx="45"/>
  <p:cmAuthor id="782" name="未知用户419" initials="未" lastIdx="1" clrIdx="0"/>
  <p:cmAuthor id="26" name="王倩" initials="王" lastIdx="1" clrIdx="25"/>
  <p:cmAuthor id="783" name="未知用户399" initials="未" lastIdx="2" clrIdx="0"/>
  <p:cmAuthor id="191251535" name="沈霄雷" initials="沈" lastIdx="833089" clrIdx="0"/>
  <p:cmAuthor id="784" name="未知用户438" initials="未" lastIdx="7" clrIdx="1"/>
  <p:cmAuthor id="27" name="yl" initials="y" lastIdx="1" clrIdx="26"/>
  <p:cmAuthor id="191251536" name="李奇" initials="奇奇" lastIdx="1" clrIdx="23"/>
  <p:cmAuthor id="785" name="未知用户401" initials="未" lastIdx="43" clrIdx="1"/>
  <p:cmAuthor id="28" name="IKKI" initials="I" lastIdx="1" clrIdx="0"/>
  <p:cmAuthor id="191251537" name="郭 浩" initials="郭" lastIdx="2" clrIdx="25"/>
  <p:cmAuthor id="786" name="未知用户402" initials="未" lastIdx="1" clrIdx="0"/>
  <p:cmAuthor id="29" name="於宝泉" initials="於" lastIdx="0" clrIdx="2"/>
  <p:cmAuthor id="191251538" name="渠沛" initials="渠" lastIdx="1" clrIdx="35"/>
  <p:cmAuthor id="787" name="未知用户403" initials="未" lastIdx="1" clrIdx="0"/>
  <p:cmAuthor id="30" name="10056791" initials="ZTE" lastIdx="1" clrIdx="29"/>
  <p:cmAuthor id="191251539" name="席琛" initials="" lastIdx="0" clrIdx="58"/>
  <p:cmAuthor id="788" name="未知用户327" initials="未" lastIdx="1" clrIdx="0"/>
  <p:cmAuthor id="31" name="Author" initials="A" lastIdx="0" clrIdx="30"/>
  <p:cmAuthor id="191251540" name="韩剑侠" initials="P" lastIdx="1" clrIdx="41"/>
  <p:cmAuthor id="789" name="未知用户404" initials="未" lastIdx="1" clrIdx="0"/>
  <p:cmAuthor id="32" name="李楠10047711" initials="李楠10047711" lastIdx="2" clrIdx="31"/>
  <p:cmAuthor id="33" name="李金夏" initials="李" lastIdx="1" clrIdx="32"/>
  <p:cmAuthor id="191251541" name="sjzx" initials="s" lastIdx="1" clrIdx="25"/>
  <p:cmAuthor id="790" name="未知用户405" initials="未" lastIdx="1" clrIdx="0"/>
  <p:cmAuthor id="34" name="马媛" initials="马" lastIdx="1" clrIdx="33"/>
  <p:cmAuthor id="191251542" name="yang.yuan" initials="y" lastIdx="0" clrIdx="17"/>
  <p:cmAuthor id="791" name="未知用户439" initials="未" lastIdx="2" clrIdx="0"/>
  <p:cmAuthor id="35" name="吕娜娜" initials="吕" lastIdx="1" clrIdx="34"/>
  <p:cmAuthor id="191251543" name="王娟" initials="1" lastIdx="1" clrIdx="31"/>
  <p:cmAuthor id="792" name="未知用户406" initials="未" lastIdx="0" clrIdx="0"/>
  <p:cmAuthor id="475196944" name="姚琳" initials="姚" lastIdx="1133934" clrIdx="0"/>
  <p:cmAuthor id="36" name="My" initials="M" lastIdx="1" clrIdx="36"/>
  <p:cmAuthor id="793" name="未知用户440" initials="未" lastIdx="1" clrIdx="0"/>
  <p:cmAuthor id="475196945" name="chen" initials="c" lastIdx="1" clrIdx="2"/>
  <p:cmAuthor id="37" name="张燕00036635" initials="张燕00036635" lastIdx="1" clrIdx="37"/>
  <p:cmAuthor id="794" name="未知用户441" initials="未" lastIdx="1" clrIdx="0"/>
  <p:cmAuthor id="38" name="hami251" initials="h" lastIdx="2" clrIdx="37"/>
  <p:cmAuthor id="795" name="未知用户442" initials="未" lastIdx="1" clrIdx="0"/>
  <p:cmAuthor id="39" name="段英英" initials="段" lastIdx="1" clrIdx="38"/>
  <p:cmAuthor id="796" name="未知用户409" initials="未" lastIdx="2" clrIdx="2"/>
  <p:cmAuthor id="40" name="10054047" initials="1" lastIdx="1" clrIdx="39"/>
  <p:cmAuthor id="797" name="未知用户443" initials="未" lastIdx="1" clrIdx="0"/>
  <p:cmAuthor id="41" name="123123" initials="1" lastIdx="2" clrIdx="40"/>
  <p:cmAuthor id="798" name="未知用户411" initials="未" lastIdx="3" clrIdx="1"/>
  <p:cmAuthor id="42" name="liu" initials="l" lastIdx="1" clrIdx="41"/>
  <p:cmAuthor id="799" name="未知用户444" initials="未" lastIdx="6" clrIdx="0"/>
  <p:cmAuthor id="43" name="liubh" initials="l" lastIdx="1" clrIdx="42"/>
  <p:cmAuthor id="800" name="未知用户413" initials="未" lastIdx="1" clrIdx="1"/>
  <p:cmAuthor id="44" name="10092163" initials="1" lastIdx="2" clrIdx="43"/>
  <p:cmAuthor id="801" name="未知用户445" initials="未" lastIdx="1" clrIdx="0"/>
  <p:cmAuthor id="45" name="10157624" initials="1" lastIdx="1" clrIdx="44"/>
  <p:cmAuthor id="802" name="未知用户446" initials="未" lastIdx="1" clrIdx="0"/>
  <p:cmAuthor id="46" name="未知的使用者79" initials="" lastIdx="0" clrIdx="1"/>
  <p:cmAuthor id="803" name="未知用户447" initials="未" lastIdx="1" clrIdx="0"/>
  <p:cmAuthor id="47" name="雷宇" initials="雷" lastIdx="1" clrIdx="46"/>
  <p:cmAuthor id="804" name="未知用户448" initials="未" lastIdx="1" clrIdx="0"/>
  <p:cmAuthor id="48" name="未知的使用者80" initials="" lastIdx="0" clrIdx="0"/>
  <p:cmAuthor id="805" name="未知用户333" initials="未" lastIdx="1" clrIdx="0"/>
  <p:cmAuthor id="49" name="未知用户51" initials="" lastIdx="1" clrIdx="1"/>
  <p:cmAuthor id="806" name="未知用户417" initials="未" lastIdx="1" clrIdx="0"/>
  <p:cmAuthor id="50" name="未知的使用者82" initials="" lastIdx="1" clrIdx="0"/>
  <p:cmAuthor id="807" name="未知用户449" initials="未" lastIdx="1" clrIdx="0"/>
  <p:cmAuthor id="51" name="董雪娥" initials="董" lastIdx="1" clrIdx="50"/>
  <p:cmAuthor id="808" name="未知用户418" initials="未" lastIdx="1" clrIdx="0"/>
  <p:cmAuthor id="52" name="未知的使用者83" initials="" lastIdx="1" clrIdx="0"/>
  <p:cmAuthor id="809" name="未知用户450" initials="未" lastIdx="6" clrIdx="0"/>
  <p:cmAuthor id="53" name="牛滢滢" initials="牛" lastIdx="1" clrIdx="52"/>
  <p:cmAuthor id="810" name="未知用户423" initials="未" lastIdx="0" clrIdx="0"/>
  <p:cmAuthor id="54" name="未知的使用者84" initials="" lastIdx="1" clrIdx="1"/>
  <p:cmAuthor id="811" name="未知用户424" initials="未" lastIdx="5" clrIdx="0"/>
  <p:cmAuthor id="55" name="未知的使用者70" initials="" lastIdx="1" clrIdx="0"/>
  <p:cmAuthor id="812" name="未知用户425" initials="未" lastIdx="3" clrIdx="1"/>
  <p:cmAuthor id="56" name="连艳利" initials="连" lastIdx="1" clrIdx="55"/>
  <p:cmAuthor id="813" name="未知用户451" initials="未" lastIdx="1" clrIdx="0"/>
  <p:cmAuthor id="57" name="未知的使用者40" initials="" lastIdx="1" clrIdx="0"/>
  <p:cmAuthor id="814" name="未知用户452" initials="未" lastIdx="1" clrIdx="0"/>
  <p:cmAuthor id="58" name="未知的使用者87" initials="" lastIdx="1" clrIdx="0"/>
  <p:cmAuthor id="815" name="未知用户453" initials="未" lastIdx="1" clrIdx="0"/>
  <p:cmAuthor id="59" name="曾红" initials="" lastIdx="0" clrIdx="0"/>
  <p:cmAuthor id="816" name="未知用户454" initials="未" lastIdx="1" clrIdx="2"/>
  <p:cmAuthor id="60" name="未知的使用者90" initials="" lastIdx="8" clrIdx="0"/>
  <p:cmAuthor id="817" name="未知用户455" initials="未" lastIdx="1" clrIdx="0"/>
  <p:cmAuthor id="61" name="未知的使用者29" initials="" lastIdx="1" clrIdx="0"/>
  <p:cmAuthor id="818" name="未知用户456" initials="未" lastIdx="1" clrIdx="0"/>
  <p:cmAuthor id="62" name="未知的使用者91" initials="" lastIdx="1" clrIdx="0"/>
  <p:cmAuthor id="819" name="未知用户457" initials="未" lastIdx="10" clrIdx="0"/>
  <p:cmAuthor id="63" name="未知的使用者98" initials="" lastIdx="1" clrIdx="0"/>
  <p:cmAuthor id="820" name="未知用户458" initials="未" lastIdx="1" clrIdx="0"/>
  <p:cmAuthor id="64" name="CHRISYU" initials="" lastIdx="1" clrIdx="0"/>
  <p:cmAuthor id="821" name="風輕 雲淡" initials="風輕" lastIdx="1" clrIdx="511"/>
  <p:cmAuthor id="65" name="未知的使用者113" initials="" lastIdx="1" clrIdx="2"/>
  <p:cmAuthor id="822" name="张 青山" initials="张" lastIdx="6" clrIdx="545"/>
  <p:cmAuthor id="66" name="liucunri" initials="" lastIdx="1" clrIdx="0"/>
  <p:cmAuthor id="823" name="张青山" initials="张青山" lastIdx="1" clrIdx="546"/>
  <p:cmAuthor id="67" name="未知用户9" initials="" lastIdx="1" clrIdx="0"/>
  <p:cmAuthor id="68" name="Unknown User48" initials="" lastIdx="8" clrIdx="0"/>
  <p:cmAuthor id="825" name="mc" initials="m" lastIdx="1" clrIdx="824"/>
  <p:cmAuthor id="69" name="未知用户103" initials="" lastIdx="1" clrIdx="0"/>
  <p:cmAuthor id="70" name="Unknown User52" initials="" lastIdx="1" clrIdx="0"/>
  <p:cmAuthor id="71" name="未知的使用者42" initials="" lastIdx="1" clrIdx="0"/>
  <p:cmAuthor id="72" name="Unknown User50" initials="" lastIdx="1" clrIdx="0"/>
  <p:cmAuthor id="829" name="未知用户471" initials="未" lastIdx="1" clrIdx="0"/>
  <p:cmAuthor id="73" name="未知的使用者120" initials="" lastIdx="1" clrIdx="0"/>
  <p:cmAuthor id="830" name="杨启明" initials="杨" lastIdx="1" clrIdx="829"/>
  <p:cmAuthor id="74" name="px" initials="" lastIdx="3" clrIdx="1"/>
  <p:cmAuthor id="831" name="未知用户473" initials="未" lastIdx="4" clrIdx="0"/>
  <p:cmAuthor id="75" name="作者" initials="A" lastIdx="0" clrIdx="24"/>
  <p:cmAuthor id="832" name="未知用户235" initials="未" lastIdx="0" clrIdx="1"/>
  <p:cmAuthor id="76" name="go640" initials="g" lastIdx="1" clrIdx="25"/>
  <p:cmAuthor id="77" name="zheng zheng" initials="zz" lastIdx="1" clrIdx="26"/>
  <p:cmAuthor id="834" name="进 揭" initials="进" lastIdx="1" clrIdx="87"/>
  <p:cmAuthor id="78" name="xingwei hou" initials="xh" lastIdx="6" clrIdx="34"/>
  <p:cmAuthor id="835" name="未知用户475" initials="未" lastIdx="0" clrIdx="0"/>
  <p:cmAuthor id="79" name="微软用户" initials="" lastIdx="1" clrIdx="0"/>
  <p:cmAuthor id="836" name="未知用户476" initials="未" lastIdx="1" clrIdx="0"/>
  <p:cmAuthor id="80" name="未知的使用者73" initials="" lastIdx="1" clrIdx="0"/>
  <p:cmAuthor id="81" name="未知的使用者24" initials="" lastIdx="8" clrIdx="0"/>
  <p:cmAuthor id="838" name="未知用户489" initials="未" lastIdx="1" clrIdx="0"/>
  <p:cmAuthor id="82" name="未知用户16" initials="" lastIdx="1" clrIdx="0"/>
  <p:cmAuthor id="839" name="未知用户488" initials="未" lastIdx="10" clrIdx="0"/>
  <p:cmAuthor id="83" name="Mary Feil-Jacobs" initials="" lastIdx="43" clrIdx="1"/>
  <p:cmAuthor id="840" name="未知用户490" initials="未" lastIdx="1" clrIdx="0"/>
  <p:cmAuthor id="84" name="LiuHui" initials="" lastIdx="1" clrIdx="0"/>
  <p:cmAuthor id="841" name="未知用户477" initials="未" lastIdx="2" clrIdx="0"/>
  <p:cmAuthor id="85" name="未知的使用者45" initials="" lastIdx="1" clrIdx="0"/>
  <p:cmAuthor id="842" name="未知用户478" initials="未" lastIdx="1" clrIdx="0"/>
  <p:cmAuthor id="86" name="王鹏凯" initials="" lastIdx="1" clrIdx="0"/>
  <p:cmAuthor id="843" name="10015046" initials="1" lastIdx="1" clrIdx="842"/>
  <p:cmAuthor id="87" name="未知用户104" initials="" lastIdx="1" clrIdx="0"/>
  <p:cmAuthor id="844" name="未知用户480" initials="未" lastIdx="1" clrIdx="0"/>
  <p:cmAuthor id="88" name="未知用户5" initials="" lastIdx="1" clrIdx="0"/>
  <p:cmAuthor id="845" name="未知用户481" initials="未" lastIdx="10" clrIdx="0"/>
  <p:cmAuthor id="89" name="未知的使用者10" initials="" lastIdx="3" clrIdx="1"/>
  <p:cmAuthor id="846" name="未知用户271" initials="未" lastIdx="1" clrIdx="0"/>
  <p:cmAuthor id="90" name="未知的使用者93" initials="" lastIdx="1" clrIdx="1"/>
  <p:cmAuthor id="847" name="未知用户388" initials="未" lastIdx="1" clrIdx="0"/>
  <p:cmAuthor id="91" name="范作霖" initials="范" lastIdx="1" clrIdx="22"/>
  <p:cmAuthor id="848" name="未知用户484" initials="未" lastIdx="1" clrIdx="0"/>
  <p:cmAuthor id="92" name="LeeElva" initials="" lastIdx="1" clrIdx="0"/>
  <p:cmAuthor id="849" name="未知用户224" initials="未" lastIdx="5" clrIdx="0"/>
  <p:cmAuthor id="93" name="未知用户99" initials="" lastIdx="1" clrIdx="2"/>
  <p:cmAuthor id="850" name="未知用户486" initials="未" lastIdx="0" clrIdx="0"/>
  <p:cmAuthor id="94" name="未知的使用者34" initials="" lastIdx="1" clrIdx="0"/>
  <p:cmAuthor id="95" name="未知的使用者115" initials="" lastIdx="1" clrIdx="1"/>
  <p:cmAuthor id="96" name="未知用户57" initials="" lastIdx="1" clrIdx="0"/>
  <p:cmAuthor id="97" name="lianghb" initials="" lastIdx="19" clrIdx="0"/>
  <p:cmAuthor id="854" name="未知用户487" initials="未" lastIdx="0" clrIdx="0"/>
  <p:cmAuthor id="98" name="未知用户17" initials="" lastIdx="0" clrIdx="1"/>
  <p:cmAuthor id="99" name="Deanna Schuler (Bookey Consulting)" initials="" lastIdx="2" clrIdx="0"/>
  <p:cmAuthor id="856" name="未知用户259" initials="未" lastIdx="1" clrIdx="0"/>
  <p:cmAuthor id="100" name="未知的使用者57" initials="" lastIdx="1" clrIdx="0"/>
  <p:cmAuthor id="101" name="未知的使用者16" initials="" lastIdx="6" clrIdx="0"/>
  <p:cmAuthor id="102" name="未知的使用者35" initials="" lastIdx="1" clrIdx="0"/>
  <p:cmAuthor id="103" name="未知用户102" initials="" lastIdx="1" clrIdx="1"/>
  <p:cmAuthor id="104" name="maxine" initials="" lastIdx="0" clrIdx="0"/>
  <p:cmAuthor id="861" name="seki" initials="s" lastIdx="1" clrIdx="0"/>
  <p:cmAuthor id="105" name="未知的使用者121" initials="" lastIdx="1" clrIdx="1"/>
  <p:cmAuthor id="106" name="未知的使用者12" initials="" lastIdx="1" clrIdx="0"/>
  <p:cmAuthor id="107" name="周元元" initials="" lastIdx="5" clrIdx="0"/>
  <p:cmAuthor id="864" name="未知用户270" initials="未" lastIdx="1" clrIdx="0"/>
  <p:cmAuthor id="108" name="未知的使用者27" initials="" lastIdx="8" clrIdx="0"/>
  <p:cmAuthor id="109" name="刘豹" initials="刘" lastIdx="0" clrIdx="0"/>
  <p:cmAuthor id="110" name="未知的使用者30" initials="" lastIdx="8" clrIdx="0"/>
  <p:cmAuthor id="111" name="未知的使用者53" initials="" lastIdx="1" clrIdx="0"/>
  <p:cmAuthor id="868" name="俊呈 賴" initials="俊" lastIdx="1" clrIdx="87"/>
  <p:cmAuthor id="112" name="未知用户58" initials="" lastIdx="5" clrIdx="1"/>
  <p:cmAuthor id="113" name="未知的使用者25" initials="" lastIdx="1" clrIdx="0"/>
  <p:cmAuthor id="114" name="liupeng" initials="" lastIdx="1" clrIdx="1"/>
  <p:cmAuthor id="871" name="Nero" initials="N" lastIdx="2" clrIdx="0"/>
  <p:cmAuthor id="115" name="未知用户24" initials="" lastIdx="1" clrIdx="0"/>
  <p:cmAuthor id="872" name="yifan song" initials="y" lastIdx="1" clrIdx="85"/>
  <p:cmAuthor id="116" name="AbuSina" initials="" lastIdx="2" clrIdx="0"/>
  <p:cmAuthor id="117" name="hl sun" initials="" lastIdx="1" clrIdx="0"/>
  <p:cmAuthor id="118" name="未知的使用者94" initials="" lastIdx="1" clrIdx="2"/>
  <p:cmAuthor id="875" name="v15194" initials="v" lastIdx="13" clrIdx="51"/>
  <p:cmAuthor id="119" name="未知用户66" initials="" lastIdx="1" clrIdx="0"/>
  <p:cmAuthor id="876" name="莊安君" initials="莊" lastIdx="1" clrIdx="65"/>
  <p:cmAuthor id="120" name="郑汝鸿" initials="郑" lastIdx="2" clrIdx="0"/>
  <p:cmAuthor id="121" name="未知用户19" initials="" lastIdx="1" clrIdx="0"/>
  <p:cmAuthor id="122" name="周宏達JerryChou" initials="" lastIdx="6" clrIdx="2"/>
  <p:cmAuthor id="879" name="陳建璋" initials="陳" lastIdx="2" clrIdx="85"/>
  <p:cmAuthor id="123" name="邢辰凤" initials="邢" lastIdx="45" clrIdx="7"/>
  <p:cmAuthor id="880" name="建璋" initials="建" lastIdx="1" clrIdx="86"/>
  <p:cmAuthor id="124" name="未知用户7" initials="" lastIdx="1" clrIdx="0"/>
  <p:cmAuthor id="125" name="未知的使用者56" initials="" lastIdx="1" clrIdx="0"/>
  <p:cmAuthor id="882" name="77482" initials="7" lastIdx="2" clrIdx="548"/>
  <p:cmAuthor id="126" name="未知用户46" initials="未" lastIdx="1" clrIdx="1"/>
  <p:cmAuthor id="883" name="未知用户265" initials="未" lastIdx="2" clrIdx="0"/>
  <p:cmAuthor id="127" name="未知的使用者119" initials="" lastIdx="1" clrIdx="2"/>
  <p:cmAuthor id="884" name="未知用户267" initials="未" lastIdx="1" clrIdx="0"/>
  <p:cmAuthor id="128" name="未知用户59" initials="" lastIdx="0" clrIdx="1"/>
  <p:cmAuthor id="885" name="liuxie" initials="l" lastIdx="1" clrIdx="588"/>
  <p:cmAuthor id="129" name="未知的使用者22" initials="" lastIdx="8" clrIdx="0"/>
  <p:cmAuthor id="130" name="未知的使用者103" initials="" lastIdx="8" clrIdx="0"/>
  <p:cmAuthor id="887" name="未知用户241" initials="未" lastIdx="0" clrIdx="1"/>
  <p:cmAuthor id="131" name="Wenwen" initials="" lastIdx="1" clrIdx="1"/>
  <p:cmAuthor id="888" name="未知用户242" initials="未" lastIdx="3" clrIdx="0"/>
  <p:cmAuthor id="132" name="未知的使用者117" initials="" lastIdx="1" clrIdx="0"/>
  <p:cmAuthor id="133" name="未知的使用者33" initials="" lastIdx="1" clrIdx="0"/>
  <p:cmAuthor id="890" name="未知用户227" initials="未" lastIdx="1" clrIdx="0"/>
  <p:cmAuthor id="134" name="未知的使用者28" initials="" lastIdx="1" clrIdx="0"/>
  <p:cmAuthor id="891" name="未知用户298" initials="未" lastIdx="1" clrIdx="0"/>
  <p:cmAuthor id="135" name="未知用户67" initials="" lastIdx="1" clrIdx="0"/>
  <p:cmAuthor id="892" name="未知用户299" initials="未" lastIdx="1" clrIdx="0"/>
  <p:cmAuthor id="136" name="未知用户114" initials="" lastIdx="1" clrIdx="0"/>
  <p:cmAuthor id="137" name="未知用户18" initials="" lastIdx="10" clrIdx="0"/>
  <p:cmAuthor id="894" name="未知用户302" initials="未" lastIdx="1" clrIdx="0"/>
  <p:cmAuthor id="138" name="未知的使用者67" initials="" lastIdx="1" clrIdx="0"/>
  <p:cmAuthor id="139" name="未知的使用者46" initials="" lastIdx="1" clrIdx="1"/>
  <p:cmAuthor id="140" name="未知的使用者26" initials="" lastIdx="1" clrIdx="0"/>
  <p:cmAuthor id="141" name="未知的使用者43" initials="" lastIdx="1" clrIdx="0"/>
  <p:cmAuthor id="898" name="許詩婕" initials="許" lastIdx="1" clrIdx="1"/>
  <p:cmAuthor id="142" name="未知的使用者9" initials="" lastIdx="1" clrIdx="0"/>
  <p:cmAuthor id="143" name="未知用户62" initials="" lastIdx="1" clrIdx="1"/>
  <p:cmAuthor id="900" name="minil" initials="m" lastIdx="4" clrIdx="589"/>
  <p:cmAuthor id="353158055" name="韩雨" initials="韩" lastIdx="0" clrIdx="0"/>
  <p:cmAuthor id="901" name="15106" initials="1" lastIdx="4" clrIdx="0"/>
  <p:cmAuthor id="144" name="yuanzh" initials="" lastIdx="1" clrIdx="1"/>
  <p:cmAuthor id="145" name="不明使用者57" initials="" lastIdx="1" clrIdx="0"/>
  <p:cmAuthor id="146" name="未知用户108" initials="" lastIdx="1" clrIdx="0"/>
  <p:cmAuthor id="903" name="赵 璐" initials="赵" lastIdx="4" clrIdx="0"/>
  <p:cmAuthor id="147" name="未知的使用者110" initials="" lastIdx="1" clrIdx="0"/>
  <p:cmAuthor id="904" name="Zhu, Hawk" initials="Z" lastIdx="1" clrIdx="0"/>
  <p:cmAuthor id="148" name="linyd" initials="" lastIdx="3" clrIdx="1"/>
  <p:cmAuthor id="905" name="tanjp" initials="t" lastIdx="0" clrIdx="491"/>
  <p:cmAuthor id="149" name="未知用户8" initials="" lastIdx="1" clrIdx="0"/>
  <p:cmAuthor id="906" name="YS" initials="Y" lastIdx="1" clrIdx="86"/>
  <p:cmAuthor id="150" name="未知的使用者31" initials="" lastIdx="1" clrIdx="0"/>
  <p:cmAuthor id="907" name="白鑫" initials="白" lastIdx="1" clrIdx="906"/>
  <p:cmAuthor id="151" name="未知用户81" initials="" lastIdx="1" clrIdx="0"/>
  <p:cmAuthor id="152" name="未知用户115" initials="" lastIdx="1" clrIdx="0"/>
  <p:cmAuthor id="909" name="刘慧芳" initials="刘" lastIdx="1" clrIdx="908"/>
  <p:cmAuthor id="153" name="未知用户21" initials="" lastIdx="1" clrIdx="0"/>
  <p:cmAuthor id="910" name="Jdi" initials="J" lastIdx="0" clrIdx="0"/>
  <p:cmAuthor id="154" name="未知的使用者68" initials="" lastIdx="1" clrIdx="0"/>
  <p:cmAuthor id="911" name="未知用户337" initials="未" lastIdx="1" clrIdx="0"/>
  <p:cmAuthor id="155" name="mm" initials="" lastIdx="1" clrIdx="0"/>
  <p:cmAuthor id="912" name="未知用户239" initials="未" lastIdx="3" clrIdx="0"/>
  <p:cmAuthor id="156" name="未知用户15" initials="" lastIdx="1" clrIdx="0"/>
  <p:cmAuthor id="913" name="chenmh" initials="c" lastIdx="1" clrIdx="85"/>
  <p:cmAuthor id="157" name="朱晓瑜" initials="" lastIdx="54" clrIdx="0"/>
  <p:cmAuthor id="914" name="CVTEr" initials="C" lastIdx="1" clrIdx="0"/>
  <p:cmAuthor id="158" name="不明使用者20" initials="" lastIdx="1" clrIdx="0"/>
  <p:cmAuthor id="915" name="June C" initials="J" lastIdx="1" clrIdx="4"/>
  <p:cmAuthor id="159" name="未知用户82" initials="" lastIdx="1" clrIdx="0"/>
  <p:cmAuthor id="916" name="00270" initials="0" lastIdx="1" clrIdx="0"/>
  <p:cmAuthor id="160" name="未知的使用者7" initials="" lastIdx="2" clrIdx="0"/>
  <p:cmAuthor id="917" name="IBM_USER" initials="I" lastIdx="4" clrIdx="1"/>
  <p:cmAuthor id="161" name="未知用户6" initials="" lastIdx="8" clrIdx="0"/>
  <p:cmAuthor id="162" name="未知的使用者55" initials="" lastIdx="1" clrIdx="0"/>
  <p:cmAuthor id="919" name="shinevin liu" initials="s" lastIdx="1" clrIdx="3"/>
  <p:cmAuthor id="163" name="未知的使用者111" initials="" lastIdx="1" clrIdx="0"/>
  <p:cmAuthor id="920" name="Davidpeng" initials="D" lastIdx="1" clrIdx="10"/>
  <p:cmAuthor id="164" name="未知的使用者50" initials="" lastIdx="1" clrIdx="0"/>
  <p:cmAuthor id="921" name="dbc" initials="d" lastIdx="2" clrIdx="0"/>
  <p:cmAuthor id="165" name="未知的使用者11" initials="" lastIdx="1" clrIdx="0"/>
  <p:cmAuthor id="922" name="吴军影" initials="吴" lastIdx="10" clrIdx="0"/>
  <p:cmAuthor id="166" name="未知用户47" initials="" lastIdx="6" clrIdx="0"/>
  <p:cmAuthor id="923" name="冯学沛" initials="冯" lastIdx="1" clrIdx="1"/>
  <p:cmAuthor id="167" name="未知用户106" initials="未" lastIdx="1" clrIdx="0"/>
  <p:cmAuthor id="924" name="杨 超" initials="杨" lastIdx="1" clrIdx="3"/>
  <p:cmAuthor id="168" name="未知用户116" initials="" lastIdx="1" clrIdx="1"/>
  <p:cmAuthor id="169" name="未知的使用者150" initials="未" lastIdx="1" clrIdx="0"/>
  <p:cmAuthor id="926" name="Rex" initials="R" lastIdx="0" clrIdx="0"/>
  <p:cmAuthor id="170" name="未知的使用者69" initials="" lastIdx="1" clrIdx="1"/>
  <p:cmAuthor id="171" name="未知的使用者112" initials="" lastIdx="1" clrIdx="1"/>
  <p:cmAuthor id="146566726" name="高飞" initials="高" lastIdx="0" clrIdx="0"/>
  <p:cmAuthor id="172" name="梁亚栋" initials="梁" lastIdx="776053" clrIdx="0"/>
  <p:cmAuthor id="146566727" name="xzb1" initials="x" lastIdx="1" clrIdx="1"/>
  <p:cmAuthor id="173" name="Kevin Hu" initials="" lastIdx="1" clrIdx="0"/>
  <p:cmAuthor id="174" name="未知的使用者38" initials="" lastIdx="1" clrIdx="0"/>
  <p:cmAuthor id="175" name="唐可欣" initials="" lastIdx="1" clrIdx="0"/>
  <p:cmAuthor id="176" name="未知的使用者8" initials="" lastIdx="1" clrIdx="0"/>
  <p:cmAuthor id="177" name="不明使用者56" initials="" lastIdx="1" clrIdx="0"/>
  <p:cmAuthor id="178" name="P00035_jeremy" initials="" lastIdx="1" clrIdx="0"/>
  <p:cmAuthor id="179" name="Unknown User7" initials="" lastIdx="1" clrIdx="0"/>
  <p:cmAuthor id="180" name="muzi wei" initials="" lastIdx="1" clrIdx="0"/>
  <p:cmAuthor id="181" name="未知的使用者41" initials="" lastIdx="1" clrIdx="0"/>
  <p:cmAuthor id="182" name="未知的使用者13" initials="" lastIdx="1" clrIdx="0"/>
  <p:cmAuthor id="183" name="djj" initials="" lastIdx="2" clrIdx="0"/>
  <p:cmAuthor id="184" name="未知用户117" initials="" lastIdx="1" clrIdx="2"/>
  <p:cmAuthor id="185" name="未知的使用者92" initials="未" lastIdx="1" clrIdx="0"/>
  <p:cmAuthor id="186" name="未知用户13" initials="" lastIdx="1" clrIdx="0"/>
  <p:cmAuthor id="187" name="不明使用者21" initials="" lastIdx="1" clrIdx="0"/>
  <p:cmAuthor id="188" name="YUMINGNJ" initials="" lastIdx="3" clrIdx="0"/>
  <p:cmAuthor id="189" name="未知的使用者52" initials="" lastIdx="1" clrIdx="1"/>
  <p:cmAuthor id="190" name="未知用户109" initials="" lastIdx="1" clrIdx="1"/>
  <p:cmAuthor id="191" name="Unknown User117" initials="U" lastIdx="10" clrIdx="0"/>
  <p:cmAuthor id="192" name="thomas" initials="" lastIdx="1" clrIdx="49"/>
  <p:cmAuthor id="193" name="未知的使用者3" initials="" lastIdx="7" clrIdx="1"/>
  <p:cmAuthor id="194" name="未知用户14" initials="" lastIdx="1" clrIdx="0"/>
  <p:cmAuthor id="195" name="Unknown User65" initials="U" lastIdx="1" clrIdx="0"/>
  <p:cmAuthor id="196" name="未知用户98" initials="" lastIdx="1" clrIdx="2"/>
  <p:cmAuthor id="197" name="alpha" initials="a" lastIdx="1" clrIdx="0"/>
  <p:cmAuthor id="198" name="未知用户83" initials="" lastIdx="1" clrIdx="1"/>
  <p:cmAuthor id="199" name="未知用户61" initials="" lastIdx="8" clrIdx="0"/>
  <p:cmAuthor id="956" name="汤亚男" initials="汤" lastIdx="1" clrIdx="955"/>
  <p:cmAuthor id="200" name="張秀娟" initials="" lastIdx="1" clrIdx="2"/>
  <p:cmAuthor id="201" name="Jason Wang" initials="" lastIdx="1" clrIdx="0"/>
  <p:cmAuthor id="202" name="不明使用者18" initials="" lastIdx="0" clrIdx="1"/>
  <p:cmAuthor id="203" name="未知用户28" initials="未" lastIdx="5" clrIdx="1"/>
  <p:cmAuthor id="204" name="未知的使用者72" initials="" lastIdx="1" clrIdx="0"/>
  <p:cmAuthor id="205" name="未知的使用者48" initials="" lastIdx="1" clrIdx="0"/>
  <p:cmAuthor id="206" name="未知的使用者104" initials="" lastIdx="1" clrIdx="0"/>
  <p:cmAuthor id="207" name="未知用户60" initials="" lastIdx="1" clrIdx="0"/>
  <p:cmAuthor id="208" name="未知的使用者39" initials="未" lastIdx="10" clrIdx="0"/>
  <p:cmAuthor id="209" name="Shawna Strickland" initials="" lastIdx="2" clrIdx="0"/>
  <p:cmAuthor id="210" name="未知的使用者36" initials="" lastIdx="3" clrIdx="1"/>
  <p:cmAuthor id="211" name="未知的使用者136" initials="未" lastIdx="1" clrIdx="0"/>
  <p:cmAuthor id="212" name="Daniel Wuu" initials="" lastIdx="1" clrIdx="0"/>
  <p:cmAuthor id="213" name="未知用户56" initials="" lastIdx="1" clrIdx="0"/>
  <p:cmAuthor id="214" name="未知的使用者14" initials="" lastIdx="2" clrIdx="0"/>
  <p:cmAuthor id="215" name="未知的使用者140" initials="未" lastIdx="1" clrIdx="1"/>
  <p:cmAuthor id="216" name="未知的使用者197" initials="未" lastIdx="8" clrIdx="0"/>
  <p:cmAuthor id="441412215" name="tonghailan" initials="t" lastIdx="1126972" clrIdx="0"/>
  <p:cmAuthor id="217" name="Ashley Eberenz" initials="" lastIdx="7" clrIdx="1"/>
  <p:cmAuthor id="218" name="不明使用者19" initials="" lastIdx="1" clrIdx="0"/>
  <p:cmAuthor id="219" name="qiantong" initials="" lastIdx="3" clrIdx="1"/>
  <p:cmAuthor id="220" name="未知的使用者74" initials="" lastIdx="1" clrIdx="0"/>
  <p:cmAuthor id="221" name="未知的使用者23" initials="" lastIdx="1" clrIdx="0"/>
  <p:cmAuthor id="222" name="未知的使用者1" initials="" lastIdx="8" clrIdx="0"/>
  <p:cmAuthor id="223" name="116304" initials="" lastIdx="1" clrIdx="1"/>
  <p:cmAuthor id="224" name="未知用户31" initials="未" lastIdx="1" clrIdx="1"/>
  <p:cmAuthor id="225" name="R affer" initials="" lastIdx="1" clrIdx="0"/>
  <p:cmAuthor id="226" name="qihua-DCMS" initials="" lastIdx="0" clrIdx="0"/>
  <p:cmAuthor id="227" name="未知用户55" initials="" lastIdx="1" clrIdx="0"/>
  <p:cmAuthor id="228" name="未知的使用者95" initials="" lastIdx="1" clrIdx="0"/>
  <p:cmAuthor id="229" name="未知的使用者168" initials="未" lastIdx="1" clrIdx="0"/>
  <p:cmAuthor id="230" name="未知的使用者32" initials="" lastIdx="1" clrIdx="0"/>
  <p:cmAuthor id="231" name="未知的使用者49" initials="" lastIdx="1" clrIdx="0"/>
  <p:cmAuthor id="232" name="Unknown User26" initials="U" lastIdx="1" clrIdx="1"/>
  <p:cmAuthor id="233" name="yuexuejun" initials="" lastIdx="3" clrIdx="0"/>
  <p:cmAuthor id="234" name="未知的使用者71" initials="" lastIdx="1" clrIdx="1"/>
  <p:cmAuthor id="235" name="未知的使用者105" initials="" lastIdx="1" clrIdx="0"/>
  <p:cmAuthor id="236" name="Unknown User70" initials="" lastIdx="1" clrIdx="0"/>
  <p:cmAuthor id="237" name="clinchen" initials="" lastIdx="0" clrIdx="1"/>
  <p:cmAuthor id="238" name="未知用户23" initials="" lastIdx="1" clrIdx="0"/>
  <p:cmAuthor id="239" name="hanjuncompany" initials="" lastIdx="1" clrIdx="0"/>
  <p:cmAuthor id="240" name="kathy chen" initials="" lastIdx="3" clrIdx="0"/>
  <p:cmAuthor id="241" name="未知的使用者63" initials="" lastIdx="1" clrIdx="0"/>
  <p:cmAuthor id="242" name="未知的使用者64" initials="" lastIdx="3" clrIdx="1"/>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248" name="未知的使用者65" initials="" lastIdx="1" clrIdx="0"/>
  <p:cmAuthor id="249" name="未知的使用者106" initials="" lastIdx="3" clrIdx="1"/>
  <p:cmAuthor id="250" name="未知的使用者107" initials="" lastIdx="1" clrIdx="1"/>
  <p:cmAuthor id="251" name="未知的使用者108" initials="" lastIdx="1" clrIdx="0"/>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256" name="未知的使用者126" initials="" lastIdx="1" clrIdx="0"/>
  <p:cmAuthor id="257" name="未知的使用者127" initials="" lastIdx="3" clrIdx="1"/>
  <p:cmAuthor id="258" name="未知的使用者128" initials="" lastIdx="1" clrIdx="1"/>
  <p:cmAuthor id="259" name="未知的使用者124" initials="" lastIdx="1" clrIdx="0"/>
  <p:cmAuthor id="456157861" name="Ayue " initials="A" lastIdx="1" clrIdx="897"/>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268" name="未知用户150" initials="" lastIdx="1" clrIdx="0"/>
  <p:cmAuthor id="269" name="未知用户151" initials="" lastIdx="2" clrIdx="0"/>
  <p:cmAuthor id="270" name="未知用户152" initials="" lastIdx="8" clrIdx="0"/>
  <p:cmAuthor id="271" name="未知用户153" initials="" lastIdx="8" clrIdx="0"/>
  <p:cmAuthor id="272" name="未知用户154" initials="" lastIdx="1" clrIdx="0"/>
  <p:cmAuthor id="273" name="未知用户155" initials=""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83" name="未知用户71" initials="" lastIdx="1" clrIdx="0"/>
  <p:cmAuthor id="284" name="未知用户72" initials="" lastIdx="1" clrIdx="0"/>
  <p:cmAuthor id="285" name="未知用户73" initials="" lastIdx="2" clrIdx="0"/>
  <p:cmAuthor id="286" name="未知用户49" initials="" lastIdx="1" clrIdx="0"/>
  <p:cmAuthor id="287" name="未知用户50" initials="" lastIdx="1" clrIdx="0"/>
  <p:cmAuthor id="288" name="未知用户52" initials="" lastIdx="1" clrIdx="0"/>
  <p:cmAuthor id="289" name="MA15" initials="" lastIdx="1" clrIdx="0"/>
  <p:cmAuthor id="290" name="未知用户53" initials="" lastIdx="10" clrIdx="0"/>
  <p:cmAuthor id="291" name="未知用户96" initials="" lastIdx="1" clrIdx="0"/>
  <p:cmAuthor id="292" name="未知用户48" initials="" lastIdx="1" clrIdx="0"/>
  <p:cmAuthor id="293" name="未知用户97" initials="" lastIdx="2" clrIdx="0"/>
  <p:cmAuthor id="294" name="未知用户40" initials="" lastIdx="5" clrIdx="1"/>
  <p:cmAuthor id="295" name="未知用户43" initials="" lastIdx="1" clrIdx="0"/>
  <p:cmAuthor id="296" name="未知用户100" initials="" lastIdx="1" clrIdx="0"/>
  <p:cmAuthor id="297" name="未知用户101" initials="" lastIdx="1" clrIdx="0"/>
  <p:cmAuthor id="298" name="未知用户26" initials="" lastIdx="1" clrIdx="0"/>
  <p:cmAuthor id="299" name="未知用户29" initials="" lastIdx="1" clrIdx="0"/>
  <p:cmAuthor id="300" name="未知用户32" initials="" lastIdx="1" clrIdx="0"/>
  <p:cmAuthor id="301" name="未知用户33" initials="" lastIdx="1" clrIdx="0"/>
  <p:cmAuthor id="302" name="未知用户34" initials="" lastIdx="2" clrIdx="0"/>
  <p:cmAuthor id="303" name="未知用户42" initials="" lastIdx="1" clrIdx="0"/>
  <p:cmAuthor id="304" name="未知的使用者109" initials="" lastIdx="5" clrIdx="1"/>
  <p:cmAuthor id="305" name="未知的使用者122" initials="" lastIdx="1" clrIdx="0"/>
  <p:cmAuthor id="306" name="未知的使用者123" initials="" lastIdx="8" clrIdx="0"/>
  <p:cmAuthor id="307" name="未知用户93" initials="" lastIdx="1" clrIdx="0"/>
  <p:cmAuthor id="308" name="未知用户90" initials="" lastIdx="5" clrIdx="1"/>
  <p:cmAuthor id="309" name="未知用户91" initials="" lastIdx="0" clrIdx="1"/>
  <p:cmAuthor id="310" name="未知用户92" initials="" lastIdx="1" clrIdx="0"/>
  <p:cmAuthor id="311" name="未知用户74" initials="" lastIdx="5" clrIdx="1"/>
  <p:cmAuthor id="312" name="未知用户75" initials="" lastIdx="8" clrIdx="0"/>
  <p:cmAuthor id="313" name="未知用户76" initials="" lastIdx="1" clrIdx="0"/>
  <p:cmAuthor id="314" name="未知用户77" initials="" lastIdx="8" clrIdx="0"/>
  <p:cmAuthor id="315" name="未知用户78" initials="" lastIdx="8" clrIdx="0"/>
  <p:cmAuthor id="316" name="未知用户79" initials="" lastIdx="1" clrIdx="0"/>
  <p:cmAuthor id="317" name="未知用户80" initials="" lastIdx="1" clrIdx="0"/>
  <p:cmAuthor id="318" name="Harry xu" initials="" lastIdx="1" clrIdx="0"/>
  <p:cmAuthor id="319" name="未知用户27" initials="未" lastIdx="1" clrIdx="0"/>
  <p:cmAuthor id="320" name="未知用户35" initials="未" lastIdx="1" clrIdx="0"/>
  <p:cmAuthor id="321" name="未知用户111" initials="未" lastIdx="1" clrIdx="1"/>
  <p:cmAuthor id="322" name="K4-IML" initials="K" lastIdx="1" clrIdx="321"/>
  <p:cmAuthor id="323" name="ethel" initials="e" lastIdx="2" clrIdx="322"/>
  <p:cmAuthor id="324" name="李锦" initials="李" lastIdx="2" clrIdx="323"/>
  <p:cmAuthor id="700726458" name="小白" initials="小" lastIdx="1" clrIdx="823"/>
  <p:cmAuthor id="325" name="sunyi1" initials="s" lastIdx="1" clrIdx="324"/>
  <p:cmAuthor id="326" name="10546" initials="1" lastIdx="1" clrIdx="325"/>
  <p:cmAuthor id="327" name="岳凯婷" initials="岳" lastIdx="1" clrIdx="326"/>
  <p:cmAuthor id="328" name="焦蕊蕊" initials="焦" lastIdx="1" clrIdx="327"/>
  <p:cmAuthor id="329" name="LENOVO" initials="L" lastIdx="4" clrIdx="328"/>
  <p:cmAuthor id="330" name="沈阳" initials="沈" lastIdx="1" clrIdx="329"/>
  <p:cmAuthor id="331" name="86156" initials="8" lastIdx="2" clrIdx="330"/>
  <p:cmAuthor id="332" name="Liu, Hongqing (NSB - CN/Shanghai)" initials="L" lastIdx="1" clrIdx="41"/>
  <p:cmAuthor id="333" name="曹辰" initials="曹" lastIdx="2" clrIdx="332"/>
  <p:cmAuthor id="334" name="何伟" initials="何" lastIdx="1" clrIdx="333"/>
  <p:cmAuthor id="335" name="杜晓云" initials="杜" lastIdx="1" clrIdx="334"/>
  <p:cmAuthor id="287643681" name="殷格非" initials="殷" lastIdx="2" clrIdx="0"/>
  <p:cmAuthor id="336" name="aa" initials="a" lastIdx="12" clrIdx="335"/>
  <p:cmAuthor id="287643682" name="z r" initials="zr" lastIdx="5" clrIdx="12"/>
  <p:cmAuthor id="337" name="raymond luan" initials="r" lastIdx="0" clrIdx="0"/>
  <p:cmAuthor id="287643683" name="王 曦" initials="王" lastIdx="1" clrIdx="13"/>
  <p:cmAuthor id="338" name="郭卫军" initials="郭" lastIdx="1" clrIdx="337"/>
  <p:cmAuthor id="287643684" name="Aqf" initials="A" lastIdx="1" clrIdx="36"/>
  <p:cmAuthor id="339" name="曾素灵" initials="曾" lastIdx="1" clrIdx="338"/>
  <p:cmAuthor id="287643685" name="13709759491@139.com" initials="1" lastIdx="1" clrIdx="49"/>
  <p:cmAuthor id="691587970" name="小延魔法师" initials="小" lastIdx="1126286" clrIdx="0"/>
  <p:cmAuthor id="287643686" name="夜尽迟渊_UrQfrmQZ" initials="authorId_501680251" lastIdx="0" clrIdx="0"/>
  <p:cmAuthor id="340" name="CZLTFZ002" initials="C" lastIdx="1" clrIdx="339"/>
  <p:cmAuthor id="691587971" name="徐 安柯" initials="徐" lastIdx="2" clrIdx="41"/>
  <p:cmAuthor id="287643687" name="王丰_aE3uARfm" initials="authorId_383357774" lastIdx="0" clrIdx="0"/>
  <p:cmAuthor id="341" name="未知的使用者155" initials="未" lastIdx="1" clrIdx="0"/>
  <p:cmAuthor id="691587972" name="li hui" initials="lh" lastIdx="1" clrIdx="50"/>
  <p:cmAuthor id="287643688" name="方少_UbQfrimU" initials="authorId_442114952" lastIdx="0" clrIdx="0"/>
  <p:cmAuthor id="342" name="李 剑峰" initials="李" lastIdx="5" clrIdx="23"/>
  <p:cmAuthor id="691587973" name="ZHAI TING" initials="ZT" lastIdx="1" clrIdx="57"/>
  <p:cmAuthor id="287643689" name="叶盛_Q3A3IfEf" initials="authorId_506280334" lastIdx="0" clrIdx="0"/>
  <p:cmAuthor id="343" name="娜娅" initials="娜" lastIdx="2" clrIdx="342"/>
  <p:cmAuthor id="691587974" name="陈文华" initials="u" lastIdx="0" clrIdx="322"/>
  <p:cmAuthor id="383159679" name="sunaoran" initials="s" lastIdx="2" clrIdx="3"/>
  <p:cmAuthor id="287643690" name="Harley._bEJrUJ7r" initials="authorId_432156705" lastIdx="0" clrIdx="0"/>
  <p:cmAuthor id="344" name="10072673" initials="1" lastIdx="3" clrIdx="343"/>
  <p:cmAuthor id="691587975" name="junqing li" initials="jl" lastIdx="1" clrIdx="331"/>
  <p:cmAuthor id="287643691" name="罗平_VB7vJb2E" initials="authorId_305049361" lastIdx="0" clrIdx="0"/>
  <p:cmAuthor id="345" name="孟闪飞" initials="孟" lastIdx="1" clrIdx="344"/>
  <p:cmAuthor id="691587976" name="8618608404186" initials="" lastIdx="1" clrIdx="634"/>
  <p:cmAuthor id="287643692" name="xixi_nUjqe22E" initials="authorId_359229261" lastIdx="0" clrIdx="0"/>
  <p:cmAuthor id="346" name="PC" initials="P" lastIdx="4" clrIdx="0"/>
  <p:cmAuthor id="691587977" name="玥 谭" initials="玥谭" lastIdx="1" clrIdx="635"/>
  <p:cmAuthor id="287643693" name="安安_zm6nYnYZ" initials="authorId_347340296" lastIdx="0" clrIdx="0"/>
  <p:cmAuthor id="347" name="李晓波" initials="李" lastIdx="1" clrIdx="346"/>
  <p:cmAuthor id="348" name="鲁晓芳" initials="鲁" lastIdx="1" clrIdx="347"/>
  <p:cmAuthor id="691587978" name="周宏飞" initials="周" lastIdx="1" clrIdx="691587977"/>
  <p:cmAuthor id="349" name="未知的使用者183" initials="未" lastIdx="5" clrIdx="1"/>
  <p:cmAuthor id="350" name="未知的使用者182" initials="未" lastIdx="1" clrIdx="1"/>
  <p:cmAuthor id="287643696" name="周君_MfIffYra" initials="authorId_375419134" lastIdx="0" clrIdx="0"/>
  <p:cmAuthor id="351" name="未知的使用者173" initials="未" lastIdx="1" clrIdx="0"/>
  <p:cmAuthor id="352" name="未知的使用者161" initials="未" lastIdx="1" clrIdx="0"/>
  <p:cmAuthor id="353" name="封殊龙" initials="封" lastIdx="2" clrIdx="352"/>
  <p:cmAuthor id="354" name="未知的使用者162" initials="未" lastIdx="1" clrIdx="0"/>
  <p:cmAuthor id="355" name="未知的使用者152" initials="未" lastIdx="1" clrIdx="0"/>
  <p:cmAuthor id="356" name="未知的使用者184" initials="未" lastIdx="8" clrIdx="0"/>
  <p:cmAuthor id="357" name="未知的使用者185" initials="未" lastIdx="10" clrIdx="0"/>
  <p:cmAuthor id="358" name="未知的使用者186" initials="未" lastIdx="1" clrIdx="0"/>
  <p:cmAuthor id="359" name="未知的使用者175" initials="未" lastIdx="8" clrIdx="0"/>
  <p:cmAuthor id="360" name="未知的使用者176" initials="未" lastIdx="1" clrIdx="0"/>
  <p:cmAuthor id="361" name="未知的使用者187" initials="未" lastIdx="1" clrIdx="0"/>
  <p:cmAuthor id="362" name="未知的使用者178" initials="未" lastIdx="1" clrIdx="0"/>
  <p:cmAuthor id="363" name="未知的使用者179" initials="未" lastIdx="1" clrIdx="0"/>
  <p:cmAuthor id="364" name="王恒婧" initials="王" lastIdx="1" clrIdx="363"/>
  <p:cmAuthor id="365" name="未知的使用者181" initials="未" lastIdx="7" clrIdx="1"/>
  <p:cmAuthor id="366" name="未知的使用者170" initials="未" lastIdx="43" clrIdx="1"/>
  <p:cmAuthor id="367" name="HUAWEI" initials="H" lastIdx="2" clrIdx="366"/>
  <p:cmAuthor id="368" name="chenhua32" initials="c" lastIdx="1" clrIdx="367"/>
  <p:cmAuthor id="369" name="未知的使用者141" initials="未" lastIdx="8" clrIdx="0"/>
  <p:cmAuthor id="370" name="未知的使用者142" initials="未" lastIdx="1" clrIdx="0"/>
  <p:cmAuthor id="371" name="未知的使用者143" initials="未" lastIdx="1" clrIdx="0"/>
  <p:cmAuthor id="372" name="未知的使用者144" initials="未" lastIdx="1" clrIdx="0"/>
  <p:cmAuthor id="373" name="未知的使用者145" initials="未" lastIdx="1" clrIdx="0"/>
  <p:cmAuthor id="374" name="未知的使用者146" initials="未" lastIdx="1" clrIdx="0"/>
  <p:cmAuthor id="375" name="未知的使用者147" initials="未" lastIdx="1" clrIdx="0"/>
  <p:cmAuthor id="376" name="未知的使用者148" initials="未" lastIdx="8" clrIdx="0"/>
  <p:cmAuthor id="377" name="未知的使用者149" initials="未" lastIdx="8" clrIdx="0"/>
  <p:cmAuthor id="378" name="姚雪亮" initials="姚" lastIdx="1" clrIdx="377"/>
  <p:cmAuthor id="379" name="刘云轩" initials="刘" lastIdx="1" clrIdx="0"/>
  <p:cmAuthor id="380" name="sharon" initials="s" lastIdx="1" clrIdx="84"/>
  <p:cmAuthor id="381" name="未知用户131" initials="未" lastIdx="1" clrIdx="2"/>
  <p:cmAuthor id="382" name="孔祥云" initials="孔" lastIdx="4" clrIdx="381"/>
  <p:cmAuthor id="383" name="未知的使用者194" initials="未" lastIdx="1" clrIdx="0"/>
  <p:cmAuthor id="384" name="未知用户134" initials="未" lastIdx="10" clrIdx="0"/>
  <p:cmAuthor id="385" name="未知用户135" initials="未" lastIdx="1" clrIdx="0"/>
  <p:cmAuthor id="386" name="10191815" initials="1" lastIdx="1" clrIdx="385"/>
  <p:cmAuthor id="387" name="未知用户136" initials="未" lastIdx="1" clrIdx="1"/>
  <p:cmAuthor id="388" name="10036292" initials="1" lastIdx="1" clrIdx="387"/>
  <p:cmAuthor id="389" name="Yoyo Wu" initials="Y" lastIdx="2" clrIdx="0"/>
  <p:cmAuthor id="390" name="未知的使用者201" initials="未" lastIdx="8" clrIdx="0"/>
  <p:cmAuthor id="391" name="未知的使用者202" initials="未" lastIdx="0" clrIdx="1"/>
  <p:cmAuthor id="392" name="未知的使用者171" initials="未" lastIdx="3" clrIdx="1"/>
  <p:cmAuthor id="393" name="未知的使用者195" initials="未" lastIdx="1" clrIdx="1"/>
  <p:cmAuthor id="394" name="罗玉碧" initials="罗" lastIdx="10" clrIdx="393"/>
  <p:cmAuthor id="395" name="未知的使用者196" initials="未" lastIdx="1" clrIdx="0"/>
  <p:cmAuthor id="396" name="未知的使用者222" initials="" lastIdx="5" clrIdx="1"/>
  <p:cmAuthor id="397" name="未知的使用者203" initials="未" lastIdx="1" clrIdx="0"/>
  <p:cmAuthor id="398" name="未知的使用者204" initials="未" lastIdx="1" clrIdx="0"/>
  <p:cmAuthor id="399" name="未知的使用者225" initials="" lastIdx="1" clrIdx="0"/>
  <p:cmAuthor id="400" name="10208146" initials="1" lastIdx="1" clrIdx="399"/>
  <p:cmAuthor id="401" name="Unknown User24" initials="U" lastIdx="1" clrIdx="0"/>
  <p:cmAuthor id="402" name="未知用户133" initials="未" lastIdx="1" clrIdx="0"/>
  <p:cmAuthor id="404" name="00103907" initials="0" lastIdx="1" clrIdx="403"/>
  <p:cmAuthor id="405" name="未知用户137" initials="未" lastIdx="10" clrIdx="0"/>
  <p:cmAuthor id="406" name="10156743" initials="1" lastIdx="1" clrIdx="405"/>
  <p:cmAuthor id="407" name="Arno.Du(杜明星)" initials="A" lastIdx="0" clrIdx="0"/>
  <p:cmAuthor id="408" name="张文栓" initials="1" lastIdx="1" clrIdx="407"/>
  <p:cmAuthor id="409" name="zhangbin" initials="z" lastIdx="6" clrIdx="0"/>
  <p:cmAuthor id="410" name="未知的使用者232" initials="" lastIdx="8" clrIdx="0"/>
  <p:cmAuthor id="411" name="liubin (AD)" initials="l" lastIdx="1" clrIdx="511"/>
  <p:cmAuthor id="412" name="未知用户330" initials="未" lastIdx="5" clrIdx="0"/>
  <p:cmAuthor id="413" name="Unknown User111" initials="U" lastIdx="1" clrIdx="0"/>
  <p:cmAuthor id="414" name="未知用户177" initials="未" lastIdx="2" clrIdx="0"/>
  <p:cmAuthor id="415" name="未知用户184" initials="未" lastIdx="1" clrIdx="1"/>
  <p:cmAuthor id="416" name="未知用户118" initials="未" lastIdx="1" clrIdx="0"/>
  <p:cmAuthor id="417" name="Unknown User23" initials="U" lastIdx="1" clrIdx="0"/>
  <p:cmAuthor id="418" name="未知用户181" initials="未" lastIdx="2" clrIdx="0"/>
  <p:cmAuthor id="419" name="未知用户182" initials="未" lastIdx="1" clrIdx="49"/>
  <p:cmAuthor id="420" name="未知用户204" initials="未" lastIdx="1" clrIdx="0"/>
  <p:cmAuthor id="421" name="未知用户205" initials="未" lastIdx="1" clrIdx="0"/>
  <p:cmAuthor id="422" name="未知用户193" initials="未" lastIdx="3" clrIdx="0"/>
  <p:cmAuthor id="423" name="未知用户194" initials="未" lastIdx="1" clrIdx="0"/>
  <p:cmAuthor id="424" name="未知用户187" initials="未" lastIdx="10" clrIdx="0"/>
  <p:cmAuthor id="425" name="Kent" initials="K" lastIdx="2" clrIdx="0"/>
  <p:cmAuthor id="426" name="留毓吟" initials="留" lastIdx="1" clrIdx="0"/>
  <p:cmAuthor id="427" name="王嘉偉" initials="王" lastIdx="2" clrIdx="0"/>
  <p:cmAuthor id="428" name="dcis" initials="d" lastIdx="4" clrIdx="0"/>
  <p:cmAuthor id="429" name="FanJQ" initials="F" lastIdx="1" clrIdx="1"/>
  <p:cmAuthor id="430" name="未知用户211" initials="未" lastIdx="8" clrIdx="0"/>
  <p:cmAuthor id="431" name="未知用户212" initials="未" lastIdx="8" clrIdx="0"/>
  <p:cmAuthor id="432" name="未知用户210" initials="未" lastIdx="1" clrIdx="0"/>
  <p:cmAuthor id="433" name="未知用户201" initials="未" lastIdx="8" clrIdx="0"/>
  <p:cmAuthor id="434" name="未知用户161" initials="未" lastIdx="1" clrIdx="0"/>
  <p:cmAuthor id="435" name="未知用户183" initials="未" lastIdx="1" clrIdx="0"/>
  <p:cmAuthor id="436" name="未知用户162" initials="未" lastIdx="1" clrIdx="0"/>
  <p:cmAuthor id="437" name="未知用户163" initials="未" lastIdx="8" clrIdx="0"/>
  <p:cmAuthor id="438" name="未知用户164" initials="未" lastIdx="1" clrIdx="0"/>
  <p:cmAuthor id="439" name="未知用户165" initials="未" lastIdx="2" clrIdx="0"/>
  <p:cmAuthor id="440" name="未知用户191" initials="未" lastIdx="1" clrIdx="0"/>
  <p:cmAuthor id="441" name="未知用户167" initials="未" lastIdx="1" clrIdx="0"/>
  <p:cmAuthor id="442" name="未知用户202" initials="未" lastIdx="8" clrIdx="0"/>
  <p:cmAuthor id="443" name="未知用户169" initials="未" lastIdx="1" clrIdx="0"/>
  <p:cmAuthor id="444" name="未知用户192" initials="未" lastIdx="1" clrIdx="0"/>
  <p:cmAuthor id="445" name="未知用户203" initials="未" lastIdx="1" clrIdx="1"/>
  <p:cmAuthor id="446" name="未知用户174" initials="未" lastIdx="1" clrIdx="0"/>
  <p:cmAuthor id="447" name="未知用户175" initials="未" lastIdx="1" clrIdx="0"/>
  <p:cmAuthor id="448" name="未知用户176" initials="未" lastIdx="1" clrIdx="0"/>
  <p:cmAuthor id="449" name="lll" initials="l" lastIdx="1" clrIdx="333"/>
  <p:cmAuthor id="450" name="未知的使用者167" initials="未" lastIdx="0" clrIdx="1"/>
  <p:cmAuthor id="451" name="未知的使用者159" initials="未" lastIdx="1" clrIdx="1"/>
  <p:cmAuthor id="452" name="未知的使用者160" initials="未" lastIdx="1" clrIdx="0"/>
  <p:cmAuthor id="453" name="王一哲" initials="王" lastIdx="1" clrIdx="335"/>
  <p:cmAuthor id="454" name="不明使用者7" initials="不" lastIdx="7" clrIdx="1"/>
  <p:cmAuthor id="455" name="未知用户120" initials="未" lastIdx="1" clrIdx="0"/>
  <p:cmAuthor id="456" name="未知用户122" initials="未" lastIdx="1" clrIdx="0"/>
  <p:cmAuthor id="457" name="未知用户132" initials="未" lastIdx="1" clrIdx="0"/>
  <p:cmAuthor id="458" name="未知用户141" initials="未" lastIdx="1" clrIdx="1"/>
  <p:cmAuthor id="459" name="未知用户143" initials="未" lastIdx="1" clrIdx="0"/>
  <p:cmAuthor id="460" name="未知用户144" initials="未" lastIdx="1" clrIdx="0"/>
  <p:cmAuthor id="461" name="未知用户145" initials="未" lastIdx="2" clrIdx="0"/>
  <p:cmAuthor id="462" name="未知用户119" initials="未" lastIdx="1" clrIdx="1"/>
  <p:cmAuthor id="463" name="未知用户140" initials="未" lastIdx="0" clrIdx="1"/>
  <p:cmAuthor id="464" name="未知用户142" initials="未" lastIdx="1" clrIdx="0"/>
  <p:cmAuthor id="465" name="未知用户157" initials="未" lastIdx="8" clrIdx="0"/>
  <p:cmAuthor id="466" name="未知用户158" initials="未" lastIdx="2" clrIdx="0"/>
  <p:cmAuthor id="467" name="未知用户159" initials="未" lastIdx="1" clrIdx="0"/>
  <p:cmAuthor id="468" name="未知用户160" initials="未" lastIdx="2" clrIdx="0"/>
  <p:cmAuthor id="469" name="未知用户168" initials="未" lastIdx="1" clrIdx="0"/>
  <p:cmAuthor id="470" name="順天" initials="順" lastIdx="1" clrIdx="0"/>
  <p:cmAuthor id="471" name="未知用户287" initials="未" lastIdx="0" clrIdx="1"/>
  <p:cmAuthor id="472" name="未知用户288" initials="未" lastIdx="1" clrIdx="0"/>
  <p:cmAuthor id="473" name="未知用户289" initials="未" lastIdx="1" clrIdx="0"/>
  <p:cmAuthor id="474" name="未知用户206" initials="未" lastIdx="6" clrIdx="0"/>
  <p:cmAuthor id="475" name="Evonlin" initials="E" lastIdx="2" clrIdx="2"/>
  <p:cmAuthor id="476" name="Unknown User27" initials="U" lastIdx="1" clrIdx="0"/>
  <p:cmAuthor id="477" name="未知的使用者180" initials="未" lastIdx="2" clrIdx="0"/>
  <p:cmAuthor id="478" name="nancy" initials="n" lastIdx="1" clrIdx="0"/>
  <p:cmAuthor id="479" name="未知用户166" initials="未" lastIdx="1" clrIdx="0"/>
  <p:cmAuthor id="480" name="未知用户195" initials="未" lastIdx="1" clrIdx="0"/>
  <p:cmAuthor id="481" name="未知用户207" initials="未" lastIdx="3" clrIdx="1"/>
  <p:cmAuthor id="482" name="未知的使用者207" initials="未" lastIdx="1" clrIdx="0"/>
  <p:cmAuthor id="483" name="未知的使用者208" initials="未" lastIdx="1" clrIdx="0"/>
  <p:cmAuthor id="484" name="未知的使用者188" initials="未" lastIdx="1" clrIdx="0"/>
  <p:cmAuthor id="485" name="未知的使用者189" initials="未" lastIdx="2" clrIdx="0"/>
  <p:cmAuthor id="2000" name="潘永学_zqEffEZJ" initials="authorId_234645887" lastIdx="1115237080" clrIdx="0"/>
  <p:cmAuthor id="486" name="未知的使用者190" initials="未" lastIdx="1" clrIdx="1"/>
  <p:cmAuthor id="2001" name="潘 晨" initials="潘" lastIdx="2" clrIdx="18"/>
  <p:cmAuthor id="487" name="未知的使用者191" initials="未" lastIdx="1" clrIdx="0"/>
  <p:cmAuthor id="2002" name="song manyi" initials="sm" lastIdx="4" clrIdx="19"/>
  <p:cmAuthor id="488" name="未知的使用者192" initials="未" lastIdx="1" clrIdx="0"/>
  <p:cmAuthor id="2003" name="梁鹏" initials="u" lastIdx="1" clrIdx="35"/>
  <p:cmAuthor id="489" name="未知的使用者193" initials="未" lastIdx="2" clrIdx="0"/>
  <p:cmAuthor id="2004" name="范 斌" initials="范" lastIdx="1" clrIdx="36"/>
  <p:cmAuthor id="490" name="未知的使用者209" initials="未" lastIdx="8" clrIdx="0"/>
  <p:cmAuthor id="2005" name="毕邺" initials="党委办公室" lastIdx="2" clrIdx="37"/>
  <p:cmAuthor id="491" name="未知的使用者210" initials="未" lastIdx="1" clrIdx="0"/>
  <p:cmAuthor id="2006" name="jiaru tiger" initials="jt" lastIdx="2" clrIdx="38"/>
  <p:cmAuthor id="492" name="未知的使用者211" initials="未" lastIdx="1" clrIdx="0"/>
  <p:cmAuthor id="493" name="未知的使用者212" initials="未" lastIdx="11" clrIdx="0"/>
  <p:cmAuthor id="494" name="未知的使用者213" initials="未" lastIdx="7" clrIdx="1"/>
  <p:cmAuthor id="495" name="未知的使用者214" initials="未" lastIdx="1" clrIdx="2"/>
  <p:cmAuthor id="496" name="未知的使用者215" initials="未" lastIdx="1" clrIdx="0"/>
  <p:cmAuthor id="497" name="未知的使用者216" initials="未" lastIdx="1" clrIdx="0"/>
  <p:cmAuthor id="498" name="未知的使用者217" initials="未" lastIdx="1" clrIdx="1"/>
  <p:cmAuthor id="499" name="未知的使用者218" initials="未" lastIdx="1" clrIdx="0"/>
  <p:cmAuthor id="500" name="未知的使用者219" initials="未" lastIdx="2" clrIdx="0"/>
  <p:cmAuthor id="501" name="未知的使用者220" initials="未" lastIdx="7" clrIdx="1"/>
  <p:cmAuthor id="502" name="未知的使用者153" initials="未" lastIdx="1" clrIdx="0"/>
  <p:cmAuthor id="503" name="未知的使用者154" initials="未" lastIdx="1" clrIdx="0"/>
  <p:cmAuthor id="504" name="未知用户25" initials="未" lastIdx="1" clrIdx="0"/>
  <p:cmAuthor id="505" name="张力方" initials="" lastIdx="1" clrIdx="355"/>
  <p:cmAuthor id="506" name="未知的使用者129" initials="未" lastIdx="1" clrIdx="0"/>
  <p:cmAuthor id="507" name="未知的使用者130" initials="未" lastIdx="8" clrIdx="0"/>
  <p:cmAuthor id="508" name="未知的使用者131" initials="未" lastIdx="2" clrIdx="0"/>
  <p:cmAuthor id="509" name="未知的使用者132" initials="未" lastIdx="8" clrIdx="0"/>
  <p:cmAuthor id="510" name="未知的使用者164" initials="未" lastIdx="8" clrIdx="0"/>
  <p:cmAuthor id="511" name="未知的使用者172" initials="未" lastIdx="1" clrIdx="0"/>
  <p:cmAuthor id="512" name="未知的使用者174" initials="未" lastIdx="1" clrIdx="0"/>
  <p:cmAuthor id="513" name="未知的使用者247" initials="未" lastIdx="6" clrIdx="0"/>
  <p:cmAuthor id="514" name="未知的使用者249" initials="未" lastIdx="43" clrIdx="1"/>
  <p:cmAuthor id="515" name="未知的使用者250" initials="未" lastIdx="1" clrIdx="0"/>
  <p:cmAuthor id="516" name="未知的使用者251" initials="未" lastIdx="1" clrIdx="0"/>
  <p:cmAuthor id="517" name="未知的使用者246" initials="未" lastIdx="1" clrIdx="1"/>
  <p:cmAuthor id="518" name="未知的使用者224" initials="未" lastIdx="1" clrIdx="0"/>
  <p:cmAuthor id="519" name="未知的使用者252" initials="未" lastIdx="1" clrIdx="0"/>
  <p:cmAuthor id="520" name="未知的使用者253" initials="未" lastIdx="1" clrIdx="0"/>
  <p:cmAuthor id="521" name="未知的使用者254" initials="未" lastIdx="1" clrIdx="0"/>
  <p:cmAuthor id="522" name="未知的使用者255" initials="未" lastIdx="1" clrIdx="0"/>
  <p:cmAuthor id="523" name="未知的使用者226" initials="未" lastIdx="8" clrIdx="0"/>
  <p:cmAuthor id="5284383" name="何畔依恋" initials="何" lastIdx="1" clrIdx="653"/>
  <p:cmAuthor id="524" name="未知的使用者227" initials="未" lastIdx="2" clrIdx="0"/>
  <p:cmAuthor id="525" name="未知的使用者270" initials="未" lastIdx="1" clrIdx="0"/>
  <p:cmAuthor id="526" name="未知的使用者228" initials="未" lastIdx="8" clrIdx="0"/>
  <p:cmAuthor id="8535702" name="曾蓓/贝贝" initials="曾" lastIdx="0" clrIdx="0"/>
  <p:cmAuthor id="527" name="未知的使用者229" initials="未" lastIdx="8" clrIdx="0"/>
  <p:cmAuthor id="528" name="未知的使用者230" initials="未" lastIdx="1" clrIdx="0"/>
  <p:cmAuthor id="381437688" name="谢学斌" initials="谢" lastIdx="0" clrIdx="0"/>
  <p:cmAuthor id="529" name="未知的使用者231" initials="未" lastIdx="1" clrIdx="0"/>
  <p:cmAuthor id="530" name="未知的使用者256" initials="未" lastIdx="1" clrIdx="0"/>
  <p:cmAuthor id="1543740032" name="qjx2007" initials="q" lastIdx="1" clrIdx="175"/>
  <p:cmAuthor id="531" name="未知的使用者233" initials="未" lastIdx="1" clrIdx="0"/>
  <p:cmAuthor id="532" name="未知的使用者234" initials="未" lastIdx="10" clrIdx="0"/>
  <p:cmAuthor id="533" name="未知的使用者235" initials="未" lastIdx="1" clrIdx="0"/>
  <p:cmAuthor id="534" name="未知的使用者236" initials="未" lastIdx="1" clrIdx="0"/>
  <p:cmAuthor id="535" name="未知的使用者257" initials="未" lastIdx="1" clrIdx="0"/>
  <p:cmAuthor id="536" name="未知的使用者237" initials="未" lastIdx="1" clrIdx="0"/>
  <p:cmAuthor id="537" name="未知的使用者238" initials="未" lastIdx="2" clrIdx="0"/>
  <p:cmAuthor id="538" name="未知的使用者239" initials="未" lastIdx="1" clrIdx="1"/>
  <p:cmAuthor id="539" name="未知的使用者240" initials="未" lastIdx="1" clrIdx="0"/>
  <p:cmAuthor id="540" name="未知的使用者241" initials="未" lastIdx="1" clrIdx="0"/>
  <p:cmAuthor id="541" name="未知的使用者242" initials="未" lastIdx="2" clrIdx="0"/>
  <p:cmAuthor id="542" name="未知的使用者243" initials="未" lastIdx="1" clrIdx="0"/>
  <p:cmAuthor id="543" name="未知的使用者258" initials="未" lastIdx="8" clrIdx="0"/>
  <p:cmAuthor id="544" name="未知的使用者259" initials="未" lastIdx="1" clrIdx="0"/>
  <p:cmAuthor id="545" name="未知的使用者260" initials="未" lastIdx="1" clrIdx="0"/>
  <p:cmAuthor id="546" name="未知的使用者261" initials="未" lastIdx="11" clrIdx="0"/>
  <p:cmAuthor id="547" name="未知的使用者262" initials="未" lastIdx="7" clrIdx="1"/>
  <p:cmAuthor id="548" name="未知的使用者263" initials="未" lastIdx="1" clrIdx="2"/>
  <p:cmAuthor id="549" name="未知的使用者264" initials="未" lastIdx="1" clrIdx="0"/>
  <p:cmAuthor id="550" name="未知的使用者265" initials="未" lastIdx="1" clrIdx="0"/>
  <p:cmAuthor id="551" name="未知的使用者266" initials="未" lastIdx="1" clrIdx="1"/>
  <p:cmAuthor id="552" name="未知的使用者267" initials="未" lastIdx="1" clrIdx="0"/>
  <p:cmAuthor id="553" name="未知的使用者268" initials="未" lastIdx="2" clrIdx="0"/>
  <p:cmAuthor id="554" name="未知的使用者269" initials="未" lastIdx="7" clrIdx="1"/>
  <p:cmAuthor id="555" name="lillian" initials="l" lastIdx="1" clrIdx="0"/>
  <p:cmAuthor id="556" name="未知用户197" initials="未" lastIdx="1" clrIdx="0"/>
  <p:cmAuthor id="557" name="Xia Ting" initials="X" lastIdx="1" clrIdx="0"/>
  <p:cmAuthor id="558" name="未知用户180" initials="未" lastIdx="8" clrIdx="0"/>
  <p:cmAuthor id="559" name="不明使用者54" initials="不" lastIdx="1" clrIdx="1"/>
  <p:cmAuthor id="560" name="未知用户188" initials="未" lastIdx="1" clrIdx="0"/>
  <p:cmAuthor id="561" name="未知用户94" initials="未" lastIdx="0" clrIdx="0"/>
  <p:cmAuthor id="562" name="未知用户321" initials="未" lastIdx="1" clrIdx="0"/>
  <p:cmAuthor id="564" name="未知用户319" initials="未" lastIdx="1" clrIdx="0"/>
  <p:cmAuthor id="565" name="未知用户222" initials="未" lastIdx="1" clrIdx="0"/>
  <p:cmAuthor id="566" name="未知用户87" initials="未" lastIdx="1" clrIdx="0"/>
  <p:cmAuthor id="567" name="未知用户88" initials="未" lastIdx="1" clrIdx="0"/>
  <p:cmAuthor id="568" name="未知用户89" initials="未" lastIdx="1" clrIdx="0"/>
  <p:cmAuthor id="570" name="未知用户110" initials="未" lastIdx="1" clrIdx="0"/>
  <p:cmAuthor id="571" name="未知用户121" initials="未" lastIdx="1" clrIdx="1"/>
  <p:cmAuthor id="572" name="未知用户234" initials="未" lastIdx="7" clrIdx="1"/>
  <p:cmAuthor id="573" name="未知用户54" initials="未" lastIdx="8" clrIdx="0"/>
  <p:cmAuthor id="574" name="未知用户278" initials="未" lastIdx="1" clrIdx="0"/>
  <p:cmAuthor id="575" name="未知用户279" initials="未" lastIdx="1" clrIdx="0"/>
  <p:cmAuthor id="362490782" name="大白" initials="大" lastIdx="1" clrIdx="633"/>
  <p:cmAuthor id="576" name="未知用户280" initials="未" lastIdx="4" clrIdx="2"/>
  <p:cmAuthor id="577" name="未知用户281" initials="未" lastIdx="1" clrIdx="0"/>
  <p:cmAuthor id="578" name="未知用户282" initials="未" lastIdx="3" clrIdx="1"/>
  <p:cmAuthor id="579" name="未知用户283" initials="未" lastIdx="1" clrIdx="1"/>
  <p:cmAuthor id="580" name="未知用户284" initials="未" lastIdx="1" clrIdx="0"/>
  <p:cmAuthor id="581" name="未知用户285" initials="未" lastIdx="8" clrIdx="0"/>
  <p:cmAuthor id="582" name="未知用户303" initials="未" lastIdx="1" clrIdx="0"/>
  <p:cmAuthor id="583" name="78234500@qq.com" initials="7" lastIdx="1" clrIdx="0"/>
  <p:cmAuthor id="584" name="刘雨润" initials="刘" lastIdx="1" clrIdx="583"/>
  <p:cmAuthor id="585" name="未知用户290" initials="未" lastIdx="2" clrIdx="0"/>
  <p:cmAuthor id="586" name="未知用户291" initials="未" lastIdx="8" clrIdx="0"/>
  <p:cmAuthor id="587" name="未知用户292" initials="未" lastIdx="1" clrIdx="0"/>
  <p:cmAuthor id="588" name="未知用户293" initials="未" lastIdx="1" clrIdx="0"/>
  <p:cmAuthor id="210492765" name="施普希（菜菜）" initials="施" lastIdx="0" clrIdx="0"/>
  <p:cmAuthor id="589" name="未知用户295" initials="未" lastIdx="1" clrIdx="0"/>
  <p:cmAuthor id="210492766" name="yu 1" initials="y1" lastIdx="1" clrIdx="19"/>
  <p:cmAuthor id="590" name="未知用户297" initials="未" lastIdx="1" clrIdx="0"/>
  <p:cmAuthor id="210492767" name="李 嘉" initials="李" lastIdx="1" clrIdx="26"/>
  <p:cmAuthor id="591" name="panjm" initials="p" lastIdx="1" clrIdx="0"/>
  <p:cmAuthor id="210492768" name="gus9@chinaunicom.cn" initials="g" lastIdx="4" clrIdx="27"/>
  <p:cmAuthor id="592" name="ye gusong" initials="y" lastIdx="1" clrIdx="0"/>
  <p:cmAuthor id="593" name="wei muzi" initials="w" lastIdx="1" clrIdx="4"/>
  <p:cmAuthor id="594" name="孙" initials="孙" lastIdx="1" clrIdx="50"/>
  <p:cmAuthor id="595" name="liuchunhua199110" initials="l" lastIdx="3" clrIdx="3"/>
  <p:cmAuthor id="597" name="未知用户256" initials="未" lastIdx="1" clrIdx="0"/>
  <p:cmAuthor id="598" name="未知的使用者139" initials="未" lastIdx="1" clrIdx="0"/>
  <p:cmAuthor id="599" name="未知用户258" initials="未" lastIdx="8" clrIdx="0"/>
  <p:cmAuthor id="601" name="未知用户233" initials="未" lastIdx="1" clrIdx="0"/>
  <p:cmAuthor id="28836245" name="子非鱼1314" initials="子" lastIdx="1" clrIdx="931"/>
  <p:cmAuthor id="602" name="未知用户229" initials="未" lastIdx="0" clrIdx="0"/>
  <p:cmAuthor id="603" name="boyen" initials="b" lastIdx="1" clrIdx="602"/>
  <p:cmAuthor id="605" name="yudi lin" initials="y" lastIdx="0" clrIdx="0"/>
  <p:cmAuthor id="606" name="未知的使用者200" initials="未" lastIdx="1" clrIdx="0"/>
  <p:cmAuthor id="607" name="未知用户238" initials="未" lastIdx="1" clrIdx="21"/>
  <p:cmAuthor id="608" name="49554261@qq.com" initials="4" lastIdx="2" clrIdx="2"/>
  <p:cmAuthor id="610" name="未知用户215" initials="未" lastIdx="1" clrIdx="0"/>
  <p:cmAuthor id="611" name="未知用户313" initials="未" lastIdx="2" clrIdx="0"/>
  <p:cmAuthor id="612" name="胡岱雯" initials="胡" lastIdx="1" clrIdx="0"/>
  <p:cmAuthor id="613" name="张 成亚" initials="张" lastIdx="1" clrIdx="52"/>
  <p:cmAuthor id="614" name="未知用户268" initials="未" lastIdx="1" clrIdx="0"/>
  <p:cmAuthor id="615" name="liuzga" initials="l" lastIdx="1" clrIdx="3"/>
  <p:cmAuthor id="616" name="未知用户213" initials="未" lastIdx="1" clrIdx="0"/>
  <p:cmAuthor id="617" name="未知用户218" initials="未" lastIdx="1" clrIdx="0"/>
  <p:cmAuthor id="618" name="未知用户219" initials="未" lastIdx="10" clrIdx="0"/>
  <p:cmAuthor id="619" name="未知用户344" initials="未" lastIdx="1" clrIdx="0"/>
  <p:cmAuthor id="620" name="未知用户345" initials="未" lastIdx="1" clrIdx="0"/>
  <p:cmAuthor id="621" name="未知用户347" initials="未" lastIdx="6" clrIdx="0"/>
  <p:cmAuthor id="622" name="未知用户348" initials="未" lastIdx="10" clrIdx="0"/>
  <p:cmAuthor id="623" name="jian Ray" initials="j" lastIdx="1" clrIdx="50"/>
  <p:cmAuthor id="624" name="卢茹" initials="卢" lastIdx="1" clrIdx="623"/>
  <p:cmAuthor id="625" name="Microsoft Office 用户" initials="M" lastIdx="25" clrIdx="3"/>
  <p:cmAuthor id="626" name="王丽君" initials="王" lastIdx="4" clrIdx="0"/>
  <p:cmAuthor id="627" name="未知用户237" initials="未" lastIdx="1" clrIdx="0"/>
  <p:cmAuthor id="628" name="�Ÿ�" initials="�" lastIdx="1" clrIdx="0"/>
  <p:cmAuthor id="629" name="未知用户221" initials="未" lastIdx="43" clrIdx="1"/>
  <p:cmAuthor id="630" name="jesschin" initials="j" lastIdx="1" clrIdx="510"/>
  <p:cmAuthor id="632" name="林志强" initials="林" lastIdx="1" clrIdx="631"/>
  <p:cmAuthor id="633" name="Carol Kelly" initials="C" lastIdx="1" clrIdx="0"/>
  <p:cmAuthor id="634" name="马月" initials="马" lastIdx="1" clrIdx="633"/>
  <p:cmAuthor id="635" name="10090288" initials="1" lastIdx="3" clrIdx="634"/>
  <p:cmAuthor id="636" name="Unknown User58" initials="U" lastIdx="1" clrIdx="0"/>
  <p:cmAuthor id="637" name="Unknown User55" initials="U" lastIdx="1" clrIdx="1"/>
  <p:cmAuthor id="638" name="未知用户343" initials="未" lastIdx="1" clrIdx="0"/>
  <p:cmAuthor id="639" name="Huipeng Cao" initials="H" lastIdx="1" clrIdx="0"/>
  <p:cmAuthor id="640" name="李 雷雨" initials="李" lastIdx="1" clrIdx="0"/>
  <p:cmAuthor id="641" name="91257" initials="9" lastIdx="0" clrIdx="1"/>
  <p:cmAuthor id="642" name="vicky" initials="v" lastIdx="2" clrIdx="1"/>
  <p:cmAuthor id="643" name="庆芳 许" initials="庆" lastIdx="1" clrIdx="0"/>
  <p:cmAuthor id="644" name="jerrychou" initials="j" lastIdx="1" clrIdx="4"/>
  <p:cmAuthor id="645" name="不明使用者12" initials="不" lastIdx="3" clrIdx="1"/>
  <p:cmAuthor id="646" name="不明使用者1" initials="不" lastIdx="0" clrIdx="0"/>
  <p:cmAuthor id="647" name="不明使用者2" initials="不" lastIdx="2" clrIdx="0"/>
  <p:cmAuthor id="708433798" name="jialuo" initials="j" lastIdx="0" clrIdx="0"/>
  <p:cmAuthor id="648" name="姚翔" initials="姚" lastIdx="1" clrIdx="647"/>
  <p:cmAuthor id="649" name="不明使用者4" initials="不" lastIdx="1" clrIdx="0"/>
  <p:cmAuthor id="650" name="不明使用者6" initials="不" lastIdx="1" clrIdx="0"/>
  <p:cmAuthor id="651" name="不明使用者5" initials="不" lastIdx="11" clrIdx="0"/>
  <p:cmAuthor id="652" name="未知用户296" initials="未" lastIdx="1" clrIdx="0"/>
  <p:cmAuthor id="653" name="不明使用者8" initials="不" lastIdx="43" clrIdx="1"/>
  <p:cmAuthor id="654" name="不明使用者9" initials="不" lastIdx="1" clrIdx="0"/>
  <p:cmAuthor id="655" name="不明使用者10" initials="不" lastIdx="0" clrIdx="0"/>
  <p:cmAuthor id="656" name="不明使用者11" initials="不" lastIdx="1" clrIdx="0"/>
  <p:cmAuthor id="657" name="Carol Wu" initials="C" lastIdx="1" clrIdx="0"/>
  <p:cmAuthor id="658" name="Think" initials="T" lastIdx="6" clrIdx="3"/>
  <p:cmAuthor id="659" name="63173" initials="6" lastIdx="1" clrIdx="658"/>
  <p:cmAuthor id="660" name="未知用户304" initials="未" lastIdx="1" clrIdx="0"/>
  <p:cmAuthor id="661" name="未知用户305" initials="未" lastIdx="1" clrIdx="0"/>
  <p:cmAuthor id="662" name="敢 王" initials="敢" lastIdx="1" clrIdx="0"/>
  <p:cmAuthor id="663" name="邓 勇" initials="邓" lastIdx="1" clrIdx="0"/>
  <p:cmAuthor id="664" name="陈城" initials="陈" lastIdx="0" clrIdx="2"/>
  <p:cmAuthor id="665" name="未知用户309" initials="未" lastIdx="8" clrIdx="0"/>
  <p:cmAuthor id="666" name="59144" initials="5" lastIdx="1" clrIdx="665"/>
  <p:cmAuthor id="667" name="未知用户311" initials="未" lastIdx="2" clrIdx="0"/>
  <p:cmAuthor id="668" name="未知用户312" initials="未" lastIdx="2" clrIdx="0"/>
  <p:cmAuthor id="669" name="86186" initials="8" lastIdx="1" clrIdx="668"/>
  <p:cmAuthor id="670" name="未知用户314" initials="未" lastIdx="1" clrIdx="1"/>
  <p:cmAuthor id="671" name="晓  曲" initials="晓" lastIdx="1" clrIdx="0"/>
  <p:cmAuthor id="672" name="未知用户245" initials="未" lastIdx="10" clrIdx="0"/>
  <p:cmAuthor id="673" name="未知用户216" initials="未" lastIdx="1" clrIdx="0"/>
  <p:cmAuthor id="674" name="孟连磊" initials="孟" lastIdx="1" clrIdx="0"/>
  <p:cmAuthor id="394525608" name="仇怿俊" initials="仇" lastIdx="0" clrIdx="0"/>
  <p:cmAuthor id="675" name="未知用户387" initials="未" lastIdx="1" clrIdx="0"/>
  <p:cmAuthor id="676" name="未知的使用者177" initials="未" lastIdx="8" clrIdx="0"/>
  <p:cmAuthor id="394525609" name="Xiaosu Wang" initials="XW" lastIdx="1" clrIdx="24"/>
  <p:cmAuthor id="394525610" name="10356" initials="1" lastIdx="2" clrIdx="45"/>
  <p:cmAuthor id="677" name="梅芬 吳" initials="梅" lastIdx="1" clrIdx="85"/>
  <p:cmAuthor id="394525611" name="Wenjing zhou" initials="Wz" lastIdx="1" clrIdx="46"/>
  <p:cmAuthor id="678" name="未知的使用者221" initials="未" lastIdx="1" clrIdx="0"/>
  <p:cmAuthor id="394525612" name="goulei" initials="g" lastIdx="2" clrIdx="41"/>
  <p:cmAuthor id="679" name="wzy" initials="w" lastIdx="1" clrIdx="678"/>
  <p:cmAuthor id="681" name="winner1 chan" initials="wc" lastIdx="1" clrIdx="334"/>
  <p:cmAuthor id="682" name="未知用户332" initials="未" lastIdx="1" clrIdx="0"/>
  <p:cmAuthor id="683" name="未知用户217" initials="未" lastIdx="1" clrIdx="0"/>
  <p:cmAuthor id="684" name="cai yan" initials="cy" lastIdx="1" clrIdx="511"/>
  <p:cmAuthor id="685" name="Hp123" initials="H" lastIdx="1" clrIdx="684"/>
  <p:cmAuthor id="686" name="annie.gts@outlook.com" initials="a" lastIdx="2" clrIdx="0"/>
  <p:cmAuthor id="687" name="杨 升格" initials="杨" lastIdx="2" clrIdx="0"/>
  <p:cmAuthor id="688" name="Unknown User80" initials="U" lastIdx="1" clrIdx="0"/>
  <p:cmAuthor id="689" name="cy" initials="c" lastIdx="1" clrIdx="76"/>
  <p:cmAuthor id="690" name="郏鹏" initials="郏" lastIdx="1" clrIdx="17"/>
  <p:cmAuthor id="691" name="未知用户200" initials="未" lastIdx="8" clrIdx="0"/>
  <p:cmAuthor id="47245819" name="群智集" initials="群" lastIdx="0" clrIdx="0"/>
  <p:cmAuthor id="692" name="未知用户272" initials="未" lastIdx="10" clrIdx="0"/>
  <p:cmAuthor id="47245820" name="Windows 用户" initials="W用" lastIdx="1" clrIdx="16"/>
  <p:cmAuthor id="693" name="lxm" initials="l" lastIdx="1" clrIdx="413"/>
  <p:cmAuthor id="47245821" name="江莉萍|jiangliping" initials="W用" lastIdx="4" clrIdx="26"/>
  <p:cmAuthor id="694" name="未知用户231" initials="未" lastIdx="1" clrIdx="0"/>
  <p:cmAuthor id="47245822" name="晓琳 李" initials="晓琳" lastIdx="1" clrIdx="40"/>
  <p:cmAuthor id="47245823" name="刘海娜|liuhaina" initials="W用" lastIdx="1" clrIdx="36"/>
  <p:cmAuthor id="696" name="yesg" initials="y" lastIdx="1" clrIdx="0"/>
  <p:cmAuthor id="47245824" name="Ball Snow" initials="BS" lastIdx="3" clrIdx="51"/>
  <p:cmAuthor id="697" name="Microsoft Office User" initials="M" lastIdx="2" clrIdx="86"/>
  <p:cmAuthor id="698" name="陳珮琪" initials="陳珮琪" lastIdx="1" clrIdx="188"/>
  <p:cmAuthor id="699" name="未知用户277" initials="未" lastIdx="1" clrIdx="1"/>
  <p:cmAuthor id="700" name="soling" initials="s" lastIdx="1" clrIdx="2"/>
  <p:cmAuthor id="701" name="李 骁" initials="李" lastIdx="1" clrIdx="0"/>
  <p:cmAuthor id="702" name="Tome" initials="T" lastIdx="1" clrIdx="85"/>
  <p:cmAuthor id="703" name="未知的使用者96" initials="未" lastIdx="2" clrIdx="0"/>
  <p:cmAuthor id="704" name="未知的使用者97" initials="未" lastIdx="8" clrIdx="0"/>
  <p:cmAuthor id="705" name="未知用户301" initials="未" lastIdx="1" clrIdx="0"/>
  <p:cmAuthor id="706" name="未知用户306" initials="未" lastIdx="8" clrIdx="0"/>
  <p:cmAuthor id="707" name="未知用户308" initials="未" lastIdx="1" clrIdx="0"/>
  <p:cmAuthor id="708" name="未知用户248" initials="未" lastIdx="1" clrIdx="0"/>
  <p:cmAuthor id="709" name="未知用户249" initials="未" lastIdx="1" clrIdx="0"/>
  <p:cmAuthor id="710" name="Stacy Chiang" initials="S" lastIdx="2" clrIdx="0"/>
  <p:cmAuthor id="711" name="未知用户315" initials="未" lastIdx="0" clrIdx="0"/>
  <p:cmAuthor id="712" name="未知用户316" initials="未" lastIdx="1" clrIdx="0"/>
  <p:cmAuthor id="713" name="未知用户317" initials="未" lastIdx="10" clrIdx="0"/>
  <p:cmAuthor id="714" name="未知用户318" initials="未" lastIdx="0" clrIdx="1"/>
  <p:cmAuthor id="716" name="chen hui" initials="c" lastIdx="1" clrIdx="87"/>
  <p:cmAuthor id="717" name="未知用户244" initials="未" lastIdx="1" clrIdx="0"/>
  <p:cmAuthor id="718" name="未知用户322" initials="未" lastIdx="10" clrIdx="0"/>
  <p:cmAuthor id="719" name="未知用户323" initials="未" lastIdx="1" clrIdx="0"/>
  <p:cmAuthor id="720" name="未知用户324" initials="未" lastIdx="3" clrIdx="1"/>
  <p:cmAuthor id="29922660" name="杨强" initials="杨" lastIdx="0" clrIdx="0"/>
  <p:cmAuthor id="721" name="wangxinhui" initials="w" lastIdx="1" clrIdx="0"/>
  <p:cmAuthor id="29922661" name="檀晟 陈" initials="檀晟" lastIdx="1" clrIdx="10"/>
  <p:cmAuthor id="722" name="未知用户276" initials="未" lastIdx="8" clrIdx="0"/>
  <p:cmAuthor id="723" name="未知用户363" initials="未" lastIdx="6" clrIdx="0"/>
  <p:cmAuthor id="724" name="未知用户459" initials="未" lastIdx="1" clrIdx="84"/>
  <p:cmAuthor id="725" name="未知用户470" initials="未" lastIdx="1" clrIdx="0"/>
  <p:cmAuthor id="726" name="未知用户325" initials="未" lastIdx="1" clrIdx="1"/>
  <p:cmAuthor id="727" name="未知用户326" initials="未" lastIdx="1" clrIdx="0"/>
  <p:cmAuthor id="728" name="未知用户365" initials="未" lastIdx="1" clrIdx="0"/>
  <p:cmAuthor id="729" name="未知用户460" initials="未" lastIdx="1" clrIdx="0"/>
  <p:cmAuthor id="730" name="未知用户366" initials="未" lastIdx="3" clrIdx="1"/>
  <p:cmAuthor id="731" name="未知用户461" initials="未" lastIdx="10" clrIdx="0"/>
  <p:cmAuthor id="732" name="未知用户367" initials="未" lastIdx="10" clrIdx="0"/>
  <p:cmAuthor id="733" name="未知用户462" initials="未" lastIdx="1" clrIdx="1"/>
  <p:cmAuthor id="49837071" name="YY" initials="Y" lastIdx="1" clrIdx="176"/>
  <p:cmAuthor id="734" name="未知用户463" initials="未" lastIdx="1" clrIdx="0"/>
  <p:cmAuthor id="735" name="未知用户368" initials="未" lastIdx="1" clrIdx="0"/>
  <p:cmAuthor id="736" name="未知用户464" initials="未" lastIdx="1" clrIdx="0"/>
  <p:cmAuthor id="737" name="未知用户369" initials="未" lastIdx="1" clrIdx="0"/>
  <p:cmAuthor id="738" name="未知用户465" initials="未" lastIdx="1" clrIdx="78"/>
  <p:cmAuthor id="739" name="未知用户466" initials="未" lastIdx="1" clrIdx="0"/>
  <p:cmAuthor id="740" name="未知用户467" initials="未" lastIdx="3" clrIdx="1"/>
  <p:cmAuthor id="741" name="未知用户468" initials="未" lastIdx="1" clrIdx="0"/>
  <p:cmAuthor id="742" name="未知用户426" initials="未" lastIdx="1" clrIdx="0"/>
  <p:cmAuthor id="743" name="未知用户371" initials="未" lastIdx="1" clrIdx="1"/>
  <p:cmAuthor id="744" name="未知用户372" initials="未" lastIdx="1" clrIdx="0"/>
  <p:cmAuthor id="745" name="未知用户373" initials="未" lastIdx="8" clrIdx="0"/>
  <p:cmAuthor id="746" name="未知用户374" initials="未" lastIdx="2" clrIdx="0"/>
  <p:cmAuthor id="747" name="未知用户469" initials="未" lastIdx="1" clrIdx="0"/>
  <p:cmAuthor id="748" name="未知用户427" initials="未" lastIdx="8" clrIdx="0"/>
  <p:cmAuthor id="749" name="未知用户375" initials="未" lastIdx="8" clrIdx="0"/>
  <p:cmAuthor id="750" name="未知用户376" initials="未" lastIdx="1" clrIdx="0"/>
  <p:cmAuthor id="751" name="未知用户377" initials="未" lastIdx="1" clrIdx="0"/>
  <p:cmAuthor id="752" name="未知用户428" initials="未" lastIdx="8" clrIdx="0"/>
  <p:cmAuthor id="753" name="未知用户378" initials="未" lastIdx="1" clrIdx="0"/>
  <p:cmAuthor id="754" name="未知用户379" initials="未" lastIdx="1" clrIdx="0"/>
  <p:cmAuthor id="755" name="未知用户339" initials="未" lastIdx="1" clrIdx="0"/>
  <p:cmAuthor id="756" name="未知用户380" initials="未" lastIdx="10" clrIdx="0"/>
  <p:cmAuthor id="549705751" name="Lee" initials="L" lastIdx="1" clrIdx="824"/>
  <p:cmAuthor id="301370415" name="朵朵" initials="朵" lastIdx="1" clrIdx="828"/>
  <p:cmAuthor id="523948564" name="节潇" initials="节" lastIdx="1" clrIdx="685"/>
  <p:cmAuthor id="413571581" name="城" initials="城" lastIdx="1" clrIdx="824"/>
  <p:cmAuthor id="287643694" name="nature_emInFJF7" initials="authorId_313163542" lastIdx="0" clrIdx="0"/>
  <p:cmAuthor id="287643695" name="杨思思_VNjyvY7j" initials="authorId_430925712" lastIdx="0" clrIdx="0"/>
  <p:cmAuthor id="403" name="10171677" initials="1" lastIdx="1" clrIdx="402"/>
  <p:cmAuthor id="191251544" name="zh" initials="z" lastIdx="5" clrIdx="33"/>
  <p:cmAuthor id="708433799" name="程奥林" initials="程" lastIdx="1" clrIdx="708433798"/>
  <p:cmAuthor id="708433801" name="Liangdp" initials="L" lastIdx="1" clrIdx="708433800"/>
  <p:cmAuthor id="563" name=" " initials="" lastIdx="6" clrIdx="85"/>
  <p:cmAuthor id="977340790" name="Mmm" initials="M" lastIdx="22" clrIdx="853"/>
  <p:cmAuthor id="609" name="未知用户230" initials="未" lastIdx="1" clrIdx="0"/>
  <p:cmAuthor id="680" name="10344322" initials="1" lastIdx="1" clrIdx="679"/>
  <p:cmAuthor id="695" name="王元初" initials="王" lastIdx="1" clrIdx="694"/>
  <p:cmAuthor id="1124605820" name="李红" initials="李" lastIdx="1" clrIdx="692"/>
  <p:cmAuthor id="1124605821" name="碳酸 碳酸" initials="碳碳" lastIdx="1" clrIdx="824"/>
  <p:cmAuthor id="1124605822" name="赵 万良" initials="赵" lastIdx="1" clrIdx="762110855"/>
  <p:cmAuthor id="762110854" name="Steve" initials="S" lastIdx="1" clrIdx="372"/>
  <p:cmAuthor id="762110855" name="SJ" initials="S" lastIdx="1" clrIdx="762110854"/>
  <p:cmAuthor id="879704533" name="张百峰" initials="张" lastIdx="1" clrIdx="884"/>
  <p:cmAuthor id="824" name="古颜松" initials="古" lastIdx="1" clrIdx="823"/>
  <p:cmAuthor id="827" name="Liu Xiujin" initials="L" lastIdx="1" clrIdx="826"/>
  <p:cmAuthor id="828" name="m1860" initials="m" lastIdx="7" clrIdx="827"/>
  <p:cmAuthor id="691587979" name="裴建英" initials="裴" lastIdx="1" clrIdx="691587978"/>
  <p:cmAuthor id="49837067" name="刘浩" initials="刘" lastIdx="180431" clrIdx="0"/>
  <p:cmAuthor id="49837068" name="Vivian Liu" initials="VL" lastIdx="1" clrIdx="1"/>
  <p:cmAuthor id="991434852" name="姗SHAN" initials="姗" lastIdx="1" clrIdx="678"/>
  <p:cmAuthor id="853" name="胡乐信" initials="胡" lastIdx="8" clrIdx="852"/>
  <p:cmAuthor id="857" name="XIAN" initials="X" lastIdx="1" clrIdx="856"/>
  <p:cmAuthor id="873" name="00332340" initials="0" lastIdx="1" clrIdx="872"/>
  <p:cmAuthor id="874" name="00260515" initials="HRP" lastIdx="1" clrIdx="873"/>
  <p:cmAuthor id="877" name="王燕" initials="王" lastIdx="1" clrIdx="876"/>
  <p:cmAuthor id="881" name="王皓天" initials="A" lastIdx="1" clrIdx="880"/>
  <p:cmAuthor id="826773664" name="marmot" initials="m" lastIdx="1" clrIdx="667"/>
  <p:cmAuthor id="886" name="张因然10112423" initials="1" lastIdx="1" clrIdx="885"/>
  <p:cmAuthor id="897" name="10023731" initials="1" lastIdx="1" clrIdx="896"/>
  <p:cmAuthor id="908" name="10285279" initials="1" lastIdx="1" clrIdx="907"/>
  <p:cmAuthor id="47245825" name="ME" initials="M" lastIdx="1" clrIdx="44"/>
  <p:cmAuthor id="700726459" name="许阿丽" initials="许" lastIdx="1" clrIdx="700726458"/>
  <p:cmAuthor id="925" name="linjs26" initials="l" lastIdx="2" clrIdx="924"/>
  <p:cmAuthor id="932" name="Hw111" initials="H" lastIdx="1" clrIdx="931"/>
  <p:cmAuthor id="934" name="段立兵" initials="段" lastIdx="1" clrIdx="933"/>
  <p:cmAuthor id="939" name="gaojl61" initials="g" lastIdx="1" clrIdx="938"/>
  <p:cmAuthor id="940" name="10329322" initials="1" lastIdx="1" clrIdx="939"/>
  <p:cmAuthor id="708433800" name="王晓燕" initials="王" lastIdx="1" clrIdx="708433799"/>
  <p:cmAuthor id="286444094" name="冷呆冷呆的" initials="冷" lastIdx="4" clrIdx="831"/>
  <p:cmAuthor id="1483810881" name="WPS_1679281038" initials="W" lastIdx="1" clrIdx="2"/>
  <p:cmAuthor id="604" name="未知用户310" initials="未" lastIdx="1" clrIdx="0"/>
  <p:cmAuthor id="870434041" name="讀 書" initials="讀" lastIdx="1" clrIdx="663"/>
  <p:cmAuthor id="851" name="余华" initials="余" lastIdx="3" clrIdx="850"/>
  <p:cmAuthor id="271115510" name="KwongChi" initials="K" lastIdx="1" clrIdx="650"/>
  <p:cmAuthor id="833" name="谢照君" initials="x" lastIdx="1" clrIdx="832"/>
  <p:cmAuthor id="837" name="UNICOM" initials="U" lastIdx="1" clrIdx="836"/>
  <p:cmAuthor id="475196946" name="王 成岩" initials="王" lastIdx="1" clrIdx="23"/>
  <p:cmAuthor id="852" name="孔祥聪" initials="o" lastIdx="1" clrIdx="851"/>
  <p:cmAuthor id="870434042" name="陈曼婷" initials="陈" lastIdx="1" clrIdx="870434041"/>
  <p:cmAuthor id="858" name="陈立英" initials="陈" lastIdx="1" clrIdx="857"/>
  <p:cmAuthor id="862" name="梁国健" initials="梁" lastIdx="1" clrIdx="861"/>
  <p:cmAuthor id="863" name="chenxiaoyan" initials="c" lastIdx="1" clrIdx="826"/>
  <p:cmAuthor id="870" name="张艳" initials="张" lastIdx="2" clrIdx="869"/>
  <p:cmAuthor id="889" name="tsc" initials="l" lastIdx="1" clrIdx="888"/>
  <p:cmAuthor id="252273722" name="梅婷" initials="梅" lastIdx="1" clrIdx="343"/>
  <p:cmAuthor id="211667423" name="刘艾旸" initials="刘" lastIdx="1" clrIdx="638"/>
  <p:cmAuthor id="454880047" name="范晓波" initials="范" lastIdx="1" clrIdx="832"/>
  <p:cmAuthor id="991434853" name="38113" initials="3" lastIdx="3" clrIdx="991434852"/>
  <p:cmAuthor id="317137867" name="大耳朵" initials="大" lastIdx="1" clrIdx="813"/>
  <p:cmAuthor id="198704477" name="雷迎颖" initials="雷" lastIdx="1" clrIdx="839"/>
  <p:cmAuthor id="986467252" name="zhouzaihuan" initials="z" lastIdx="1" clrIdx="0"/>
  <p:cmAuthor id="244755184" name="安" initials="安" lastIdx="1" clrIdx="681"/>
  <p:cmAuthor id="829241606" name="小帅" initials="小" lastIdx="2" clrIdx="868"/>
  <p:cmAuthor id="432904818" name="Endless" initials="E" lastIdx="1" clrIdx="837"/>
  <p:cmAuthor id="393192732" name="晴朗天空" initials="晴" lastIdx="6" clrIdx="822"/>
  <p:cmAuthor id="1331736745" name="WPS_1644930035" initials="W" lastIdx="1" clrIdx="689"/>
  <p:cmAuthor id="691587980" name="李晓彤" initials="6" lastIdx="2" clrIdx="691587979"/>
  <p:cmAuthor id="1019" name="ming Gao" initials="m" lastIdx="1" clrIdx="708433799"/>
  <p:cmAuthor id="1020" name="qsl" initials="q" lastIdx="3" clrIdx="38"/>
  <p:cmAuthor id="1021" name="任雪" initials="任" lastIdx="1" clrIdx="1003"/>
  <p:cmAuthor id="1026" name="林宝" initials="林" lastIdx="1" clrIdx="656"/>
  <p:cmAuthor id="1027" name="Zhangjiayi(Eason,GD NATD)" initials="Z" lastIdx="1" clrIdx="708433801"/>
  <p:cmAuthor id="340850416" name="Keybo" initials="K" lastIdx="1" clrIdx="841"/>
  <p:cmAuthor id="1039" name="方鹏" initials="方" lastIdx="1" clrIdx="1038"/>
  <p:cmAuthor id="276137816" name="刘鹏辉" initials="刘" lastIdx="1" clrIdx="13"/>
  <p:cmAuthor id="208308121" name="楠已置信✔️" initials="楠" lastIdx="1" clrIdx="857"/>
  <p:cmAuthor id="462199125" name="一花一世界" initials="一" lastIdx="1" clrIdx="663"/>
  <p:cmAuthor id="285041934" name="Lin阿福" initials="L" lastIdx="1" clrIdx="851"/>
  <p:cmAuthor id="1156" name="郭蒙蒙" initials="郭" lastIdx="1" clrIdx="1155"/>
  <p:cmAuthor id="1706809857" name="WPS_1748790336" initials="W" lastIdx="1" clrIdx="907"/>
  <p:cmAuthor id="1473508789" name="杨哈哈" initials="杨" lastIdx="2" clrIdx="809"/>
  <p:cmAuthor id="399433881" name="张泽鹏" initials="张" lastIdx="1" clrIdx="894"/>
  <p:cmAuthor id="355122679" name="水静犹明" initials="水" lastIdx="1" clrIdx="336"/>
  <p:cmAuthor id="352329618" name="billow.jen" initials="b" lastIdx="1" clrIdx="837"/>
  <p:cmAuthor id="1635951721" name="8237476979" initials="8" lastIdx="1" clrIdx="682"/>
  <p:cmAuthor id="227559214" name="文斌" initials="文" lastIdx="6" clrIdx="350"/>
  <p:cmAuthor id="523898702" name="谢海明" initials="谢" lastIdx="1" clrIdx="672"/>
  <p:cmAuthor id="623498851" name="西安集优~王晓可" initials="西" lastIdx="1" clrIdx="872"/>
  <p:cmAuthor id="486452560" name="js-王美婧" initials="j" lastIdx="1" clrIdx="683"/>
  <p:cmAuthor id="776829870" name="WPS_1580452479" initials="W" lastIdx="2" clrIdx="122"/>
  <p:cmAuthor id="992178211" name="Sabrina" initials="S" lastIdx="1" clrIdx="688"/>
  <p:cmAuthor id="319515956" name="咿呀学语" initials="咿" lastIdx="2" clrIdx="989"/>
  <p:cmAuthor id="1387068263" name="WPS_1655667131" initials="W" lastIdx="1" clrIdx="698"/>
  <p:cmAuthor id="301495983" name="%E5%9B%9B%E8%AF%9D%E6%9D%9C%E5%B9%BF%E5%" initials="%" lastIdx="1" clrIdx="373"/>
  <p:cmAuthor id="407726744" name="小邪" initials="小" lastIdx="1" clrIdx="860"/>
  <p:cmAuthor id="204293584" name="E" initials="E" lastIdx="2" clrIdx="348"/>
  <p:cmAuthor id="426372413" name="王红智" initials="王" lastIdx="2" clrIdx="657"/>
  <p:cmAuthor id="587750445" name="Julia Jia" initials="J" lastIdx="1" clrIdx="823"/>
  <p:cmAuthor id="724575688" name="Биндэреэ" initials="Б" lastIdx="1" clrIdx="707"/>
  <p:cmAuthor id="244165089" name="sunzj50" initials="s" lastIdx="2" clrIdx="519"/>
  <p:cmAuthor id="1434958330" name="WPS_1668222346" initials="W" lastIdx="1" clrIdx="837"/>
  <p:cmAuthor id="1036066707" name="陈双华" initials="陈" lastIdx="1" clrIdx="852"/>
  <p:cmAuthor id="792137479" name="yan冰" initials="y" lastIdx="1" clrIdx="677"/>
  <p:cmAuthor id="426796441" name="段甜甜" initials="段" lastIdx="1" clrIdx="874"/>
  <p:cmAuthor id="305523220" name="西安集优尤栋伟18631220618" initials="西" lastIdx="1" clrIdx="836"/>
  <p:cmAuthor id="708433802" name="张平" initials="张" lastIdx="1" clrIdx="708433801"/>
  <p:cmAuthor id="977340791" name="成思远" initials="成" lastIdx="1" clrIdx="977340790"/>
  <p:cmAuthor id="290590878" name="田晓锋。" initials="田" lastIdx="1" clrIdx="659"/>
  <p:cmAuthor id="1459057800" name="丰先生" initials="丰" lastIdx="1" clrIdx="674"/>
  <p:cmAuthor id="317714636" name="菩提树下" initials="菩" lastIdx="1" clrIdx="863"/>
  <p:cmAuthor id="631" name="leizb" initials="l" lastIdx="1" clrIdx="630"/>
  <p:cmAuthor id="448587879" name="QMY" initials="Q" lastIdx="5" clrIdx="39"/>
  <p:cmAuthor id="344644794" name="姜楠" initials="姜" lastIdx="1" clrIdx="695"/>
  <p:cmAuthor id="1121787201" name="新泉" initials="新" lastIdx="2" clrIdx="677"/>
  <p:cmAuthor id="559801588" name="李林林" initials="李" lastIdx="0" clrIdx="0"/>
  <p:cmAuthor id="559801589" name="lin li" initials="ll" lastIdx="22" clrIdx="1"/>
  <p:cmAuthor id="559801590" name="595434287@qq.com" initials="5" lastIdx="1" clrIdx="10"/>
  <p:cmAuthor id="559801591" name="345175348@qq.com" initials="3" lastIdx="1" clrIdx="15"/>
  <p:cmAuthor id="559801592" name="李 奕霖" initials="李" lastIdx="1" clrIdx="18"/>
  <p:cmAuthor id="62687538" name="文向阳" initials="文" lastIdx="1450601" clrIdx="0"/>
  <p:cmAuthor id="559801593" name="敬泉 李" initials="敬泉" lastIdx="1" clrIdx="29"/>
  <p:cmAuthor id="62687539" name="陈 淑旸" initials="陈" lastIdx="1" clrIdx="39"/>
  <p:cmAuthor id="62687540" name="帅帅 俊俊子" initials="帅帅" lastIdx="1" clrIdx="61"/>
  <p:cmAuthor id="62687541" name="Cui Yun" initials="CY" lastIdx="1" clrIdx="248"/>
  <p:cmAuthor id="715" name="cf" initials="c" lastIdx="2" clrIdx="690"/>
  <p:cmAuthor id="1124605823" name="郭征南" initials="郭" lastIdx="1" clrIdx="1124605822"/>
  <p:cmAuthor id="765" name="刘佳佳" initials="刘" lastIdx="1" clrIdx="333"/>
  <p:cmAuthor id="521734882" name="小马哥" initials="小" lastIdx="1" clrIdx="859"/>
  <p:cmAuthor id="757495822" name="闷闷儿" initials="闷" lastIdx="1" clrIdx="965"/>
  <p:cmAuthor id="718530288" name="ηλιοφάνεια" initials="η" lastIdx="1" clrIdx="653"/>
  <p:cmAuthor id="6871913" name="红旗的理想" initials="红" lastIdx="273105" clrIdx="0"/>
  <p:cmAuthor id="6871914" name="shq316" initials="s" lastIdx="2" clrIdx="2"/>
  <p:cmAuthor id="6871915" name="shq316@vod365.com" initials="s" lastIdx="3" clrIdx="3"/>
  <p:cmAuthor id="1599509813" name="WPS_1715430540" initials="W" lastIdx="48" clrIdx="695"/>
  <p:cmAuthor id="6871916" name="yang fengyu" initials="yf" lastIdx="1" clrIdx="4"/>
  <p:cmAuthor id="1599509814" name="龚超" initials="龚" lastIdx="1" clrIdx="1599509813"/>
  <p:cmAuthor id="1599509815" name="李世宇" initials="李" lastIdx="3" clrIdx="1599509814"/>
  <p:cmAuthor id="826" name="maoc" initials="m" lastIdx="1" clrIdx="825"/>
  <p:cmAuthor id="49837069" name="杨 贺春" initials="杨" lastIdx="1" clrIdx="81"/>
  <p:cmAuthor id="49837070" name="伟哥" initials="伟哥" lastIdx="1" clrIdx="138"/>
  <p:cmAuthor id="49837072" name="朗 月" initials="朗" lastIdx="3" clrIdx="208"/>
  <p:cmAuthor id="49837073" name="何子文" initials="何子文" lastIdx="1" clrIdx="193"/>
  <p:cmAuthor id="991434854" name="任龙飞" initials="任" lastIdx="6" clrIdx="991434853"/>
  <p:cmAuthor id="855" name="Lenovo" initials="L" lastIdx="1" clrIdx="327"/>
  <p:cmAuthor id="859" name="huangyx39" initials="h" lastIdx="1" clrIdx="858"/>
  <p:cmAuthor id="860" name="cnc" initials="c" lastIdx="1" clrIdx="859"/>
  <p:cmAuthor id="866" name="刘泽思" initials="刘" lastIdx="1" clrIdx="865"/>
  <p:cmAuthor id="867" name="白广慧" initials="白" lastIdx="1" clrIdx="689"/>
  <p:cmAuthor id="140952006" name="邢绍文" initials="邢" lastIdx="0" clrIdx="0"/>
  <p:cmAuthor id="236217315" name="陈先生" initials="陈" lastIdx="2" clrIdx="668"/>
  <p:cmAuthor id="1543740033" name="李思思" initials="李" lastIdx="1" clrIdx="1543740032"/>
  <p:cmAuthor id="234495212" name="DDDDD" initials="D" lastIdx="1" clrIdx="806"/>
  <p:cmAuthor id="902" name="车空军" initials="车" lastIdx="1" clrIdx="901"/>
  <p:cmAuthor id="1057237872" name="夏唯天" initials="夏" lastIdx="1" clrIdx="642"/>
  <p:cmAuthor id="929" name="彭文标" initials="彭" lastIdx="1" clrIdx="856"/>
  <p:cmAuthor id="930" name="李楠10204198" initials="李" lastIdx="2" clrIdx="395"/>
  <p:cmAuthor id="931" name="董艺萱00344473" initials="董" lastIdx="11" clrIdx="924"/>
  <p:cmAuthor id="935" name="张馨" initials="张" lastIdx="1" clrIdx="934"/>
  <p:cmAuthor id="938" name="刘清照" initials="刘" lastIdx="1" clrIdx="937"/>
  <p:cmAuthor id="941" name="崔欢" initials="崔" lastIdx="3" clrIdx="940"/>
  <p:cmAuthor id="239091968" name="Sandy" initials="S" lastIdx="2" clrIdx="667"/>
  <p:cmAuthor id="942" name="xq" initials="x" lastIdx="2" clrIdx="11"/>
  <p:cmAuthor id="943" name="wanglx" initials="w" lastIdx="1" clrIdx="942"/>
  <p:cmAuthor id="944" name="孙秀华" initials="孙" lastIdx="1" clrIdx="943"/>
  <p:cmAuthor id="945" name="LUO CHENG" initials="L" lastIdx="1" clrIdx="0"/>
  <p:cmAuthor id="946" name="shenyanning-001" initials="s" lastIdx="8" clrIdx="0"/>
  <p:cmAuthor id="947" name="Evander Wan" initials="E" lastIdx="7" clrIdx="1"/>
  <p:cmAuthor id="948" name="bing" initials="b" lastIdx="2" clrIdx="0"/>
  <p:cmAuthor id="949" name="hh" initials="h" lastIdx="1" clrIdx="0"/>
  <p:cmAuthor id="950" name="Hope0187" initials="H" lastIdx="1" clrIdx="6"/>
  <p:cmAuthor id="951" name="牛秀婷" initials="牛" lastIdx="1" clrIdx="950"/>
  <p:cmAuthor id="952" name="刘 念" initials="刘" lastIdx="2" clrIdx="35"/>
  <p:cmAuthor id="953" name="Wangzhi gang" initials="W" lastIdx="1" clrIdx="0"/>
  <p:cmAuthor id="954" name="李柯然" initials="李" lastIdx="1" clrIdx="0"/>
  <p:cmAuthor id="955" name="王玉" initials="王" lastIdx="1" clrIdx="0"/>
  <p:cmAuthor id="957" name="李亮亮" initials="李" lastIdx="1" clrIdx="956"/>
  <p:cmAuthor id="958" name="易娇娇" initials="易" lastIdx="1" clrIdx="957"/>
  <p:cmAuthor id="959" name="张 博" initials="张" lastIdx="1" clrIdx="0"/>
  <p:cmAuthor id="960" name="LS" initials="L" lastIdx="1" clrIdx="0"/>
  <p:cmAuthor id="961" name="Morgan, Aaron" initials="M" lastIdx="3" clrIdx="1"/>
  <p:cmAuthor id="962" name="weige" initials="w" lastIdx="2" clrIdx="0"/>
  <p:cmAuthor id="963" name="李 俊琦" initials="李" lastIdx="1" clrIdx="0"/>
  <p:cmAuthor id="964" name="沈 鹤" initials="沈" lastIdx="1" clrIdx="5"/>
  <p:cmAuthor id="965" name="jilin" initials="j" lastIdx="20" clrIdx="0"/>
  <p:cmAuthor id="966" name="王保青-pah" initials="王" lastIdx="0" clrIdx="0"/>
  <p:cmAuthor id="663963024" name="二郎要读书" initials="二" lastIdx="1" clrIdx="702"/>
  <p:cmAuthor id="967" name="Luo Mingjie" initials="L" lastIdx="0" clrIdx="0"/>
  <p:cmAuthor id="968" name="Jason Li" initials="J" lastIdx="1" clrIdx="2"/>
  <p:cmAuthor id="617885885" name="类" initials="类" lastIdx="1" clrIdx="671"/>
  <p:cmAuthor id="969" name="duxingge" initials="d" lastIdx="2" clrIdx="4"/>
  <p:cmAuthor id="970" name="yingchao xi" initials="y" lastIdx="7" clrIdx="0"/>
  <p:cmAuthor id="971" name="depeng diao" initials="d" lastIdx="0" clrIdx="0"/>
  <p:cmAuthor id="972" name="amyzhang" initials="a" lastIdx="1" clrIdx="0"/>
  <p:cmAuthor id="973" name="JerryW" initials="J" lastIdx="1" clrIdx="0"/>
  <p:cmAuthor id="974" name="shenyy" initials="s" lastIdx="1" clrIdx="7"/>
  <p:cmAuthor id="975" name="Jason Cheung" initials="J" lastIdx="0" clrIdx="0"/>
  <p:cmAuthor id="976" name="刘笑" initials="刘" lastIdx="1" clrIdx="0"/>
  <p:cmAuthor id="977" name="admini" initials="a" lastIdx="2" clrIdx="0"/>
  <p:cmAuthor id="978" name="Maggie" initials="M" lastIdx="1" clrIdx="0"/>
  <p:cmAuthor id="980" name="wanghongmei" initials="w" lastIdx="1" clrIdx="0"/>
  <p:cmAuthor id="987" name="liu tingting" initials="l" lastIdx="1" clrIdx="137"/>
  <p:cmAuthor id="989" name="李 捷" initials="李" lastIdx="1" clrIdx="209"/>
  <p:cmAuthor id="990" name="Tian Liangyu" initials="T" lastIdx="1" clrIdx="210"/>
  <p:cmAuthor id="991" name="sk" initials="s" lastIdx="1" clrIdx="735"/>
  <p:cmAuthor id="992" name="佳" initials="佳" lastIdx="1" clrIdx="210"/>
  <p:cmAuthor id="210492769" name="Gary Lou" initials="GL" lastIdx="445" clrIdx="53"/>
  <p:cmAuthor id="210492770" name="Cedric Lin" initials="CL" lastIdx="107" clrIdx="54"/>
  <p:cmAuthor id="210492771" name="Bonnie XH" initials="BX" lastIdx="154" clrIdx="55"/>
  <p:cmAuthor id="998" name="tan zhu" initials="t" lastIdx="12" clrIdx="0"/>
  <p:cmAuthor id="210492772" name="Niya Wang" initials="NW" lastIdx="12" clrIdx="56"/>
  <p:cmAuthor id="999" name="MA YOU" initials="M" lastIdx="1" clrIdx="23"/>
  <p:cmAuthor id="210492773" name="Vera BX Liu" initials="VBL" lastIdx="2" clrIdx="57"/>
  <p:cmAuthor id="210492774" name="Candy Hao" initials="CH" lastIdx="1" clrIdx="58"/>
  <p:cmAuthor id="1002" name="zhao jia" initials="z" lastIdx="1" clrIdx="47"/>
  <p:cmAuthor id="1003" name="Jimmy-Power" initials="J" lastIdx="1" clrIdx="43"/>
  <p:cmAuthor id="1004" name="罗 罗" initials="罗" lastIdx="1" clrIdx="37"/>
  <p:cmAuthor id="1008" name="王林10186938" initials="王" lastIdx="1" clrIdx="41"/>
  <p:cmAuthor id="1010" name="添添" initials="添" lastIdx="1" clrIdx="351"/>
  <p:cmAuthor id="213210457" name="SuYan" initials="S" lastIdx="2" clrIdx="812"/>
  <p:cmAuthor id="1011" name="赖曾濂" initials="赖" lastIdx="1" clrIdx="691587977"/>
  <p:cmAuthor id="1016" name="cheng" initials="c" lastIdx="13" clrIdx="0"/>
  <p:cmAuthor id="1018" name="施兰亭" initials="施" lastIdx="1" clrIdx="384"/>
  <p:cmAuthor id="1121787202" name="AA" initials="A" lastIdx="1" clrIdx="1121787201"/>
  <p:cmAuthor id="984" name="未知用户421" initials="未" lastIdx="1" clrIdx="0"/>
  <p:cmAuthor id="1005" name="周文_R7fau6bq" initials="周" lastIdx="1630185183" clrIdx="0"/>
  <p:cmAuthor id="1007" name="王竑达" initials="王" lastIdx="1" clrIdx="34"/>
  <p:cmAuthor id="936" name="jingw" initials="j" lastIdx="1" clrIdx="935"/>
  <p:cmAuthor id="1153643525" name="楷天kaitian" initials="楷" lastIdx="1" clrIdx="828"/>
  <p:cmAuthor id="411215322" name="吴玉宇" initials="吴" lastIdx="7" clrIdx="860"/>
  <p:cmAuthor id="228084042" name="" initials="" lastIdx="1" clrIdx="931"/>
  <p:cmAuthor id="343555548" name="Zw" initials="Z" lastIdx="1" clrIdx="930"/>
  <p:cmAuthor id="244671080" name="风居住过的街道" initials="风" lastIdx="3" clrIdx="2"/>
  <p:cmAuthor id="529143065" name="123" initials="1" lastIdx="1" clrIdx="708"/>
  <p:cmAuthor id="336028587" name="jadeite" initials="j" lastIdx="3" clrIdx="660"/>
  <p:cmAuthor id="1490999527" name="达不溜叁" initials="达" lastIdx="1" clrIdx="699"/>
  <p:cmAuthor id="1490999528" name="ZQBG-WS" initials="Z" lastIdx="1" clrIdx="1490999527"/>
  <p:cmAuthor id="250220567" name="ريم." initials="ر" lastIdx="1" clrIdx="36"/>
  <p:cmAuthor id="1202" name="张允" initials="张" lastIdx="1" clrIdx="1201"/>
  <p:cmAuthor id="1203" name="xieyy25" initials="x" lastIdx="0" clrIdx="1202"/>
  <p:cmAuthor id="1204" name="黄鸿达" initials="黄" lastIdx="0" clrIdx="1203"/>
  <p:cmAuthor id="1205" name="zhaohp" initials="z" lastIdx="0" clrIdx="1204"/>
  <p:cmAuthor id="1206" name="李静文" initials="李" lastIdx="0" clrIdx="1205"/>
  <p:cmAuthor id="1207" name="10196350" initials="rule" lastIdx="0" clrIdx="1206"/>
  <p:cmAuthor id="1208" name="wyz" initials="w" lastIdx="0" clrIdx="1207"/>
  <p:cmAuthor id="1209" name="10033224" initials="1" lastIdx="0" clrIdx="1208"/>
  <p:cmAuthor id="1210" name="610007" initials="6" lastIdx="0" clrIdx="1209"/>
  <p:cmAuthor id="1211" name="闫丽娟00014464" initials="闫" lastIdx="0" clrIdx="1210"/>
  <p:cmAuthor id="1212" name="李婷婷" initials="李" lastIdx="0" clrIdx="1211"/>
  <p:cmAuthor id="1213" name="张钰" initials="张" lastIdx="0" clrIdx="1212"/>
  <p:cmAuthor id="1214" name="韩国鹏" initials="A" lastIdx="0" clrIdx="1213"/>
  <p:cmAuthor id="1215" name="y x" initials="yx" lastIdx="0" clrIdx="1214"/>
  <p:cmAuthor id="1216" name="mu zi" initials="mz" lastIdx="0" clrIdx="1215"/>
  <p:cmAuthor id="1217" name="XRP009" initials="X" lastIdx="0" clrIdx="1216"/>
  <p:cmAuthor id="1218" name="cxy" initials="c" lastIdx="0" clrIdx="1217"/>
  <p:cmAuthor id="1219" name="dell" initials="d" lastIdx="0" clrIdx="1218"/>
  <p:cmAuthor id="1220" name="张广利" initials="张" lastIdx="0" clrIdx="1219"/>
  <p:cmAuthor id="1221" name="未知的使用者169" initials="未" lastIdx="0" clrIdx="1220"/>
  <p:cmAuthor id="1222" name="Baidada" initials="B" lastIdx="0" clrIdx="1221"/>
  <p:cmAuthor id="1223" name="玉龙 王" initials="玉王" lastIdx="0" clrIdx="1222"/>
  <p:cmAuthor id="1224" name="袁灿" initials="袁" lastIdx="0" clrIdx="1223"/>
  <p:cmAuthor id="1225" name="徐光宇" initials="徐" lastIdx="0" clrIdx="1224"/>
  <p:cmAuthor id="1226" name="谢冬秀" initials="谢" lastIdx="0" clrIdx="1225"/>
  <p:cmAuthor id="1227" name="白洁" initials="白" lastIdx="0" clrIdx="1226"/>
  <p:cmAuthor id="1228" name="罗飞" initials="罗" lastIdx="0" clrIdx="1227"/>
  <p:cmAuthor id="1229" name="吴仲阳" initials="吴" lastIdx="0" clrIdx="1228"/>
  <p:cmAuthor id="1230" name="董茜" initials="董" lastIdx="0" clrIdx="1229"/>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commentAuthors" Target="commentAuthors.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图片 6" descr="联通PPT模板 1_画板 1 副本 6"/>
          <p:cNvPicPr>
            <a:picLocks noChangeAspect="1"/>
          </p:cNvPicPr>
          <p:nvPr userDrawn="1"/>
        </p:nvPicPr>
        <p:blipFill>
          <a:blip r:embed="rId2"/>
          <a:stretch>
            <a:fillRect/>
          </a:stretch>
        </p:blipFill>
        <p:spPr>
          <a:xfrm>
            <a:off x="-6985" y="0"/>
            <a:ext cx="12198985" cy="6859231"/>
          </a:xfrm>
          <a:prstGeom prst="rect">
            <a:avLst/>
          </a:prstGeom>
        </p:spPr>
      </p:pic>
      <p:sp>
        <p:nvSpPr>
          <p:cNvPr id="8" name="文本占位符 13"/>
          <p:cNvSpPr>
            <a:spLocks noGrp="1"/>
          </p:cNvSpPr>
          <p:nvPr>
            <p:ph type="body" sz="quarter" idx="13" hasCustomPrompt="1"/>
          </p:nvPr>
        </p:nvSpPr>
        <p:spPr>
          <a:xfrm>
            <a:off x="3321050" y="2284413"/>
            <a:ext cx="5549900" cy="827088"/>
          </a:xfrm>
          <a:prstGeom prst="rect">
            <a:avLst/>
          </a:prstGeom>
        </p:spPr>
        <p:txBody>
          <a:bodyPr anchor="ctr">
            <a:normAutofit/>
          </a:bodyPr>
          <a:lstStyle>
            <a:lvl1pPr marL="0" indent="0" algn="dist">
              <a:buNone/>
              <a:defRPr sz="32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联通工作汇报标题文字</a:t>
            </a:r>
            <a:endParaRPr lang="zh-CN" altLang="en-US" dirty="0"/>
          </a:p>
        </p:txBody>
      </p:sp>
      <p:sp>
        <p:nvSpPr>
          <p:cNvPr id="9" name="文本占位符 15"/>
          <p:cNvSpPr>
            <a:spLocks noGrp="1"/>
          </p:cNvSpPr>
          <p:nvPr>
            <p:ph type="body" sz="quarter" idx="14" hasCustomPrompt="1"/>
          </p:nvPr>
        </p:nvSpPr>
        <p:spPr>
          <a:xfrm>
            <a:off x="3321050" y="3203576"/>
            <a:ext cx="5549900" cy="588963"/>
          </a:xfrm>
          <a:prstGeom prst="rect">
            <a:avLst/>
          </a:prstGeom>
        </p:spPr>
        <p:txBody>
          <a:bodyPr anchor="ctr">
            <a:normAutofit/>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部门名称</a:t>
            </a:r>
            <a:endParaRPr lang="zh-CN" altLang="en-US" dirty="0"/>
          </a:p>
        </p:txBody>
      </p:sp>
      <p:sp>
        <p:nvSpPr>
          <p:cNvPr id="10" name="文本占位符 17"/>
          <p:cNvSpPr>
            <a:spLocks noGrp="1"/>
          </p:cNvSpPr>
          <p:nvPr>
            <p:ph type="body" sz="quarter" idx="15" hasCustomPrompt="1"/>
          </p:nvPr>
        </p:nvSpPr>
        <p:spPr>
          <a:xfrm>
            <a:off x="3321050" y="4203700"/>
            <a:ext cx="5549900" cy="365125"/>
          </a:xfrm>
          <a:prstGeom prst="rect">
            <a:avLst/>
          </a:prstGeom>
        </p:spPr>
        <p:txBody>
          <a:bodyPr>
            <a:noAutofit/>
          </a:bodyPr>
          <a:lstStyle>
            <a:lvl1pPr marL="0" indent="0" algn="ctr">
              <a:buNone/>
              <a:defRPr sz="1400" b="1">
                <a:solidFill>
                  <a:schemeClr val="bg1"/>
                </a:solidFill>
                <a:latin typeface="微软雅黑" panose="020B0503020204020204" pitchFamily="34" charset="-122"/>
                <a:ea typeface="微软雅黑" panose="020B0503020204020204" pitchFamily="34" charset="-122"/>
              </a:defRPr>
            </a:lvl1pPr>
          </a:lstStyle>
          <a:p>
            <a:pPr lvl="0"/>
            <a:r>
              <a:rPr lang="en-US" altLang="zh-CN" dirty="0"/>
              <a:t>2022.5.6</a:t>
            </a:r>
            <a:endParaRPr lang="zh-CN" altLang="en-US" dirty="0"/>
          </a:p>
        </p:txBody>
      </p:sp>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1256" y="278267"/>
            <a:ext cx="2819794" cy="1076475"/>
          </a:xfrm>
          <a:prstGeom prst="rect">
            <a:avLst/>
          </a:prstGeom>
        </p:spPr>
      </p:pic>
      <p:pic>
        <p:nvPicPr>
          <p:cNvPr id="14" name="图片 13" descr="2022新logo"/>
          <p:cNvPicPr>
            <a:picLocks noChangeAspect="1"/>
          </p:cNvPicPr>
          <p:nvPr userDrawn="1">
            <p:custDataLst>
              <p:tags r:id="rId4"/>
            </p:custDataLst>
          </p:nvPr>
        </p:nvPicPr>
        <p:blipFill rotWithShape="1">
          <a:blip r:embed="rId5" cstate="screen"/>
          <a:srcRect/>
          <a:stretch>
            <a:fillRect/>
          </a:stretch>
        </p:blipFill>
        <p:spPr>
          <a:xfrm>
            <a:off x="9186726" y="132991"/>
            <a:ext cx="2401366" cy="1199595"/>
          </a:xfrm>
          <a:prstGeom prst="rect">
            <a:avLst/>
          </a:prstGeom>
          <a:solidFill>
            <a:srgbClr val="FFFFFF"/>
          </a:solidFill>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冬奥联通版范例一-空白">
    <p:spTree>
      <p:nvGrpSpPr>
        <p:cNvPr id="1" name=""/>
        <p:cNvGrpSpPr/>
        <p:nvPr/>
      </p:nvGrpSpPr>
      <p:grpSpPr>
        <a:xfrm>
          <a:off x="0" y="0"/>
          <a:ext cx="0" cy="0"/>
          <a:chOff x="0" y="0"/>
          <a:chExt cx="0" cy="0"/>
        </a:xfrm>
      </p:grpSpPr>
      <p:grpSp>
        <p:nvGrpSpPr>
          <p:cNvPr id="10" name="组合 9"/>
          <p:cNvGrpSpPr/>
          <p:nvPr userDrawn="1"/>
        </p:nvGrpSpPr>
        <p:grpSpPr>
          <a:xfrm>
            <a:off x="0" y="390998"/>
            <a:ext cx="12192634" cy="519102"/>
            <a:chOff x="0" y="2301"/>
            <a:chExt cx="19227" cy="737"/>
          </a:xfrm>
        </p:grpSpPr>
        <p:cxnSp>
          <p:nvCxnSpPr>
            <p:cNvPr id="9" name="直接连接符 8"/>
            <p:cNvCxnSpPr/>
            <p:nvPr/>
          </p:nvCxnSpPr>
          <p:spPr>
            <a:xfrm>
              <a:off x="0" y="2960"/>
              <a:ext cx="19227" cy="28"/>
            </a:xfrm>
            <a:prstGeom prst="line">
              <a:avLst/>
            </a:prstGeom>
            <a:ln w="60325">
              <a:solidFill>
                <a:srgbClr val="E8000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2"/>
            <a:stretch>
              <a:fillRect/>
            </a:stretch>
          </p:blipFill>
          <p:spPr>
            <a:xfrm>
              <a:off x="15411" y="2301"/>
              <a:ext cx="2695" cy="737"/>
            </a:xfrm>
            <a:prstGeom prst="rect">
              <a:avLst/>
            </a:prstGeom>
          </p:spPr>
        </p:pic>
      </p:grpSp>
      <p:sp>
        <p:nvSpPr>
          <p:cNvPr id="11" name="矩形 10"/>
          <p:cNvSpPr/>
          <p:nvPr userDrawn="1"/>
        </p:nvSpPr>
        <p:spPr>
          <a:xfrm>
            <a:off x="0" y="0"/>
            <a:ext cx="1157605" cy="855345"/>
          </a:xfrm>
          <a:prstGeom prst="rect">
            <a:avLst/>
          </a:prstGeom>
          <a:solidFill>
            <a:srgbClr val="E80000"/>
          </a:solidFill>
          <a:ln>
            <a:noFill/>
          </a:ln>
        </p:spPr>
        <p:txBody>
          <a:bodyPr wrap="square" anchor="ctr" anchorCtr="1">
            <a:noAutofit/>
          </a:bodyPr>
          <a:lstStyle/>
          <a:p>
            <a:pPr algn="l" fontAlgn="b"/>
            <a:endParaRPr lang="en-US" altLang="zh-CN"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灯片编号占位符 1"/>
          <p:cNvSpPr txBox="1"/>
          <p:nvPr userDrawn="1"/>
        </p:nvSpPr>
        <p:spPr bwMode="auto">
          <a:xfrm>
            <a:off x="11760183" y="6581001"/>
            <a:ext cx="4315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6000" tIns="45720" rIns="36000" bIns="45720" numCol="1" anchor="ctr" anchorCtr="0" compatLnSpc="1">
            <a:spAutoFit/>
          </a:bodyPr>
          <a:lstStyle>
            <a:defPPr>
              <a:defRPr lang="zh-CN"/>
            </a:defPPr>
            <a:lvl1pPr algn="r" rtl="0" fontAlgn="base">
              <a:spcBef>
                <a:spcPct val="0"/>
              </a:spcBef>
              <a:spcAft>
                <a:spcPct val="0"/>
              </a:spcAft>
              <a:buClrTx/>
              <a:buSzTx/>
              <a:buFontTx/>
              <a:buNone/>
              <a:defRPr sz="1100" b="1" kern="1200">
                <a:solidFill>
                  <a:schemeClr val="tx1"/>
                </a:solidFill>
                <a:effectLst/>
                <a:latin typeface="Arial" panose="020B0604020202020204" pitchFamily="34" charset="0"/>
                <a:ea typeface="宋体" panose="02010600030101010101" pitchFamily="2" charset="-122"/>
                <a:cs typeface="Arial" panose="020B0604020202020204" pitchFamily="34" charset="0"/>
              </a:defRPr>
            </a:lvl1pPr>
            <a:lvl2pPr marL="4572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2pPr>
            <a:lvl3pPr marL="9144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3pPr>
            <a:lvl4pPr marL="13716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4pPr>
            <a:lvl5pPr marL="1828800" algn="ctr" rtl="0" fontAlgn="base">
              <a:spcBef>
                <a:spcPct val="0"/>
              </a:spcBef>
              <a:spcAft>
                <a:spcPct val="30000"/>
              </a:spcAft>
              <a:buClr>
                <a:srgbClr val="CC0000"/>
              </a:buClr>
              <a:buSzPct val="90000"/>
              <a:buFont typeface="Wingdings" panose="05000000000000000000" pitchFamily="2" charset="2"/>
              <a:defRPr sz="1400" b="1" kern="1200">
                <a:solidFill>
                  <a:schemeClr val="tx1"/>
                </a:solidFill>
                <a:latin typeface="Times New Roman" panose="02020603050405020304" pitchFamily="18" charset="0"/>
                <a:ea typeface="楷体_GB2312" panose="02010609030101010101" pitchFamily="49" charset="-122"/>
                <a:cs typeface="+mn-cs"/>
              </a:defRPr>
            </a:lvl5pPr>
            <a:lvl6pPr marL="22860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6pPr>
            <a:lvl7pPr marL="27432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7pPr>
            <a:lvl8pPr marL="32004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8pPr>
            <a:lvl9pPr marL="3657600" algn="l" defTabSz="914400" rtl="0" eaLnBrk="1" latinLnBrk="0" hangingPunct="1">
              <a:defRPr sz="1400" b="1" kern="1200">
                <a:solidFill>
                  <a:schemeClr val="tx1"/>
                </a:solidFill>
                <a:latin typeface="Times New Roman" panose="02020603050405020304" pitchFamily="18" charset="0"/>
                <a:ea typeface="楷体_GB2312" panose="02010609030101010101" pitchFamily="49"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9C9040C6-963D-4B80-83DC-4E43C55D1E51}" type="slidenum">
              <a:rPr kumimoji="0" lang="zh-CN" altLang="en-US" sz="12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fld>
            <a:endPar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5"/>
          </p:nvPr>
        </p:nvSpPr>
        <p:spPr>
          <a:xfrm>
            <a:off x="3136265" y="4982210"/>
            <a:ext cx="5549900" cy="688340"/>
          </a:xfrm>
        </p:spPr>
        <p:txBody>
          <a:bodyPr/>
          <a:lstStyle/>
          <a:p>
            <a:r>
              <a:rPr lang="zh-CN" altLang="en-US" sz="1800" b="0" dirty="0">
                <a:solidFill>
                  <a:schemeClr val="tx1"/>
                </a:solidFill>
              </a:rPr>
              <a:t>中国联通焦作市分公司</a:t>
            </a:r>
            <a:r>
              <a:rPr lang="en-US" altLang="zh-CN" sz="1800" b="0" dirty="0">
                <a:solidFill>
                  <a:schemeClr val="tx1"/>
                </a:solidFill>
              </a:rPr>
              <a:t>.</a:t>
            </a:r>
            <a:r>
              <a:rPr lang="zh-CN" altLang="en-US" sz="1800" b="0" dirty="0">
                <a:solidFill>
                  <a:schemeClr val="tx1"/>
                </a:solidFill>
              </a:rPr>
              <a:t>微巡察小组</a:t>
            </a:r>
            <a:endParaRPr lang="en-US" altLang="zh-CN" sz="1800" b="0" dirty="0">
              <a:solidFill>
                <a:schemeClr val="tx1"/>
              </a:solidFill>
            </a:endParaRPr>
          </a:p>
          <a:p>
            <a:r>
              <a:rPr lang="en-US" altLang="zh-CN" sz="1800" b="0" dirty="0">
                <a:solidFill>
                  <a:schemeClr val="tx1"/>
                </a:solidFill>
              </a:rPr>
              <a:t>2026</a:t>
            </a:r>
            <a:r>
              <a:rPr lang="zh-CN" altLang="en-US" sz="1800" b="0" dirty="0">
                <a:solidFill>
                  <a:schemeClr val="tx1"/>
                </a:solidFill>
              </a:rPr>
              <a:t>年</a:t>
            </a:r>
            <a:r>
              <a:rPr lang="en-US" altLang="zh-CN" sz="1800" b="0" dirty="0">
                <a:solidFill>
                  <a:schemeClr val="tx1"/>
                </a:solidFill>
              </a:rPr>
              <a:t>7</a:t>
            </a:r>
            <a:r>
              <a:rPr lang="zh-CN" altLang="en-US" sz="1800" b="0" dirty="0">
                <a:solidFill>
                  <a:schemeClr val="tx1"/>
                </a:solidFill>
              </a:rPr>
              <a:t>月</a:t>
            </a:r>
            <a:endParaRPr lang="zh-CN" altLang="en-US" sz="1800" b="0" dirty="0">
              <a:solidFill>
                <a:schemeClr val="tx1"/>
              </a:solidFill>
            </a:endParaRPr>
          </a:p>
        </p:txBody>
      </p:sp>
      <p:sp>
        <p:nvSpPr>
          <p:cNvPr id="2" name="文本框 1"/>
          <p:cNvSpPr txBox="1"/>
          <p:nvPr/>
        </p:nvSpPr>
        <p:spPr>
          <a:xfrm>
            <a:off x="672465" y="2175510"/>
            <a:ext cx="11090910" cy="795655"/>
          </a:xfrm>
          <a:prstGeom prst="rect">
            <a:avLst/>
          </a:prstGeom>
          <a:noFill/>
          <a:ln>
            <a:noFill/>
          </a:ln>
        </p:spPr>
        <p:txBody>
          <a:bodyPr wrap="square" anchor="ctr" anchorCtr="0">
            <a:noAutofit/>
          </a:bodyPr>
          <a:lstStyle/>
          <a:p>
            <a:pPr algn="dist" eaLnBrk="1" hangingPunct="1">
              <a:lnSpc>
                <a:spcPct val="150000"/>
              </a:lnSpc>
              <a:spcBef>
                <a:spcPct val="0"/>
              </a:spcBef>
              <a:buFontTx/>
              <a:buNone/>
            </a:pPr>
            <a:endParaRPr lang="zh-CN" altLang="en-US" sz="4800" b="1" dirty="0">
              <a:solidFill>
                <a:schemeClr val="accent4">
                  <a:lumMod val="60000"/>
                  <a:lumOff val="40000"/>
                </a:schemeClr>
              </a:solidFill>
              <a:latin typeface="隶书" panose="02010509060101010101" pitchFamily="49" charset="-122"/>
              <a:ea typeface="隶书" panose="02010509060101010101" pitchFamily="49" charset="-122"/>
              <a:cs typeface="Calibri" panose="020F0502020204030204" pitchFamily="34" charset="0"/>
              <a:sym typeface="+mn-ea"/>
            </a:endParaRPr>
          </a:p>
        </p:txBody>
      </p:sp>
      <p:sp>
        <p:nvSpPr>
          <p:cNvPr id="3" name="文本框 2"/>
          <p:cNvSpPr txBox="1"/>
          <p:nvPr/>
        </p:nvSpPr>
        <p:spPr>
          <a:xfrm>
            <a:off x="80010" y="2635250"/>
            <a:ext cx="11790045" cy="1802765"/>
          </a:xfrm>
          <a:prstGeom prst="rect">
            <a:avLst/>
          </a:prstGeom>
          <a:noFill/>
          <a:ln>
            <a:noFill/>
            <a:prstDash val="dash"/>
          </a:ln>
        </p:spPr>
        <p:txBody>
          <a:bodyPr wrap="square" rtlCol="0">
            <a:noAutofit/>
          </a:bodyPr>
          <a:lstStyle/>
          <a:p>
            <a:pPr marL="0" indent="0" algn="ctr">
              <a:lnSpc>
                <a:spcPct val="150000"/>
              </a:lnSpc>
              <a:spcBef>
                <a:spcPts val="300"/>
              </a:spcBef>
              <a:buClr>
                <a:srgbClr val="C00000"/>
              </a:buClr>
              <a:buSzTx/>
              <a:buFont typeface="Wingdings" panose="05000000000000000000" charset="0"/>
              <a:buNone/>
            </a:pPr>
            <a:r>
              <a:rPr lang="zh-CN" altLang="en-US" sz="5400" b="1" kern="1400" spc="200" dirty="0">
                <a:solidFill>
                  <a:srgbClr val="FFFF00"/>
                </a:solidFill>
                <a:uFillTx/>
                <a:latin typeface="微软雅黑" panose="020B0503020204020204" pitchFamily="34" charset="-122"/>
                <a:ea typeface="微软雅黑" panose="020B0503020204020204" pitchFamily="34" charset="-122"/>
                <a:cs typeface="楷体" panose="02010609060101010101" pitchFamily="49" charset="-122"/>
                <a:sym typeface="+mn-ea"/>
              </a:rPr>
              <a:t>孟州市分公司微巡察</a:t>
            </a:r>
            <a:r>
              <a:rPr lang="zh-CN" altLang="en-US" sz="5400" b="1" kern="1400" spc="200" dirty="0">
                <a:solidFill>
                  <a:srgbClr val="FFFF00"/>
                </a:solidFill>
                <a:uFillTx/>
                <a:latin typeface="微软雅黑" panose="020B0503020204020204" pitchFamily="34" charset="-122"/>
                <a:ea typeface="微软雅黑" panose="020B0503020204020204" pitchFamily="34" charset="-122"/>
                <a:cs typeface="楷体" panose="02010609060101010101" pitchFamily="49" charset="-122"/>
                <a:sym typeface="+mn-ea"/>
              </a:rPr>
              <a:t>推进会</a:t>
            </a:r>
            <a:endParaRPr lang="zh-CN" altLang="en-US" sz="5400" b="1" kern="1400" spc="200" dirty="0">
              <a:solidFill>
                <a:srgbClr val="FFFF00"/>
              </a:solidFill>
              <a:uFillTx/>
              <a:latin typeface="微软雅黑" panose="020B0503020204020204" pitchFamily="34" charset="-122"/>
              <a:ea typeface="微软雅黑" panose="020B0503020204020204" pitchFamily="34" charset="-122"/>
              <a:cs typeface="楷体" panose="02010609060101010101" pitchFamily="49" charset="-122"/>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260" y="66675"/>
            <a:ext cx="1223645" cy="768350"/>
          </a:xfrm>
          <a:prstGeom prst="rect">
            <a:avLst/>
          </a:prstGeom>
          <a:noFill/>
        </p:spPr>
        <p:txBody>
          <a:bodyPr wrap="square" rtlCol="0" anchor="t">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sym typeface="+mn-ea"/>
              </a:rPr>
              <a:t>1</a:t>
            </a:r>
            <a:endParaRPr lang="en-US" altLang="zh-CN" sz="4400" b="1" dirty="0">
              <a:solidFill>
                <a:schemeClr val="bg1"/>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333500" y="189865"/>
            <a:ext cx="6290310" cy="521970"/>
          </a:xfrm>
          <a:prstGeom prst="rect">
            <a:avLst/>
          </a:prstGeom>
          <a:noFill/>
        </p:spPr>
        <p:txBody>
          <a:bodyPr wrap="square" rtlCol="0">
            <a:spAutoFit/>
          </a:bodyPr>
          <a:p>
            <a:r>
              <a:rPr lang="zh-CN" altLang="en-US" sz="2800" b="1"/>
              <a:t>主要会议内容</a:t>
            </a:r>
            <a:endParaRPr lang="zh-CN" altLang="en-US" sz="2800" b="1"/>
          </a:p>
        </p:txBody>
      </p:sp>
      <p:sp>
        <p:nvSpPr>
          <p:cNvPr id="4" name="文本框 3"/>
          <p:cNvSpPr txBox="1"/>
          <p:nvPr/>
        </p:nvSpPr>
        <p:spPr>
          <a:xfrm>
            <a:off x="1233805" y="1572260"/>
            <a:ext cx="8719185" cy="3538220"/>
          </a:xfrm>
          <a:prstGeom prst="rect">
            <a:avLst/>
          </a:prstGeom>
          <a:noFill/>
        </p:spPr>
        <p:txBody>
          <a:bodyPr wrap="square" rtlCol="0">
            <a:spAutoFit/>
          </a:bodyPr>
          <a:p>
            <a:pPr marL="285750" indent="-285750" fontAlgn="auto">
              <a:lnSpc>
                <a:spcPct val="200000"/>
              </a:lnSpc>
              <a:buClr>
                <a:srgbClr val="FF0000"/>
              </a:buClr>
              <a:buFont typeface="Wingdings" panose="05000000000000000000" charset="0"/>
              <a:buChar char="n"/>
            </a:pPr>
            <a:r>
              <a:rPr lang="zh-CN" altLang="en-US" sz="2800"/>
              <a:t>微巡察存在</a:t>
            </a:r>
            <a:r>
              <a:rPr lang="zh-CN" altLang="en-US" sz="2800"/>
              <a:t>问题</a:t>
            </a:r>
            <a:endParaRPr lang="zh-CN" altLang="en-US" sz="2800"/>
          </a:p>
          <a:p>
            <a:pPr marL="285750" indent="-285750" fontAlgn="auto">
              <a:lnSpc>
                <a:spcPct val="200000"/>
              </a:lnSpc>
              <a:buClr>
                <a:srgbClr val="FF0000"/>
              </a:buClr>
              <a:buFont typeface="Wingdings" panose="05000000000000000000" charset="0"/>
              <a:buChar char="n"/>
            </a:pPr>
            <a:r>
              <a:rPr lang="zh-CN" altLang="en-US" sz="2800"/>
              <a:t>微巡察方案介绍</a:t>
            </a:r>
            <a:endParaRPr lang="zh-CN" altLang="en-US" sz="2800"/>
          </a:p>
          <a:p>
            <a:pPr marL="285750" indent="-285750" fontAlgn="auto">
              <a:lnSpc>
                <a:spcPct val="200000"/>
              </a:lnSpc>
              <a:buClr>
                <a:srgbClr val="FF0000"/>
              </a:buClr>
              <a:buFont typeface="Wingdings" panose="05000000000000000000" charset="0"/>
              <a:buChar char="n"/>
            </a:pPr>
            <a:r>
              <a:rPr lang="zh-CN" altLang="en-US" sz="2800"/>
              <a:t>微巡察成员单位负责点题</a:t>
            </a:r>
            <a:endParaRPr lang="zh-CN" altLang="en-US" sz="2800"/>
          </a:p>
          <a:p>
            <a:pPr marL="285750" indent="-285750" fontAlgn="auto">
              <a:lnSpc>
                <a:spcPct val="200000"/>
              </a:lnSpc>
              <a:buClr>
                <a:srgbClr val="FF0000"/>
              </a:buClr>
              <a:buFont typeface="Wingdings" panose="05000000000000000000" charset="0"/>
              <a:buChar char="n"/>
            </a:pPr>
            <a:r>
              <a:rPr lang="zh-CN" altLang="en-US" sz="2800"/>
              <a:t>微巡察现场核查人员确定</a:t>
            </a:r>
            <a:endParaRPr lang="zh-CN" altLang="en-US" sz="28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260" y="66675"/>
            <a:ext cx="1223645" cy="768350"/>
          </a:xfrm>
          <a:prstGeom prst="rect">
            <a:avLst/>
          </a:prstGeom>
          <a:noFill/>
        </p:spPr>
        <p:txBody>
          <a:bodyPr wrap="square" rtlCol="0" anchor="t">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sym typeface="+mn-ea"/>
              </a:rPr>
              <a:t>2</a:t>
            </a:r>
            <a:endParaRPr lang="en-US" altLang="zh-CN" sz="4400" b="1" dirty="0">
              <a:solidFill>
                <a:schemeClr val="bg1"/>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333500" y="189865"/>
            <a:ext cx="6290310" cy="521970"/>
          </a:xfrm>
          <a:prstGeom prst="rect">
            <a:avLst/>
          </a:prstGeom>
          <a:noFill/>
        </p:spPr>
        <p:txBody>
          <a:bodyPr wrap="square" rtlCol="0">
            <a:spAutoFit/>
          </a:bodyPr>
          <a:p>
            <a:r>
              <a:rPr lang="zh-CN" altLang="en-US" sz="2800" b="1"/>
              <a:t>微巡察存在</a:t>
            </a:r>
            <a:r>
              <a:rPr lang="zh-CN" altLang="en-US" sz="2800" b="1"/>
              <a:t>问题</a:t>
            </a:r>
            <a:endParaRPr lang="zh-CN" altLang="en-US" sz="2800" b="1"/>
          </a:p>
        </p:txBody>
      </p:sp>
      <p:sp>
        <p:nvSpPr>
          <p:cNvPr id="4" name="文本框 3"/>
          <p:cNvSpPr txBox="1"/>
          <p:nvPr/>
        </p:nvSpPr>
        <p:spPr>
          <a:xfrm>
            <a:off x="1333500" y="1194435"/>
            <a:ext cx="10480040" cy="5092700"/>
          </a:xfrm>
          <a:prstGeom prst="rect">
            <a:avLst/>
          </a:prstGeom>
          <a:noFill/>
        </p:spPr>
        <p:txBody>
          <a:bodyPr wrap="square" rtlCol="0">
            <a:spAutoFit/>
          </a:bodyPr>
          <a:p>
            <a:pPr marL="285750" indent="-285750" fontAlgn="auto">
              <a:lnSpc>
                <a:spcPct val="150000"/>
              </a:lnSpc>
              <a:buClr>
                <a:srgbClr val="FF0000"/>
              </a:buClr>
              <a:buFont typeface="Wingdings" panose="05000000000000000000" charset="0"/>
              <a:buChar char="n"/>
            </a:pPr>
            <a:r>
              <a:rPr lang="zh-CN" altLang="en-US" sz="2000" b="1"/>
              <a:t>微巡察问题：</a:t>
            </a:r>
            <a:endParaRPr lang="zh-CN" altLang="en-US" sz="2000" b="1"/>
          </a:p>
          <a:p>
            <a:pPr marL="342900" indent="-342900" fontAlgn="auto">
              <a:lnSpc>
                <a:spcPct val="150000"/>
              </a:lnSpc>
              <a:buClr>
                <a:srgbClr val="FF0000"/>
              </a:buClr>
              <a:buFont typeface="Wingdings" panose="05000000000000000000" charset="0"/>
              <a:buChar char="Ø"/>
            </a:pPr>
            <a:r>
              <a:rPr lang="zh-CN" altLang="en-US" sz="2000"/>
              <a:t>微巡察查找问题不</a:t>
            </a:r>
            <a:r>
              <a:rPr lang="zh-CN" altLang="en-US" sz="2000"/>
              <a:t>精准</a:t>
            </a:r>
            <a:endParaRPr lang="zh-CN" altLang="en-US" sz="2000"/>
          </a:p>
          <a:p>
            <a:pPr marL="342900" indent="-342900" fontAlgn="auto">
              <a:lnSpc>
                <a:spcPct val="150000"/>
              </a:lnSpc>
              <a:buClr>
                <a:srgbClr val="FF0000"/>
              </a:buClr>
              <a:buFont typeface="Wingdings" panose="05000000000000000000" charset="0"/>
              <a:buChar char="Ø"/>
            </a:pPr>
            <a:r>
              <a:rPr lang="zh-CN" altLang="en-US" sz="2000"/>
              <a:t>未找到存在问题背后真正的根源，作风问题、思想问题、能力问题、组织问题</a:t>
            </a:r>
            <a:r>
              <a:rPr lang="zh-CN" altLang="en-US" sz="2000"/>
              <a:t>等</a:t>
            </a:r>
            <a:endParaRPr lang="zh-CN" altLang="en-US" sz="2000"/>
          </a:p>
          <a:p>
            <a:pPr marL="342900" indent="-342900" fontAlgn="auto">
              <a:lnSpc>
                <a:spcPct val="150000"/>
              </a:lnSpc>
              <a:buClr>
                <a:srgbClr val="FF0000"/>
              </a:buClr>
              <a:buFont typeface="Wingdings" panose="05000000000000000000" charset="0"/>
              <a:buChar char="Ø"/>
            </a:pPr>
            <a:r>
              <a:rPr lang="zh-CN" altLang="en-US" sz="2000" b="1"/>
              <a:t>查找的问题过于宏大，缺乏指导性意义</a:t>
            </a:r>
            <a:endParaRPr lang="zh-CN" altLang="en-US" sz="2000"/>
          </a:p>
          <a:p>
            <a:pPr marL="342900" indent="-342900" fontAlgn="auto">
              <a:lnSpc>
                <a:spcPct val="150000"/>
              </a:lnSpc>
              <a:buClr>
                <a:srgbClr val="FF0000"/>
              </a:buClr>
              <a:buFont typeface="Wingdings" panose="05000000000000000000" charset="0"/>
              <a:buChar char="n"/>
            </a:pPr>
            <a:r>
              <a:rPr lang="zh-CN" altLang="en-US" sz="2000" b="1"/>
              <a:t>微巡察整改问题：</a:t>
            </a:r>
            <a:endParaRPr lang="zh-CN" altLang="en-US" sz="2000" b="1"/>
          </a:p>
          <a:p>
            <a:pPr marL="342900" indent="-342900" fontAlgn="auto">
              <a:lnSpc>
                <a:spcPct val="150000"/>
              </a:lnSpc>
              <a:buClr>
                <a:srgbClr val="FF0000"/>
              </a:buClr>
              <a:buFont typeface="Wingdings" panose="05000000000000000000" charset="0"/>
              <a:buChar char="Ø"/>
            </a:pPr>
            <a:r>
              <a:rPr lang="zh-CN" altLang="en-US" sz="2000"/>
              <a:t>报告内容虚化，穿靴戴帽内容过多，需要</a:t>
            </a:r>
            <a:r>
              <a:rPr lang="zh-CN" altLang="en-US" sz="2000"/>
              <a:t>删减</a:t>
            </a:r>
            <a:endParaRPr lang="zh-CN" altLang="en-US" sz="2000"/>
          </a:p>
          <a:p>
            <a:pPr marL="342900" indent="-342900" fontAlgn="auto">
              <a:lnSpc>
                <a:spcPct val="150000"/>
              </a:lnSpc>
              <a:buClr>
                <a:srgbClr val="FF0000"/>
              </a:buClr>
              <a:buFont typeface="Wingdings" panose="05000000000000000000" charset="0"/>
              <a:buChar char="Ø"/>
            </a:pPr>
            <a:r>
              <a:rPr lang="zh-CN" altLang="en-US" sz="2000"/>
              <a:t>数据使用标准不统一，没有使用最新</a:t>
            </a:r>
            <a:r>
              <a:rPr lang="zh-CN" altLang="en-US" sz="2000"/>
              <a:t>数据</a:t>
            </a:r>
            <a:endParaRPr lang="zh-CN" altLang="en-US" sz="2000"/>
          </a:p>
          <a:p>
            <a:pPr marL="342900" indent="-342900" fontAlgn="auto">
              <a:lnSpc>
                <a:spcPct val="150000"/>
              </a:lnSpc>
              <a:buClr>
                <a:srgbClr val="FF0000"/>
              </a:buClr>
              <a:buFont typeface="Wingdings" panose="05000000000000000000" charset="0"/>
              <a:buChar char="Ø"/>
            </a:pPr>
            <a:r>
              <a:rPr lang="zh-CN" altLang="en-US" sz="2000"/>
              <a:t>原则性错误，未严格执行规章</a:t>
            </a:r>
            <a:r>
              <a:rPr lang="zh-CN" altLang="en-US" sz="2000"/>
              <a:t>制度</a:t>
            </a:r>
            <a:endParaRPr lang="zh-CN" altLang="en-US" sz="2000"/>
          </a:p>
          <a:p>
            <a:pPr marL="342900" indent="-342900" fontAlgn="auto">
              <a:lnSpc>
                <a:spcPct val="150000"/>
              </a:lnSpc>
              <a:buClr>
                <a:srgbClr val="FF0000"/>
              </a:buClr>
              <a:buFont typeface="Wingdings" panose="05000000000000000000" charset="0"/>
              <a:buChar char="Ø"/>
            </a:pPr>
            <a:r>
              <a:rPr lang="zh-CN" altLang="en-US" sz="2000"/>
              <a:t>整改报告未经支部审核，缺乏实质性整改内容，用市公司统一的方案</a:t>
            </a:r>
            <a:r>
              <a:rPr lang="zh-CN" altLang="en-US" sz="2000"/>
              <a:t>应付</a:t>
            </a:r>
            <a:endParaRPr lang="zh-CN" altLang="en-US" sz="2000"/>
          </a:p>
          <a:p>
            <a:pPr marL="342900" indent="-342900" fontAlgn="auto">
              <a:lnSpc>
                <a:spcPct val="150000"/>
              </a:lnSpc>
              <a:buClr>
                <a:srgbClr val="FF0000"/>
              </a:buClr>
              <a:buFont typeface="Wingdings" panose="05000000000000000000" charset="0"/>
              <a:buChar char="Ø"/>
            </a:pPr>
            <a:r>
              <a:rPr lang="zh-CN" altLang="en-US" sz="2000"/>
              <a:t>上会前微巡察成员单位负责人未</a:t>
            </a:r>
            <a:r>
              <a:rPr lang="zh-CN" altLang="en-US" sz="2000"/>
              <a:t>审核</a:t>
            </a:r>
            <a:endParaRPr lang="zh-CN" altLang="en-US" sz="2000"/>
          </a:p>
          <a:p>
            <a:pPr marL="342900" indent="-342900" fontAlgn="auto">
              <a:lnSpc>
                <a:spcPts val="3000"/>
              </a:lnSpc>
              <a:buClr>
                <a:srgbClr val="FF0000"/>
              </a:buClr>
              <a:buFont typeface="Wingdings" panose="05000000000000000000" charset="0"/>
              <a:buChar char="Ø"/>
            </a:pPr>
            <a:endParaRPr lang="zh-CN" altLang="en-US" sz="20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260" y="66675"/>
            <a:ext cx="1223645" cy="768350"/>
          </a:xfrm>
          <a:prstGeom prst="rect">
            <a:avLst/>
          </a:prstGeom>
          <a:noFill/>
        </p:spPr>
        <p:txBody>
          <a:bodyPr wrap="square" rtlCol="0" anchor="t">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sym typeface="+mn-ea"/>
              </a:rPr>
              <a:t>2</a:t>
            </a:r>
            <a:endParaRPr lang="en-US" altLang="zh-CN" sz="4400" b="1" dirty="0">
              <a:solidFill>
                <a:schemeClr val="bg1"/>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333500" y="189865"/>
            <a:ext cx="6290310" cy="521970"/>
          </a:xfrm>
          <a:prstGeom prst="rect">
            <a:avLst/>
          </a:prstGeom>
          <a:noFill/>
        </p:spPr>
        <p:txBody>
          <a:bodyPr wrap="square" rtlCol="0">
            <a:spAutoFit/>
          </a:bodyPr>
          <a:p>
            <a:r>
              <a:rPr lang="zh-CN" altLang="en-US" sz="2800" b="1"/>
              <a:t>微巡察</a:t>
            </a:r>
            <a:r>
              <a:rPr lang="zh-CN" altLang="en-US" sz="2800" b="1"/>
              <a:t>方案</a:t>
            </a:r>
            <a:endParaRPr lang="zh-CN" altLang="en-US" sz="2800" b="1"/>
          </a:p>
        </p:txBody>
      </p:sp>
      <p:sp>
        <p:nvSpPr>
          <p:cNvPr id="4" name="文本框 3"/>
          <p:cNvSpPr txBox="1"/>
          <p:nvPr/>
        </p:nvSpPr>
        <p:spPr>
          <a:xfrm>
            <a:off x="706120" y="1065530"/>
            <a:ext cx="10789285" cy="5092700"/>
          </a:xfrm>
          <a:prstGeom prst="rect">
            <a:avLst/>
          </a:prstGeom>
          <a:noFill/>
        </p:spPr>
        <p:txBody>
          <a:bodyPr wrap="square" rtlCol="0">
            <a:spAutoFit/>
          </a:bodyPr>
          <a:p>
            <a:pPr marL="285750" indent="-285750" fontAlgn="auto">
              <a:lnSpc>
                <a:spcPts val="3000"/>
              </a:lnSpc>
              <a:buClr>
                <a:srgbClr val="FF0000"/>
              </a:buClr>
              <a:buFont typeface="Wingdings" panose="05000000000000000000" charset="0"/>
              <a:buChar char="n"/>
            </a:pPr>
            <a:r>
              <a:rPr lang="zh-CN" altLang="en-US" sz="2000"/>
              <a:t>通过对前期县公司微巡察情况总结和近期沁阳微巡察整改辅导发现的问题，按照公司领导要求，对孟州微巡察工作做出如下安排：</a:t>
            </a:r>
            <a:endParaRPr lang="zh-CN" altLang="en-US" sz="2000"/>
          </a:p>
          <a:p>
            <a:pPr marL="342900" indent="-342900" fontAlgn="auto">
              <a:lnSpc>
                <a:spcPts val="3000"/>
              </a:lnSpc>
              <a:buClr>
                <a:srgbClr val="FF0000"/>
              </a:buClr>
              <a:buFont typeface="Wingdings" panose="05000000000000000000" charset="0"/>
              <a:buChar char="Ø"/>
            </a:pPr>
            <a:r>
              <a:rPr lang="zh-CN" altLang="en-US" sz="2000"/>
              <a:t>7月21日前：通知收集孟州收集指标、问题（可借鉴财务部对孟州落后指标情况）</a:t>
            </a:r>
            <a:endParaRPr lang="zh-CN" altLang="en-US" sz="2000"/>
          </a:p>
          <a:p>
            <a:pPr marL="342900" indent="-342900" fontAlgn="auto">
              <a:lnSpc>
                <a:spcPts val="3000"/>
              </a:lnSpc>
              <a:buClr>
                <a:srgbClr val="FF0000"/>
              </a:buClr>
              <a:buFont typeface="Wingdings" panose="05000000000000000000" charset="0"/>
              <a:buChar char="Ø"/>
            </a:pPr>
            <a:r>
              <a:rPr lang="zh-CN" altLang="en-US" sz="2000" b="1"/>
              <a:t>7月21日下午：组织巡察小组成员单位负责人开会，由单位负责人点出孟州重点核查问题，确定现场核查小组人员（核查中严禁换人）</a:t>
            </a:r>
            <a:endParaRPr lang="zh-CN" altLang="en-US" sz="2000" b="1"/>
          </a:p>
          <a:p>
            <a:pPr marL="342900" indent="-342900" fontAlgn="auto">
              <a:lnSpc>
                <a:spcPts val="3000"/>
              </a:lnSpc>
              <a:buClr>
                <a:srgbClr val="FF0000"/>
              </a:buClr>
              <a:buFont typeface="Wingdings" panose="05000000000000000000" charset="0"/>
              <a:buChar char="Ø"/>
            </a:pPr>
            <a:r>
              <a:rPr lang="zh-CN" altLang="en-US" sz="2000"/>
              <a:t>7月22日：征求公司党委班子成员对孟州微巡查的意见及重点核查问题</a:t>
            </a:r>
            <a:endParaRPr lang="zh-CN" altLang="en-US" sz="2000"/>
          </a:p>
          <a:p>
            <a:pPr marL="342900" indent="-342900" fontAlgn="auto">
              <a:lnSpc>
                <a:spcPts val="3000"/>
              </a:lnSpc>
              <a:buClr>
                <a:srgbClr val="FF0000"/>
              </a:buClr>
              <a:buFont typeface="Wingdings" panose="05000000000000000000" charset="0"/>
              <a:buChar char="Ø"/>
            </a:pPr>
            <a:r>
              <a:rPr lang="zh-CN" altLang="en-US" sz="2000"/>
              <a:t>7月21日-8月3日：巡前分析，通过对孟州相关材料进行分析</a:t>
            </a:r>
            <a:endParaRPr lang="zh-CN" altLang="en-US" sz="2000"/>
          </a:p>
          <a:p>
            <a:pPr marL="342900" indent="-342900" fontAlgn="auto">
              <a:lnSpc>
                <a:spcPts val="3000"/>
              </a:lnSpc>
              <a:buClr>
                <a:srgbClr val="FF0000"/>
              </a:buClr>
              <a:buFont typeface="Wingdings" panose="05000000000000000000" charset="0"/>
              <a:buChar char="Ø"/>
            </a:pPr>
            <a:r>
              <a:rPr lang="zh-CN" altLang="en-US" sz="2000"/>
              <a:t>7月30日：召开巡察小组会议，现场巡察前讨论启动</a:t>
            </a:r>
            <a:endParaRPr lang="zh-CN" altLang="en-US" sz="2000"/>
          </a:p>
          <a:p>
            <a:pPr marL="342900" indent="-342900" fontAlgn="auto">
              <a:lnSpc>
                <a:spcPts val="3000"/>
              </a:lnSpc>
              <a:buClr>
                <a:srgbClr val="FF0000"/>
              </a:buClr>
              <a:buFont typeface="Wingdings" panose="05000000000000000000" charset="0"/>
              <a:buChar char="Ø"/>
            </a:pPr>
            <a:r>
              <a:rPr lang="zh-CN" altLang="en-US" sz="2000"/>
              <a:t>8月3日-8月7日：开展现场微巡察，通过现场测评、访谈、检查等形式核查问题及其根因，以访谈为主</a:t>
            </a:r>
            <a:endParaRPr lang="zh-CN" altLang="en-US" sz="2000"/>
          </a:p>
          <a:p>
            <a:pPr marL="342900" indent="-342900" fontAlgn="auto">
              <a:lnSpc>
                <a:spcPts val="3000"/>
              </a:lnSpc>
              <a:buClr>
                <a:srgbClr val="FF0000"/>
              </a:buClr>
              <a:buFont typeface="Wingdings" panose="05000000000000000000" charset="0"/>
              <a:buChar char="Ø"/>
            </a:pPr>
            <a:r>
              <a:rPr lang="zh-CN" altLang="en-US" sz="2000"/>
              <a:t>8月8日-8月15日：完成问题底稿及报告</a:t>
            </a:r>
            <a:endParaRPr lang="zh-CN" altLang="en-US" sz="2000"/>
          </a:p>
          <a:p>
            <a:pPr marL="342900" indent="-342900" fontAlgn="auto">
              <a:lnSpc>
                <a:spcPts val="3000"/>
              </a:lnSpc>
              <a:buClr>
                <a:srgbClr val="FF0000"/>
              </a:buClr>
              <a:buFont typeface="Wingdings" panose="05000000000000000000" charset="0"/>
              <a:buChar char="Ø"/>
            </a:pPr>
            <a:r>
              <a:rPr lang="zh-CN" altLang="en-US" sz="2000"/>
              <a:t>8月17日：向公司党委汇报孟州微巡察情况</a:t>
            </a:r>
            <a:endParaRPr lang="zh-CN" altLang="en-US" sz="2000"/>
          </a:p>
          <a:p>
            <a:pPr marL="342900" indent="-342900" fontAlgn="auto">
              <a:lnSpc>
                <a:spcPts val="3000"/>
              </a:lnSpc>
              <a:buClr>
                <a:srgbClr val="FF0000"/>
              </a:buClr>
              <a:buFont typeface="Wingdings" panose="05000000000000000000" charset="0"/>
              <a:buChar char="Ø"/>
            </a:pPr>
            <a:r>
              <a:rPr lang="en-US" altLang="zh-CN" sz="2000"/>
              <a:t>8</a:t>
            </a:r>
            <a:r>
              <a:rPr lang="zh-CN" altLang="en-US" sz="2000"/>
              <a:t>月</a:t>
            </a:r>
            <a:r>
              <a:rPr lang="en-US" altLang="zh-CN" sz="2000"/>
              <a:t>19</a:t>
            </a:r>
            <a:r>
              <a:rPr lang="zh-CN" altLang="en-US" sz="2000"/>
              <a:t>日</a:t>
            </a:r>
            <a:r>
              <a:rPr lang="en-US" altLang="zh-CN" sz="2000"/>
              <a:t>-10</a:t>
            </a:r>
            <a:r>
              <a:rPr lang="zh-CN" altLang="en-US" sz="2000"/>
              <a:t>月</a:t>
            </a:r>
            <a:r>
              <a:rPr lang="en-US" altLang="zh-CN" sz="2000"/>
              <a:t>19</a:t>
            </a:r>
            <a:r>
              <a:rPr lang="zh-CN" altLang="en-US" sz="2000"/>
              <a:t>日：孟州分公司</a:t>
            </a:r>
            <a:r>
              <a:rPr lang="zh-CN" altLang="en-US" sz="2000"/>
              <a:t>整改</a:t>
            </a:r>
            <a:endParaRPr lang="zh-CN" altLang="en-US" sz="200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1729,&quot;width&quot;:394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615</Words>
  <Application>WPS 演示</Application>
  <PresentationFormat>宽屏</PresentationFormat>
  <Paragraphs>45</Paragraphs>
  <Slides>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vt:i4>
      </vt:variant>
    </vt:vector>
  </HeadingPairs>
  <TitlesOfParts>
    <vt:vector size="16" baseType="lpstr">
      <vt:lpstr>Arial</vt:lpstr>
      <vt:lpstr>宋体</vt:lpstr>
      <vt:lpstr>Wingdings</vt:lpstr>
      <vt:lpstr>Arial Unicode MS</vt:lpstr>
      <vt:lpstr>微软雅黑</vt:lpstr>
      <vt:lpstr>隶书</vt:lpstr>
      <vt:lpstr>Calibri</vt:lpstr>
      <vt:lpstr>Wingdings</vt:lpstr>
      <vt:lpstr>楷体</vt:lpstr>
      <vt:lpstr>Times New Roman</vt:lpstr>
      <vt:lpstr>楷体_GB2312</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纪检</cp:lastModifiedBy>
  <cp:revision>14</cp:revision>
  <dcterms:created xsi:type="dcterms:W3CDTF">2026-07-21T06:34:59Z</dcterms:created>
  <dcterms:modified xsi:type="dcterms:W3CDTF">2026-07-21T06:52:55Z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26A4A1E74A8141ACAB930F2F5D4B9F23</vt:lpwstr>
  </property>
  <property fmtid="{D5CDD505-2E9C-101B-9397-08002B2CF9AE}" pid="3" name="KSOProductBuildVer">
    <vt:lpwstr>2052-11.8.2.12085</vt:lpwstr>
  </property>
</Properties>
</file>