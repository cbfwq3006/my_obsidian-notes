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  <p:sldMasterId id="2147483658" r:id="rId3"/>
    <p:sldMasterId id="2147483665" r:id="rId4"/>
    <p:sldMasterId id="2147483678" r:id="rId5"/>
    <p:sldMasterId id="2147483682" r:id="rId6"/>
    <p:sldMasterId id="2147483685" r:id="rId7"/>
    <p:sldMasterId id="2147483697" r:id="rId8"/>
  </p:sldMasterIdLst>
  <p:notesMasterIdLst>
    <p:notesMasterId r:id="rId10"/>
  </p:notesMasterIdLst>
  <p:handoutMasterIdLst>
    <p:handoutMasterId r:id="rId30"/>
  </p:handoutMasterIdLst>
  <p:sldIdLst>
    <p:sldId id="11093328" r:id="rId9"/>
    <p:sldId id="11093341" r:id="rId11"/>
    <p:sldId id="11093507" r:id="rId12"/>
    <p:sldId id="11093597" r:id="rId13"/>
    <p:sldId id="11093598" r:id="rId14"/>
    <p:sldId id="11093602" r:id="rId15"/>
    <p:sldId id="11093622" r:id="rId16"/>
    <p:sldId id="11093603" r:id="rId17"/>
    <p:sldId id="11093612" r:id="rId18"/>
    <p:sldId id="11093623" r:id="rId19"/>
    <p:sldId id="11093613" r:id="rId20"/>
    <p:sldId id="11093614" r:id="rId21"/>
    <p:sldId id="11093605" r:id="rId22"/>
    <p:sldId id="11093609" r:id="rId23"/>
    <p:sldId id="11093634" r:id="rId24"/>
    <p:sldId id="11093639" r:id="rId25"/>
    <p:sldId id="11093635" r:id="rId26"/>
    <p:sldId id="11093636" r:id="rId27"/>
    <p:sldId id="11093637" r:id="rId28"/>
    <p:sldId id="11093329" r:id="rId29"/>
  </p:sldIdLst>
  <p:sldSz cx="12192000" cy="6858000"/>
  <p:notesSz cx="9874250" cy="679767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郭伟" initials="c" lastIdx="3" clrIdx="0"/>
  <p:cmAuthor id="307" name="李 剑峰" initials="李" lastIdx="5" clrIdx="23"/>
  <p:cmAuthor id="1" name="Qiangqiang Zhang(联通北京市北京市分公司)" initials="QZ" lastIdx="1" clrIdx="0"/>
  <p:cmAuthor id="2" name="Unicom" initials="U" lastIdx="1" clrIdx="0"/>
  <p:cmAuthor id="3" name="Administrator" initials="A" lastIdx="6" clrIdx="3"/>
  <p:cmAuthor id="4" name="shen jy" initials="sj" lastIdx="44" clrIdx="4"/>
  <p:cmAuthor id="5" name="郭 洋" initials="郭" lastIdx="48" clrIdx="5"/>
  <p:cmAuthor id="6" name="pc wang" initials="pw" lastIdx="3" clrIdx="6"/>
  <p:cmAuthor id="7" name="瑞本 王" initials="瑞本" lastIdx="7" clrIdx="7"/>
  <p:cmAuthor id="8" name="王 学志" initials="王" lastIdx="2" clrIdx="8"/>
  <p:cmAuthor id="9" name="姜伟光" initials="姜" lastIdx="1" clrIdx="0"/>
  <p:cmAuthor id="10" name="10107538" initials="1" lastIdx="1" clrIdx="9"/>
  <p:cmAuthor id="11" name="10118178" initials="1" lastIdx="11" clrIdx="10"/>
  <p:cmAuthor id="12" name="zhouwd" initials="1" lastIdx="1" clrIdx="11"/>
  <p:cmAuthor id="13" name="马云飞10014438" initials="马" lastIdx="4" clrIdx="0"/>
  <p:cmAuthor id="14" name="John" initials="J" lastIdx="36" clrIdx="13"/>
  <p:cmAuthor id="15" name="10025093" initials="1" lastIdx="51" clrIdx="14"/>
  <p:cmAuthor id="16" name="10078380" initials="1" lastIdx="1" clrIdx="15"/>
  <p:cmAuthor id="17" name="00035181" initials="0" lastIdx="1" clrIdx="16"/>
  <p:cmAuthor id="18" name="张燕" initials="MSOffice" lastIdx="1" clrIdx="17"/>
  <p:cmAuthor id="19" name="Saku Uchikawa" initials="S" lastIdx="11" clrIdx="0"/>
  <p:cmAuthor id="20" name="00065088" initials="0" lastIdx="2" clrIdx="19"/>
  <p:cmAuthor id="21" name="10066351" initials="1" lastIdx="2" clrIdx="0"/>
  <p:cmAuthor id="22" name="蔡建楠" initials="caijianna" lastIdx="15" clrIdx="17"/>
  <p:cmAuthor id="23" name="赵诚荣10027092" initials="赵" lastIdx="2" clrIdx="25"/>
  <p:cmAuthor id="24" name="dengyx12" initials="d" lastIdx="2" clrIdx="23"/>
  <p:cmAuthor id="25" name="wyz" initials="w" lastIdx="1" clrIdx="24"/>
  <p:cmAuthor id="26" name="10270945" initials="1" lastIdx="2" clrIdx="25"/>
  <p:cmAuthor id="27" name="10295142" initials="1" lastIdx="1" clrIdx="26"/>
  <p:cmAuthor id="28" name="Hou Yingfeng" initials="H" lastIdx="10" clrIdx="23"/>
  <p:cmAuthor id="29" name="沈霄雷" initials="沈" lastIdx="833089" clrIdx="0"/>
  <p:cmAuthor id="30" name="10056791" initials="ZTE" lastIdx="1" clrIdx="29"/>
  <p:cmAuthor id="31" name="Author" initials="A" lastIdx="0" clrIdx="30"/>
  <p:cmAuthor id="32" name="李楠10047711" initials="李楠10047711" lastIdx="2" clrIdx="31"/>
  <p:cmAuthor id="33" name="610007" initials="6" lastIdx="0" clrIdx="32"/>
  <p:cmAuthor id="34" name="於宝泉" initials="於" lastIdx="0" clrIdx="2"/>
  <p:cmAuthor id="35" name="IKKI" initials="I" lastIdx="1" clrIdx="0"/>
  <p:cmAuthor id="36" name="limy709" initials="l" lastIdx="1" clrIdx="30"/>
  <p:cmAuthor id="37" name="张钰" initials="张" lastIdx="1" clrIdx="25"/>
  <p:cmAuthor id="38" name="Redeker, Yolanda" initials="R" lastIdx="9" clrIdx="1"/>
  <p:cmAuthor id="39" name="未知用户93" initials="未" lastIdx="1" clrIdx="0"/>
  <p:cmAuthor id="40" name="未知用户90" initials="未" lastIdx="5" clrIdx="1"/>
  <p:cmAuthor id="41" name="未知用户91" initials="未" lastIdx="0" clrIdx="1"/>
  <p:cmAuthor id="42" name="未知用户92" initials="未" lastIdx="1" clrIdx="0"/>
  <p:cmAuthor id="43" name="未知用户74" initials="未" lastIdx="5" clrIdx="1"/>
  <p:cmAuthor id="44" name="未知用户75" initials="未" lastIdx="8" clrIdx="0"/>
  <p:cmAuthor id="45" name="未知用户76" initials="未" lastIdx="1" clrIdx="0"/>
  <p:cmAuthor id="46" name="未知用户77" initials="未" lastIdx="8" clrIdx="0"/>
  <p:cmAuthor id="47" name="未知用户78" initials="未" lastIdx="8" clrIdx="0"/>
  <p:cmAuthor id="48" name="未知用户79" initials="未" lastIdx="1" clrIdx="0"/>
  <p:cmAuthor id="49" name="未知用户80" initials="未" lastIdx="1" clrIdx="0"/>
  <p:cmAuthor id="50" name="Harry xu" initials="H" lastIdx="1" clrIdx="0"/>
  <p:cmAuthor id="51" name="未知用户27" initials="未" lastIdx="1" clrIdx="0"/>
  <p:cmAuthor id="52" name="未知用户35" initials="未" lastIdx="1" clrIdx="0"/>
  <p:cmAuthor id="191251536" name="MA YOU" initials="MY" lastIdx="1" clrIdx="23"/>
  <p:cmAuthor id="53" name="未知用户111" initials="未" lastIdx="1" clrIdx="1"/>
  <p:cmAuthor id="191251537" name="HUAWEI" initials="H" lastIdx="1" clrIdx="36"/>
  <p:cmAuthor id="54" name="weijj52" initials="w" lastIdx="2" clrIdx="29"/>
  <p:cmAuthor id="55" name="殷格非" initials="殷" lastIdx="2" clrIdx="0"/>
  <p:cmAuthor id="56" name="z r" initials="z" lastIdx="5" clrIdx="12"/>
  <p:cmAuthor id="57" name="wangjiarui" initials="w" lastIdx="1" clrIdx="32"/>
  <p:cmAuthor id="58" name="马媛" initials="马" lastIdx="1" clrIdx="33"/>
  <p:cmAuthor id="59" name="徐芳" initials="徐" lastIdx="1" clrIdx="34"/>
  <p:cmAuthor id="60" name="许嘉珍" initials="许" lastIdx="1" clrIdx="36"/>
  <p:cmAuthor id="61" name="黄珂10009187" initials="黄" lastIdx="1" clrIdx="37"/>
  <p:cmAuthor id="62" name="赵欣" initials="赵" lastIdx="4" clrIdx="37"/>
  <p:cmAuthor id="63" name="Charley" initials="C" lastIdx="1" clrIdx="0"/>
  <p:cmAuthor id="64" name="Cindy-NB" initials="C" lastIdx="1" clrIdx="0"/>
  <p:cmAuthor id="65" name="未知的使用者4" initials="未" lastIdx="1" clrIdx="0"/>
  <p:cmAuthor id="66" name="yuanjy" initials="y" lastIdx="1" clrIdx="41"/>
  <p:cmAuthor id="67" name="刘凯铃" initials="刘" lastIdx="12" clrIdx="42"/>
  <p:cmAuthor id="68" name="guocc" initials="g" lastIdx="1" clrIdx="1"/>
  <p:cmAuthor id="69" name="未知的使用者1" initials="未" lastIdx="8" clrIdx="0"/>
  <p:cmAuthor id="70" name="未知的使用者2" initials="未" lastIdx="1" clrIdx="0"/>
  <p:cmAuthor id="71" name="未知的使用者7" initials="未" lastIdx="1" clrIdx="0"/>
  <p:cmAuthor id="72" name="zhangxc210" initials="z" lastIdx="22" clrIdx="47"/>
  <p:cmAuthor id="73" name="Sean XA Shi (CN - ADVS)" initials="SXS(A" lastIdx="1" clrIdx="75"/>
  <p:cmAuthor id="74" name="未知的使用者21" initials="未" lastIdx="1" clrIdx="0"/>
  <p:cmAuthor id="75" name="lantj" initials="l" lastIdx="1" clrIdx="51"/>
  <p:cmAuthor id="76" name="lenov" initials="l" lastIdx="3" clrIdx="25"/>
  <p:cmAuthor id="77" name="蒋善武" initials="u" lastIdx="1" clrIdx="26"/>
  <p:cmAuthor id="78" name="张 烜源" initials="张" lastIdx="1" clrIdx="27"/>
  <p:cmAuthor id="79" name="未知的使用者70" initials="未" lastIdx="1" clrIdx="0"/>
  <p:cmAuthor id="80" name="未知的使用者85" initials="未" lastIdx="1" clrIdx="0"/>
  <p:cmAuthor id="81" name="wumeng" initials="w" lastIdx="1" clrIdx="56"/>
  <p:cmAuthor id="82" name="未知的使用者87" initials="未" lastIdx="1" clrIdx="0"/>
  <p:cmAuthor id="84" name="未知的使用者90" initials="未" lastIdx="8" clrIdx="0"/>
  <p:cmAuthor id="85" name="張秀娟" initials="張" lastIdx="1" clrIdx="2"/>
  <p:cmAuthor id="86" name="未知的使用者34" initials="未" lastIdx="1" clrIdx="0"/>
  <p:cmAuthor id="87" name="未知的使用者98" initials="未" lastIdx="1" clrIdx="0"/>
  <p:cmAuthor id="88" name="CHRISYU" initials="C" lastIdx="1" clrIdx="0"/>
  <p:cmAuthor id="89" name="未知的使用者113" initials="未" lastIdx="1" clrIdx="2"/>
  <p:cmAuthor id="90" name="liucunri" initials="l" lastIdx="1" clrIdx="0"/>
  <p:cmAuthor id="91" name="qihua-DCMS" initials="q" lastIdx="0" clrIdx="0"/>
  <p:cmAuthor id="92" name="Unknown User48" initials="U" lastIdx="8" clrIdx="0"/>
  <p:cmAuthor id="93" name="未知用户82" initials="未" lastIdx="1" clrIdx="0"/>
  <p:cmAuthor id="94" name="未知用户83" initials="未" lastIdx="1" clrIdx="0"/>
  <p:cmAuthor id="95" name="未知用户84" initials="未" lastIdx="5" clrIdx="0"/>
  <p:cmAuthor id="96" name="未知用户137" initials="未" lastIdx="10" clrIdx="0"/>
  <p:cmAuthor id="97" name="未知用户21" initials="未" lastIdx="1" clrIdx="0"/>
  <p:cmAuthor id="98" name="未知用户138" initials="未" lastIdx="0" clrIdx="1"/>
  <p:cmAuthor id="99" name="Lina Hang(联通上海市上海市分公司)" initials="L" lastIdx="2" clrIdx="27"/>
  <p:cmAuthor id="100" name="未知的使用者16" initials="未" lastIdx="6" clrIdx="0"/>
  <p:cmAuthor id="101" name="未知的使用者13" initials="未" lastIdx="1" clrIdx="0"/>
  <p:cmAuthor id="102" name="未知的使用者14" initials="未" lastIdx="2" clrIdx="0"/>
  <p:cmAuthor id="103" name="廖麗華" initials="廖" lastIdx="1" clrIdx="0"/>
  <p:cmAuthor id="104" name="未知的使用者12" initials="未" lastIdx="1" clrIdx="0"/>
  <p:cmAuthor id="105" name="未知用户129" initials="未" lastIdx="1" clrIdx="0"/>
  <p:cmAuthor id="106" name="唐可欣" initials="唐" lastIdx="1" clrIdx="0"/>
  <p:cmAuthor id="107" name="王鹏凯" initials="王" lastIdx="1" clrIdx="0"/>
  <p:cmAuthor id="108" name="未知的使用者35" initials="未" lastIdx="1" clrIdx="0"/>
  <p:cmAuthor id="109" name="未知的使用者33" initials="未" lastIdx="1" clrIdx="0"/>
  <p:cmAuthor id="110" name="未知的使用者93" initials="未" lastIdx="1" clrIdx="1"/>
  <p:cmAuthor id="111" name="LeeElva" initials="L" lastIdx="1" clrIdx="0"/>
  <p:cmAuthor id="112" name="未知用户99" initials="未" lastIdx="1" clrIdx="2"/>
  <p:cmAuthor id="113" name="未知的使用者115" initials="未" lastIdx="1" clrIdx="1"/>
  <p:cmAuthor id="114" name="未知用户57" initials="未" lastIdx="1" clrIdx="0"/>
  <p:cmAuthor id="115" name="lianghb" initials="l" lastIdx="19" clrIdx="0"/>
  <p:cmAuthor id="116" name="未知用户17" initials="未" lastIdx="0" clrIdx="1"/>
  <p:cmAuthor id="117" name="Deanna Schuler (Bookey Consulting)" initials="D" lastIdx="2" clrIdx="0"/>
  <p:cmAuthor id="118" name="未知的使用者57" initials="未" lastIdx="1" clrIdx="0"/>
  <p:cmAuthor id="119" name="未知用户102" initials="未" lastIdx="1" clrIdx="1"/>
  <p:cmAuthor id="120" name="maxine" initials="m" lastIdx="0" clrIdx="0"/>
  <p:cmAuthor id="121" name="未知的使用者121" initials="未" lastIdx="1" clrIdx="1"/>
  <p:cmAuthor id="122" name="周元元" initials="周" lastIdx="5" clrIdx="0"/>
  <p:cmAuthor id="123" name="未知的使用者27" initials="未" lastIdx="8" clrIdx="0"/>
  <p:cmAuthor id="124" name="未知的使用者30" initials="未" lastIdx="8" clrIdx="0"/>
  <p:cmAuthor id="125" name="未知的使用者53" initials="未" lastIdx="1" clrIdx="0"/>
  <p:cmAuthor id="126" name="未知用户58" initials="未" lastIdx="5" clrIdx="1"/>
  <p:cmAuthor id="127" name="未知的使用者25" initials="未" lastIdx="1" clrIdx="0"/>
  <p:cmAuthor id="128" name="liupeng" initials="l" lastIdx="1" clrIdx="1"/>
  <p:cmAuthor id="129" name="未知用户24" initials="未" lastIdx="1" clrIdx="0"/>
  <p:cmAuthor id="130" name="AbuSina" initials="A" lastIdx="2" clrIdx="0"/>
  <p:cmAuthor id="131" name="hl sun" initials="h" lastIdx="1" clrIdx="0"/>
  <p:cmAuthor id="132" name="未知的使用者94" initials="未" lastIdx="1" clrIdx="2"/>
  <p:cmAuthor id="133" name="未知用户66" initials="未" lastIdx="1" clrIdx="0"/>
  <p:cmAuthor id="134" name="未知用户19" initials="未" lastIdx="1" clrIdx="0"/>
  <p:cmAuthor id="135" name="周宏達JerryChou" initials="周" lastIdx="6" clrIdx="2"/>
  <p:cmAuthor id="136" name="未知用户7" initials="未" lastIdx="1" clrIdx="0"/>
  <p:cmAuthor id="137" name="未知的使用者56" initials="未" lastIdx="1" clrIdx="0"/>
  <p:cmAuthor id="138" name="未知的使用者119" initials="未" lastIdx="1" clrIdx="2"/>
  <p:cmAuthor id="139" name="未知用户59" initials="未" lastIdx="0" clrIdx="1"/>
  <p:cmAuthor id="140" name="未知的使用者22" initials="未" lastIdx="8" clrIdx="0"/>
  <p:cmAuthor id="141" name="未知的使用者103" initials="未" lastIdx="8" clrIdx="0"/>
  <p:cmAuthor id="142" name="Wenwen" initials="W" lastIdx="1" clrIdx="1"/>
  <p:cmAuthor id="143" name="未知的使用者117" initials="未" lastIdx="1" clrIdx="0"/>
  <p:cmAuthor id="144" name="未知的使用者28" initials="未" lastIdx="1" clrIdx="0"/>
  <p:cmAuthor id="145" name="未知用户67" initials="未" lastIdx="1" clrIdx="0"/>
  <p:cmAuthor id="146" name="未知用户114" initials="未" lastIdx="1" clrIdx="0"/>
  <p:cmAuthor id="147" name="未知用户18" initials="未" lastIdx="10" clrIdx="0"/>
  <p:cmAuthor id="148" name="未知的使用者67" initials="未" lastIdx="1" clrIdx="0"/>
  <p:cmAuthor id="149" name="未知的使用者46" initials="未" lastIdx="1" clrIdx="1"/>
  <p:cmAuthor id="150" name="未知的使用者26" initials="未" lastIdx="1" clrIdx="0"/>
  <p:cmAuthor id="151" name="未知的使用者43" initials="未" lastIdx="1" clrIdx="0"/>
  <p:cmAuthor id="152" name="未知的使用者9" initials="未" lastIdx="1" clrIdx="0"/>
  <p:cmAuthor id="153" name="未知用户62" initials="未" lastIdx="1" clrIdx="1"/>
  <p:cmAuthor id="154" name="yuanzh" initials="y" lastIdx="1" clrIdx="1"/>
  <p:cmAuthor id="155" name="不明使用者57" initials="不" lastIdx="1" clrIdx="0"/>
  <p:cmAuthor id="156" name="未知用户108" initials="未" lastIdx="1" clrIdx="0"/>
  <p:cmAuthor id="157" name="未知的使用者110" initials="未" lastIdx="1" clrIdx="0"/>
  <p:cmAuthor id="158" name="linyd" initials="l" lastIdx="3" clrIdx="1"/>
  <p:cmAuthor id="2000" name="周文_R7fau6bq" initials="authorId_265585642" lastIdx="1630185183" clrIdx="0"/>
  <p:cmAuthor id="159" name="未知用户8" initials="未" lastIdx="1" clrIdx="0"/>
  <p:cmAuthor id="2001" name="zhang shaohui" initials="zs" lastIdx="5" clrIdx="33"/>
  <p:cmAuthor id="160" name="未知的使用者31" initials="未" lastIdx="1" clrIdx="0"/>
  <p:cmAuthor id="2002" name="王竑达" initials="王竑达" lastIdx="1" clrIdx="34"/>
  <p:cmAuthor id="161" name="未知用户81" initials="未" lastIdx="1" clrIdx="0"/>
  <p:cmAuthor id="2003" name="梁鹏" initials="u" lastIdx="1" clrIdx="35"/>
  <p:cmAuthor id="162" name="未知用户115" initials="未" lastIdx="1" clrIdx="0"/>
  <p:cmAuthor id="2004" name="范 斌" initials="范" lastIdx="1" clrIdx="36"/>
  <p:cmAuthor id="163" name="未知的使用者68" initials="未" lastIdx="1" clrIdx="0"/>
  <p:cmAuthor id="2005" name="毕邺" initials="党委办公室" lastIdx="2" clrIdx="37"/>
  <p:cmAuthor id="164" name="mm" initials="m" lastIdx="1" clrIdx="0"/>
  <p:cmAuthor id="165" name="未知用户15" initials="未" lastIdx="1" clrIdx="0"/>
  <p:cmAuthor id="166" name="朱晓瑜" initials="朱" lastIdx="54" clrIdx="0"/>
  <p:cmAuthor id="167" name="不明使用者20" initials="不" lastIdx="1" clrIdx="0"/>
  <p:cmAuthor id="691587971" name="陈 云" initials="陈" lastIdx="1" clrIdx="41"/>
  <p:cmAuthor id="168" name="song manyi" initials="s" lastIdx="4" clrIdx="19"/>
  <p:cmAuthor id="169" name="未知用户6" initials="未" lastIdx="8" clrIdx="0"/>
  <p:cmAuthor id="170" name="未知的使用者55" initials="未" lastIdx="1" clrIdx="0"/>
  <p:cmAuthor id="171" name="未知的使用者111" initials="未" lastIdx="1" clrIdx="0"/>
  <p:cmAuthor id="172" name="未知的使用者50" initials="未" lastIdx="1" clrIdx="0"/>
  <p:cmAuthor id="173" name="未知的使用者11" initials="未" lastIdx="1" clrIdx="0"/>
  <p:cmAuthor id="174" name="未知用户47" initials="未" lastIdx="6" clrIdx="0"/>
  <p:cmAuthor id="175" name="小延魔法师" initials="小" lastIdx="1126286" clrIdx="0"/>
  <p:cmAuthor id="176" name="未知用户106" initials="未" lastIdx="1" clrIdx="0"/>
  <p:cmAuthor id="177" name="刘春杰10244342" initials="刘" lastIdx="1" clrIdx="41"/>
  <p:cmAuthor id="178" name="未知用户116" initials="未" lastIdx="1" clrIdx="1"/>
  <p:cmAuthor id="179" name="li hui" initials="l" lastIdx="1" clrIdx="50"/>
  <p:cmAuthor id="180" name="未知的使用者150" initials="未" lastIdx="1" clrIdx="0"/>
  <p:cmAuthor id="181" name="ZHAI TING" initials="Z" lastIdx="1" clrIdx="57"/>
  <p:cmAuthor id="182" name="未知的使用者69" initials="未" lastIdx="1" clrIdx="1"/>
  <p:cmAuthor id="183" name="未知的使用者112" initials="未" lastIdx="1" clrIdx="1"/>
  <p:cmAuthor id="184" name="Kevin Hu" initials="K" lastIdx="1" clrIdx="0"/>
  <p:cmAuthor id="185" name="未知的使用者38" initials="未" lastIdx="1" clrIdx="0"/>
  <p:cmAuthor id="186" name="未知的使用者8" initials="未" lastIdx="1" clrIdx="0"/>
  <p:cmAuthor id="187" name="不明使用者56" initials="不" lastIdx="1" clrIdx="0"/>
  <p:cmAuthor id="188" name="P00035_jeremy" initials="P" lastIdx="1" clrIdx="0"/>
  <p:cmAuthor id="189" name="Unknown User7" initials="U" lastIdx="1" clrIdx="0"/>
  <p:cmAuthor id="190" name="muzi wei" initials="m" lastIdx="1" clrIdx="0"/>
  <p:cmAuthor id="191" name="未知的使用者41" initials="未" lastIdx="1" clrIdx="0"/>
  <p:cmAuthor id="192" name="djj" initials="d" lastIdx="2" clrIdx="0"/>
  <p:cmAuthor id="193" name="未知用户117" initials="未" lastIdx="1" clrIdx="2"/>
  <p:cmAuthor id="194" name="未知用户13" initials="未" lastIdx="1" clrIdx="0"/>
  <p:cmAuthor id="195" name="不明使用者21" initials="不" lastIdx="1" clrIdx="0"/>
  <p:cmAuthor id="196" name="YUMINGNJ" initials="Y" lastIdx="3" clrIdx="0"/>
  <p:cmAuthor id="197" name="未知的使用者52" initials="未" lastIdx="1" clrIdx="1"/>
  <p:cmAuthor id="198" name="未知用户109" initials="未" lastIdx="1" clrIdx="1"/>
  <p:cmAuthor id="199" name="Unknown User117" initials="U" lastIdx="10" clrIdx="0"/>
  <p:cmAuthor id="200" name="thomas" initials="t" lastIdx="1" clrIdx="49"/>
  <p:cmAuthor id="201" name="未知的使用者3" initials="未" lastIdx="7" clrIdx="1"/>
  <p:cmAuthor id="202" name="未知用户14" initials="未" lastIdx="1" clrIdx="0"/>
  <p:cmAuthor id="203" name="Unknown User65" initials="U" lastIdx="1" clrIdx="0"/>
  <p:cmAuthor id="204" name="未知用户98" initials="未" lastIdx="1" clrIdx="2"/>
  <p:cmAuthor id="205" name="未知用户61" initials="未" lastIdx="8" clrIdx="0"/>
  <p:cmAuthor id="206" name="Jason Wang" initials="J" lastIdx="1" clrIdx="0"/>
  <p:cmAuthor id="207" name="不明使用者18" initials="不" lastIdx="0" clrIdx="1"/>
  <p:cmAuthor id="208" name="未知用户28" initials="未" lastIdx="5" clrIdx="1"/>
  <p:cmAuthor id="209" name="未知的使用者72" initials="未" lastIdx="1" clrIdx="0"/>
  <p:cmAuthor id="210" name="未知的使用者48" initials="未" lastIdx="1" clrIdx="0"/>
  <p:cmAuthor id="211" name="未知的使用者104" initials="未" lastIdx="1" clrIdx="0"/>
  <p:cmAuthor id="212" name="未知用户60" initials="未" lastIdx="1" clrIdx="0"/>
  <p:cmAuthor id="213" name="未知的使用者39" initials="未" lastIdx="10" clrIdx="0"/>
  <p:cmAuthor id="214" name="Shawna Strickland" initials="S" lastIdx="2" clrIdx="0"/>
  <p:cmAuthor id="215" name="未知的使用者36" initials="未" lastIdx="3" clrIdx="1"/>
  <p:cmAuthor id="216" name="Daniel Wuu" initials="D" lastIdx="1" clrIdx="0"/>
  <p:cmAuthor id="217" name="未知用户56" initials="未" lastIdx="1" clrIdx="0"/>
  <p:cmAuthor id="218" name="Ashley Eberenz" initials="A" lastIdx="7" clrIdx="1"/>
  <p:cmAuthor id="219" name="不明使用者19" initials="不" lastIdx="1" clrIdx="0"/>
  <p:cmAuthor id="220" name="qiantong" initials="q" lastIdx="3" clrIdx="1"/>
  <p:cmAuthor id="221" name="未知的使用者74" initials="未" lastIdx="1" clrIdx="0"/>
  <p:cmAuthor id="222" name="未知的使用者23" initials="未" lastIdx="1" clrIdx="0"/>
  <p:cmAuthor id="223" name="116304" initials="1" lastIdx="1" clrIdx="1"/>
  <p:cmAuthor id="224" name="未知用户31" initials="未" lastIdx="1" clrIdx="1"/>
  <p:cmAuthor id="225" name="R affer" initials="R" lastIdx="1" clrIdx="0"/>
  <p:cmAuthor id="226" name="未知用户55" initials="未" lastIdx="1" clrIdx="0"/>
  <p:cmAuthor id="227" name="未知的使用者95" initials="未" lastIdx="1" clrIdx="0"/>
  <p:cmAuthor id="228" name="未知的使用者32" initials="未" lastIdx="1" clrIdx="0"/>
  <p:cmAuthor id="229" name="未知的使用者49" initials="未" lastIdx="1" clrIdx="0"/>
  <p:cmAuthor id="230" name="Unknown User26" initials="U" lastIdx="1" clrIdx="1"/>
  <p:cmAuthor id="231" name="yuexuejun" initials="y" lastIdx="3" clrIdx="0"/>
  <p:cmAuthor id="232" name="未知的使用者71" initials="未" lastIdx="1" clrIdx="1"/>
  <p:cmAuthor id="233" name="未知的使用者105" initials="未" lastIdx="1" clrIdx="0"/>
  <p:cmAuthor id="234" name="Unknown User70" initials="U" lastIdx="1" clrIdx="0"/>
  <p:cmAuthor id="235" name="clinchen" initials="c" lastIdx="0" clrIdx="1"/>
  <p:cmAuthor id="236" name="未知用户23" initials="未" lastIdx="1" clrIdx="0"/>
  <p:cmAuthor id="237" name="hanjuncompany" initials="h" lastIdx="1" clrIdx="0"/>
  <p:cmAuthor id="238" name="kathy chen" initials="k" lastIdx="3" clrIdx="0"/>
  <p:cmAuthor id="239" name="黄晓平" initials="黄" lastIdx="0" clrIdx="0"/>
  <p:cmAuthor id="240" name="未知的使用者63" initials="未" lastIdx="1" clrIdx="0"/>
  <p:cmAuthor id="241" name="徐琳00159163" initials="徐" lastIdx="1" clrIdx="37"/>
  <p:cmAuthor id="242" name="未知的使用者64" initials="未" lastIdx="3" clrIdx="1"/>
  <p:cmAuthor id="243" name="未知的使用者47" initials="未" lastIdx="1" clrIdx="0"/>
  <p:cmAuthor id="244" name="未知的使用者60" initials="未" lastIdx="8" clrIdx="0"/>
  <p:cmAuthor id="245" name="未知的使用者59" initials="未" lastIdx="1" clrIdx="0"/>
  <p:cmAuthor id="246" name="未知的使用者54" initials="未" lastIdx="1" clrIdx="0"/>
  <p:cmAuthor id="247" name="未知的使用者66" initials="未" lastIdx="8" clrIdx="0"/>
  <p:cmAuthor id="248" name="未知的使用者65" initials="未" lastIdx="1" clrIdx="0"/>
  <p:cmAuthor id="249" name="未知的使用者106" initials="未" lastIdx="3" clrIdx="1"/>
  <p:cmAuthor id="250" name="未知的使用者107" initials="未" lastIdx="1" clrIdx="1"/>
  <p:cmAuthor id="251" name="未知的使用者108" initials="未" lastIdx="1" clrIdx="0"/>
  <p:cmAuthor id="252" name="未知的使用者86" initials="未" lastIdx="1" clrIdx="0"/>
  <p:cmAuthor id="253" name="未知的使用者116" initials="未" lastIdx="1" clrIdx="1"/>
  <p:cmAuthor id="254" name="未知的使用者44" initials="未" lastIdx="1" clrIdx="0"/>
  <p:cmAuthor id="255" name="未知的使用者37" initials="未" lastIdx="1" clrIdx="0"/>
  <p:cmAuthor id="256" name="未知的使用者126" initials="未" lastIdx="1" clrIdx="0"/>
  <p:cmAuthor id="257" name="未知的使用者127" initials="未" lastIdx="3" clrIdx="1"/>
  <p:cmAuthor id="258" name="未知的使用者128" initials="未" lastIdx="1" clrIdx="1"/>
  <p:cmAuthor id="259" name="未知的使用者124" initials="未" lastIdx="1" clrIdx="0"/>
  <p:cmAuthor id="260" name="未知的使用者125" initials="未" lastIdx="1" clrIdx="0"/>
  <p:cmAuthor id="261" name="Sara Chen" initials="S" lastIdx="1" clrIdx="0"/>
  <p:cmAuthor id="262" name="huang gerrard" initials="h" lastIdx="1" clrIdx="0"/>
  <p:cmAuthor id="263" name="未知用户170" initials="未" lastIdx="1" clrIdx="0"/>
  <p:cmAuthor id="264" name="未知用户171" initials="未" lastIdx="5" clrIdx="1"/>
  <p:cmAuthor id="265" name="未知用户172" initials="未" lastIdx="1" clrIdx="1"/>
  <p:cmAuthor id="266" name="未知用户173" initials="未" lastIdx="1" clrIdx="0"/>
  <p:cmAuthor id="267" name="未知用户149" initials="未" lastIdx="1" clrIdx="0"/>
  <p:cmAuthor id="268" name="未知用户150" initials="未" lastIdx="1" clrIdx="0"/>
  <p:cmAuthor id="269" name="未知用户151" initials="未" lastIdx="2" clrIdx="0"/>
  <p:cmAuthor id="270" name="未知用户152" initials="未" lastIdx="8" clrIdx="0"/>
  <p:cmAuthor id="271" name="未知用户153" initials="未" lastIdx="8" clrIdx="0"/>
  <p:cmAuthor id="272" name="未知用户154" initials="未" lastIdx="1" clrIdx="0"/>
  <p:cmAuthor id="273" name="未知用户155" initials="未" lastIdx="1" clrIdx="0"/>
  <p:cmAuthor id="274" name="未知用户41" initials="未" lastIdx="8" clrIdx="0"/>
  <p:cmAuthor id="275" name="未知用户44" initials="未" lastIdx="1" clrIdx="0"/>
  <p:cmAuthor id="276" name="未知用户45" initials="未" lastIdx="1" clrIdx="0"/>
  <p:cmAuthor id="277" name="未知用户156" initials="未" lastIdx="10" clrIdx="0"/>
  <p:cmAuthor id="278" name="未知用户64" initials="未" lastIdx="1" clrIdx="0"/>
  <p:cmAuthor id="279" name="未知用户65" initials="未" lastIdx="1" clrIdx="0"/>
  <p:cmAuthor id="280" name="未知用户68" initials="未" lastIdx="1" clrIdx="0"/>
  <p:cmAuthor id="281" name="未知用户69" initials="未" lastIdx="2" clrIdx="0"/>
  <p:cmAuthor id="282" name="未知用户70" initials="未" lastIdx="1" clrIdx="1"/>
  <p:cmAuthor id="283" name="未知用户71" initials="未" lastIdx="1" clrIdx="0"/>
  <p:cmAuthor id="284" name="未知用户72" initials="未" lastIdx="1" clrIdx="0"/>
  <p:cmAuthor id="285" name="未知用户73" initials="未" lastIdx="2" clrIdx="0"/>
  <p:cmAuthor id="286" name="未知用户49" initials="未" lastIdx="1" clrIdx="0"/>
  <p:cmAuthor id="287" name="未知用户50" initials="未" lastIdx="1" clrIdx="0"/>
  <p:cmAuthor id="288" name="未知用户52" initials="未" lastIdx="1" clrIdx="0"/>
  <p:cmAuthor id="289" name="MA15" initials="M" lastIdx="1" clrIdx="0"/>
  <p:cmAuthor id="290" name="未知用户53" initials="未" lastIdx="10" clrIdx="0"/>
  <p:cmAuthor id="291" name="未知用户96" initials="未" lastIdx="1" clrIdx="0"/>
  <p:cmAuthor id="292" name="未知用户48" initials="未" lastIdx="1" clrIdx="0"/>
  <p:cmAuthor id="293" name="未知用户97" initials="未" lastIdx="2" clrIdx="0"/>
  <p:cmAuthor id="294" name="未知用户40" initials="未" lastIdx="5" clrIdx="1"/>
  <p:cmAuthor id="295" name="未知用户43" initials="未" lastIdx="1" clrIdx="0"/>
  <p:cmAuthor id="296" name="未知用户100" initials="未" lastIdx="1" clrIdx="0"/>
  <p:cmAuthor id="297" name="未知用户101" initials="未" lastIdx="1" clrIdx="0"/>
  <p:cmAuthor id="298" name="未知用户26" initials="未" lastIdx="1" clrIdx="0"/>
  <p:cmAuthor id="299" name="未知用户29" initials="未" lastIdx="1" clrIdx="0"/>
  <p:cmAuthor id="300" name="未知用户32" initials="未" lastIdx="1" clrIdx="0"/>
  <p:cmAuthor id="301" name="未知用户33" initials="未" lastIdx="1" clrIdx="0"/>
  <p:cmAuthor id="302" name="未知用户34" initials="未" lastIdx="2" clrIdx="0"/>
  <p:cmAuthor id="303" name="未知用户42" initials="未" lastIdx="1" clrIdx="0"/>
  <p:cmAuthor id="304" name="未知的使用者109" initials="未" lastIdx="5" clrIdx="1"/>
  <p:cmAuthor id="305" name="未知的使用者122" initials="未" lastIdx="1" clrIdx="0"/>
  <p:cmAuthor id="306" name="未知的使用者123" initials="未" lastIdx="8" clrIdx="0"/>
  <p:cmAuthor id="322" name="huangjc" initials="h" lastIdx="1" clrIdx="321"/>
  <p:cmAuthor id="323" name="ethel" initials="e" lastIdx="2" clrIdx="322"/>
  <p:cmAuthor id="324" name="现场服务支撑" initials="现" lastIdx="1" clrIdx="323"/>
  <p:cmAuthor id="325" name="sunyi1" initials="s" lastIdx="1" clrIdx="324"/>
  <p:cmAuthor id="326" name="MI" initials="M" lastIdx="1" clrIdx="325"/>
  <p:cmAuthor id="328" name="黄忠孝" initials="黄" lastIdx="2" clrIdx="327"/>
  <p:cmAuthor id="329" name="xul54" initials="x" lastIdx="1" clrIdx="328"/>
  <p:cmAuthor id="331" name="金洁" initials="金" lastIdx="1" clrIdx="330"/>
  <p:cmAuthor id="333" name="汪亦超" initials="汪" lastIdx="1" clrIdx="332"/>
  <p:cmAuthor id="334" name="lll" initials="l" lastIdx="1" clrIdx="333"/>
  <p:cmAuthor id="287643683" name="8310" initials="8" lastIdx="1" clrIdx="35"/>
  <p:cmAuthor id="287643684" name="Aqf" initials="A" lastIdx="1" clrIdx="36"/>
  <p:cmAuthor id="191251538" name="y x" initials="yx" lastIdx="1" clrIdx="34"/>
  <p:cmAuthor id="191251539" name="席琛" initials="" lastIdx="0" clrIdx="58"/>
  <p:cmAuthor id="210492765" name="施普希（菜菜）" initials="施" lastIdx="0" clrIdx="0"/>
  <p:cmAuthor id="210492766" name="yu 1" initials="y1" lastIdx="1" clrIdx="19"/>
  <p:cmAuthor id="210492767" name="李 嘉" initials="李" lastIdx="1" clrIdx="26"/>
  <p:cmAuthor id="83" name="Mary Feil-Jacobs" initials="" lastIdx="43" clrIdx="1"/>
  <p:cmAuthor id="2006" name="jiaru tiger" initials="jt" lastIdx="2" clrIdx="38"/>
  <p:cmAuthor id="691587973" name="Gaofugui(Jiangsu,NPS)" initials="G" lastIdx="1" clrIdx="51"/>
  <p:cmAuthor id="691587974" name="嘉琦" initials="嘉琦" lastIdx="1" clrIdx="59"/>
  <p:cmAuthor id="8535702" name="曾蓓/贝贝" initials="曾" lastIdx="0" clrIdx="0"/>
  <p:cmAuthor id="394525608" name="仇怿俊" initials="仇" lastIdx="0" clrIdx="0"/>
  <p:cmAuthor id="475196944" name="姚琳" initials="姚" lastIdx="1133934" clrIdx="0"/>
  <p:cmAuthor id="353158055" name="韩雨" initials="韩" lastIdx="0" clrIdx="0"/>
  <p:cmAuthor id="351" name="王奎" initials="王" lastIdx="1" clrIdx="350"/>
  <p:cmAuthor id="349" name="DELL" initials="D" lastIdx="1" clrIdx="348"/>
  <p:cmAuthor id="339" name="01395" initials="0" lastIdx="2" clrIdx="338"/>
  <p:cmAuthor id="191251540" name="韩剑侠" initials="P" lastIdx="1" clrIdx="4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AF2"/>
    <a:srgbClr val="F9E8E4"/>
    <a:srgbClr val="0F4B96"/>
    <a:srgbClr val="00B050"/>
    <a:srgbClr val="E6F7F7"/>
    <a:srgbClr val="FF9900"/>
    <a:srgbClr val="79E5FB"/>
    <a:srgbClr val="8CA5CC"/>
    <a:srgbClr val="FF9933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30" autoAdjust="0"/>
    <p:restoredTop sz="91492" autoAdjust="0"/>
  </p:normalViewPr>
  <p:slideViewPr>
    <p:cSldViewPr snapToGrid="0">
      <p:cViewPr varScale="1">
        <p:scale>
          <a:sx n="93" d="100"/>
          <a:sy n="93" d="100"/>
        </p:scale>
        <p:origin x="492" y="60"/>
      </p:cViewPr>
      <p:guideLst>
        <p:guide orient="horz" pos="1776"/>
        <p:guide pos="3840"/>
        <p:guide orient="horz" pos="6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44" d="100"/>
          <a:sy n="44" d="100"/>
        </p:scale>
        <p:origin x="298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8474" cy="340570"/>
          </a:xfrm>
          <a:prstGeom prst="rect">
            <a:avLst/>
          </a:prstGeom>
        </p:spPr>
        <p:txBody>
          <a:bodyPr vert="horz" lIns="87920" tIns="43960" rIns="87920" bIns="43960" rtlCol="0"/>
          <a:lstStyle>
            <a:lvl1pPr algn="l">
              <a:defRPr sz="1600"/>
            </a:lvl1pPr>
          </a:lstStyle>
          <a:p>
            <a:endParaRPr lang="zh-CN" altLang="en-US" dirty="0">
              <a:latin typeface="Arial Black" panose="020B0A04020102020204" pitchFamily="3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593570" y="0"/>
            <a:ext cx="4278472" cy="340570"/>
          </a:xfrm>
          <a:prstGeom prst="rect">
            <a:avLst/>
          </a:prstGeom>
        </p:spPr>
        <p:txBody>
          <a:bodyPr vert="horz" lIns="87920" tIns="43960" rIns="87920" bIns="43960" rtlCol="0"/>
          <a:lstStyle>
            <a:lvl1pPr algn="r">
              <a:defRPr sz="1600"/>
            </a:lvl1pPr>
          </a:lstStyle>
          <a:p>
            <a:fld id="{BE633714-025B-4FDC-8BD8-9B14B20011CA}" type="datetimeFigureOut">
              <a:rPr lang="zh-CN" altLang="en-US" smtClean="0">
                <a:latin typeface="Arial Black" panose="020B0A04020102020204" pitchFamily="34" charset="0"/>
              </a:rPr>
            </a:fld>
            <a:endParaRPr lang="zh-CN" altLang="en-US" dirty="0">
              <a:latin typeface="Arial Black" panose="020B0A040201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6457106"/>
            <a:ext cx="4278474" cy="340570"/>
          </a:xfrm>
          <a:prstGeom prst="rect">
            <a:avLst/>
          </a:prstGeom>
        </p:spPr>
        <p:txBody>
          <a:bodyPr vert="horz" lIns="87920" tIns="43960" rIns="87920" bIns="43960" rtlCol="0" anchor="b"/>
          <a:lstStyle>
            <a:lvl1pPr algn="l">
              <a:defRPr sz="1600"/>
            </a:lvl1pPr>
          </a:lstStyle>
          <a:p>
            <a:endParaRPr lang="zh-CN" altLang="en-US" dirty="0">
              <a:latin typeface="Arial Black" panose="020B0A040201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593570" y="6457106"/>
            <a:ext cx="4278472" cy="340570"/>
          </a:xfrm>
          <a:prstGeom prst="rect">
            <a:avLst/>
          </a:prstGeom>
        </p:spPr>
        <p:txBody>
          <a:bodyPr vert="horz" lIns="87920" tIns="43960" rIns="87920" bIns="43960" rtlCol="0" anchor="b"/>
          <a:lstStyle>
            <a:lvl1pPr algn="r">
              <a:defRPr sz="1600"/>
            </a:lvl1pPr>
          </a:lstStyle>
          <a:p>
            <a:fld id="{9F8E7FBB-3E3C-4682-BE80-411E67CBD23F}" type="slidenum">
              <a:rPr lang="zh-CN" altLang="en-US" smtClean="0">
                <a:latin typeface="Arial Black" panose="020B0A04020102020204" pitchFamily="34" charset="0"/>
              </a:rPr>
            </a:fld>
            <a:endParaRPr lang="zh-CN" altLang="en-US" dirty="0">
              <a:latin typeface="Arial Black" panose="020B0A040201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1" cy="341064"/>
          </a:xfrm>
          <a:prstGeom prst="rect">
            <a:avLst/>
          </a:prstGeom>
        </p:spPr>
        <p:txBody>
          <a:bodyPr vert="horz" lIns="95261" tIns="47631" rIns="95261" bIns="47631" rtlCol="0"/>
          <a:lstStyle>
            <a:lvl1pPr algn="l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593124" y="0"/>
            <a:ext cx="4278841" cy="341064"/>
          </a:xfrm>
          <a:prstGeom prst="rect">
            <a:avLst/>
          </a:prstGeom>
        </p:spPr>
        <p:txBody>
          <a:bodyPr vert="horz" lIns="95261" tIns="47631" rIns="95261" bIns="47631" rtlCol="0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1E657366-C0E8-4082-9A49-41DB8CE0B9E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899522" y="850256"/>
            <a:ext cx="4077512" cy="229394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261" tIns="47631" rIns="95261" bIns="47631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87426" y="3271381"/>
            <a:ext cx="7899400" cy="2676585"/>
          </a:xfrm>
          <a:prstGeom prst="rect">
            <a:avLst/>
          </a:prstGeom>
        </p:spPr>
        <p:txBody>
          <a:bodyPr vert="horz" lIns="95261" tIns="47631" rIns="95261" bIns="47631" rtlCol="0"/>
          <a:lstStyle/>
          <a:p>
            <a:pPr lvl="0"/>
            <a:r>
              <a:rPr lang="zh-CN" altLang="en-US" noProof="0" dirty="0"/>
              <a:t>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841" cy="341063"/>
          </a:xfrm>
          <a:prstGeom prst="rect">
            <a:avLst/>
          </a:prstGeom>
        </p:spPr>
        <p:txBody>
          <a:bodyPr vert="horz" lIns="95261" tIns="47631" rIns="95261" bIns="47631" rtlCol="0" anchor="b"/>
          <a:lstStyle>
            <a:lvl1pPr algn="l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593124" y="6456612"/>
            <a:ext cx="4278841" cy="341063"/>
          </a:xfrm>
          <a:prstGeom prst="rect">
            <a:avLst/>
          </a:prstGeom>
        </p:spPr>
        <p:txBody>
          <a:bodyPr vert="horz" lIns="95261" tIns="47631" rIns="95261" bIns="47631" rtlCol="0" anchor="b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E9402C4C-5C99-418C-ABE0-4F50C7F55AB6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610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AFC4D31-1743-2546-8718-0FD8D35AC22E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402C4C-5C99-418C-ABE0-4F50C7F55A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402C4C-5C99-418C-ABE0-4F50C7F55A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402C4C-5C99-418C-ABE0-4F50C7F55A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459481" y="1014187"/>
            <a:ext cx="4867661" cy="2737649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2138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5EDD9F-B394-49DC-AB23-89FF81A8A0A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png"/><Relationship Id="rId5" Type="http://schemas.openxmlformats.org/officeDocument/2006/relationships/image" Target="../media/image1.jpe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png"/><Relationship Id="rId5" Type="http://schemas.openxmlformats.org/officeDocument/2006/relationships/image" Target="../media/image1.jpe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png"/><Relationship Id="rId5" Type="http://schemas.openxmlformats.org/officeDocument/2006/relationships/image" Target="../media/image1.jpe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55" descr="色条 拷贝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00189"/>
            <a:ext cx="12192000" cy="37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31"/>
          <p:cNvGrpSpPr/>
          <p:nvPr userDrawn="1"/>
        </p:nvGrpSpPr>
        <p:grpSpPr bwMode="auto">
          <a:xfrm>
            <a:off x="747714" y="6381749"/>
            <a:ext cx="382588" cy="287339"/>
            <a:chOff x="3742" y="3113"/>
            <a:chExt cx="136" cy="136"/>
          </a:xfrm>
        </p:grpSpPr>
        <p:sp>
          <p:nvSpPr>
            <p:cNvPr id="7" name="AutoShape 32"/>
            <p:cNvSpPr>
              <a:spLocks noChangeArrowheads="1"/>
            </p:cNvSpPr>
            <p:nvPr/>
          </p:nvSpPr>
          <p:spPr bwMode="auto">
            <a:xfrm>
              <a:off x="3742" y="3113"/>
              <a:ext cx="136" cy="136"/>
            </a:xfrm>
            <a:prstGeom prst="star4">
              <a:avLst>
                <a:gd name="adj" fmla="val 12500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 dirty="0">
                <a:latin typeface="Arial Black" panose="020B0A040201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8" name="AutoShape 33"/>
            <p:cNvSpPr>
              <a:spLocks noChangeArrowheads="1"/>
            </p:cNvSpPr>
            <p:nvPr/>
          </p:nvSpPr>
          <p:spPr bwMode="auto">
            <a:xfrm rot="1800000">
              <a:off x="3742" y="3134"/>
              <a:ext cx="136" cy="91"/>
            </a:xfrm>
            <a:prstGeom prst="star4">
              <a:avLst>
                <a:gd name="adj" fmla="val 8824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 dirty="0">
                <a:latin typeface="Arial Black" panose="020B0A04020102020204" pitchFamily="34" charset="0"/>
                <a:ea typeface="华文细黑" panose="02010600040101010101" pitchFamily="2" charset="-122"/>
              </a:endParaRPr>
            </a:p>
          </p:txBody>
        </p:sp>
      </p:grpSp>
      <p:grpSp>
        <p:nvGrpSpPr>
          <p:cNvPr id="9" name="Group 34"/>
          <p:cNvGrpSpPr/>
          <p:nvPr userDrawn="1"/>
        </p:nvGrpSpPr>
        <p:grpSpPr bwMode="auto">
          <a:xfrm>
            <a:off x="334965" y="6670675"/>
            <a:ext cx="382588" cy="287339"/>
            <a:chOff x="3742" y="3113"/>
            <a:chExt cx="136" cy="136"/>
          </a:xfrm>
        </p:grpSpPr>
        <p:sp>
          <p:nvSpPr>
            <p:cNvPr id="10" name="AutoShape 35"/>
            <p:cNvSpPr>
              <a:spLocks noChangeArrowheads="1"/>
            </p:cNvSpPr>
            <p:nvPr/>
          </p:nvSpPr>
          <p:spPr bwMode="auto">
            <a:xfrm>
              <a:off x="3742" y="3113"/>
              <a:ext cx="136" cy="136"/>
            </a:xfrm>
            <a:prstGeom prst="star4">
              <a:avLst>
                <a:gd name="adj" fmla="val 12500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 dirty="0">
                <a:latin typeface="Arial Black" panose="020B0A040201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1" name="AutoShape 36"/>
            <p:cNvSpPr>
              <a:spLocks noChangeArrowheads="1"/>
            </p:cNvSpPr>
            <p:nvPr/>
          </p:nvSpPr>
          <p:spPr bwMode="auto">
            <a:xfrm rot="1800000">
              <a:off x="3742" y="3134"/>
              <a:ext cx="136" cy="91"/>
            </a:xfrm>
            <a:prstGeom prst="star4">
              <a:avLst>
                <a:gd name="adj" fmla="val 8824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 dirty="0">
                <a:latin typeface="Arial Black" panose="020B0A04020102020204" pitchFamily="34" charset="0"/>
                <a:ea typeface="华文细黑" panose="02010600040101010101" pitchFamily="2" charset="-122"/>
              </a:endParaRPr>
            </a:p>
          </p:txBody>
        </p:sp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24419" y="2549524"/>
            <a:ext cx="10943167" cy="674688"/>
          </a:xfrm>
        </p:spPr>
        <p:txBody>
          <a:bodyPr/>
          <a:lstStyle>
            <a:lvl1pPr marL="0" algn="ctr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24419" y="3357563"/>
            <a:ext cx="10943167" cy="431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400" b="0">
                <a:solidFill>
                  <a:schemeClr val="tx2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zh-CN" altLang="en-US" dirty="0"/>
              <a:t>单击此处编辑母版副标题样式</a:t>
            </a:r>
            <a:endParaRPr lang="en-US" altLang="zh-CN" dirty="0"/>
          </a:p>
        </p:txBody>
      </p:sp>
      <p:pic>
        <p:nvPicPr>
          <p:cNvPr id="16" name="Picture 10" descr="C:\Users\vivianting\Desktop\未标题8.png"/>
          <p:cNvPicPr>
            <a:picLocks noChangeAspect="1" noChangeArrowheads="1"/>
          </p:cNvPicPr>
          <p:nvPr userDrawn="1"/>
        </p:nvPicPr>
        <p:blipFill>
          <a:blip r:embed="rId3" cstate="print"/>
          <a:srcRect l="4971" t="1717" r="74190" b="70428"/>
          <a:stretch>
            <a:fillRect/>
          </a:stretch>
        </p:blipFill>
        <p:spPr bwMode="auto">
          <a:xfrm>
            <a:off x="10382571" y="5286739"/>
            <a:ext cx="1809436" cy="1571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618" r="69166" b="38391"/>
          <a:stretch>
            <a:fillRect/>
          </a:stretch>
        </p:blipFill>
        <p:spPr>
          <a:xfrm>
            <a:off x="9147752" y="420905"/>
            <a:ext cx="2768448" cy="98670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repeatCount="indefinite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9948 -0.30139 C 0.81424 -0.29051 0.52691 -0.26366 0.38976 -0.23658 C 0.25243 -0.20949 0.16233 -0.17083 0.07569 -0.13843 C -0.01094 -0.10602 -0.08698 -0.06227 -0.12969 -0.04213 " pathEditMode="relative" rAng="0" ptsTypes="aaaa">
                                      <p:cBhvr>
                                        <p:cTn id="11" dur="30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50000" y="13000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6" presetClass="emph" presetSubtype="0" repeatCount="indefinite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0" presetClass="path" presetSubtype="0" repeatCount="indefinite" decel="5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0.08889 -0.21574 C -0.02553 -0.2007 0.17031 -0.12593 0.29166 -0.125 C 0.41302 -0.12408 0.55329 -0.18079 0.63888 -0.21065 C 0.72447 -0.24051 0.76475 -0.27824 0.80555 -0.30463 C 0.84635 -0.33102 0.86718 -0.35602 0.88333 -0.36945 " pathEditMode="relative" rAng="0" ptsTypes="aaaaa">
                                      <p:cBhvr>
                                        <p:cTn id="21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60000" y="-31000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indefinite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冬奥联通版范例一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五边形 4"/>
          <p:cNvSpPr/>
          <p:nvPr userDrawn="1"/>
        </p:nvSpPr>
        <p:spPr>
          <a:xfrm flipH="1">
            <a:off x="11403013" y="6286500"/>
            <a:ext cx="739775" cy="504825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23A7C8-C25D-4E22-8ACD-7457FC68960C}" type="slidenum">
              <a:rPr kumimoji="0" lang="zh-CN" altLang="en-US" sz="1400" b="0" i="0" u="none" strike="noStrike" kern="1200" cap="none" spc="0" normalizeH="0" baseline="0" noProof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0" lang="zh-CN" altLang="en-US" sz="1400" b="0" i="0" u="none" strike="noStrike" kern="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9" name="图片 8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580235"/>
            <a:ext cx="12192000" cy="26047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949" y="213360"/>
            <a:ext cx="1558261" cy="458543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72004" y="165223"/>
            <a:ext cx="11568113" cy="649287"/>
          </a:xfrm>
        </p:spPr>
        <p:txBody>
          <a:bodyPr/>
          <a:lstStyle>
            <a:lvl1pPr>
              <a:defRPr>
                <a:latin typeface="Arial Black" panose="020B0A04020102020204" pitchFamily="34" charset="0"/>
              </a:defRPr>
            </a:lvl1pPr>
          </a:lstStyle>
          <a:p>
            <a:endParaRPr kumimoji="1"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带案例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五边形 4"/>
          <p:cNvSpPr/>
          <p:nvPr userDrawn="1"/>
        </p:nvSpPr>
        <p:spPr>
          <a:xfrm flipH="1">
            <a:off x="11403013" y="6286500"/>
            <a:ext cx="739775" cy="504825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23A7C8-C25D-4E22-8ACD-7457FC68960C}" type="slidenum">
              <a:rPr kumimoji="0" lang="zh-CN" altLang="en-US" sz="1400" b="0" i="0" u="none" strike="noStrike" kern="1200" cap="none" spc="0" normalizeH="0" baseline="0" noProof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0" lang="zh-CN" altLang="en-US" sz="1400" b="0" i="0" u="none" strike="noStrike" kern="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9" name="图片 8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580235"/>
            <a:ext cx="12192000" cy="26047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949" y="213360"/>
            <a:ext cx="1558261" cy="458543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72004" y="165223"/>
            <a:ext cx="11568113" cy="649287"/>
          </a:xfrm>
        </p:spPr>
        <p:txBody>
          <a:bodyPr/>
          <a:lstStyle>
            <a:lvl1pPr>
              <a:defRPr>
                <a:latin typeface="Arial Black" panose="020B0A04020102020204" pitchFamily="34" charset="0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4" name="卷形: 水平 3"/>
          <p:cNvSpPr/>
          <p:nvPr userDrawn="1"/>
        </p:nvSpPr>
        <p:spPr>
          <a:xfrm>
            <a:off x="49212" y="5317067"/>
            <a:ext cx="12096000" cy="1512000"/>
          </a:xfrm>
          <a:prstGeom prst="horizontalScroll">
            <a:avLst/>
          </a:prstGeom>
          <a:solidFill>
            <a:schemeClr val="accent3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五边形 4"/>
          <p:cNvSpPr/>
          <p:nvPr userDrawn="1"/>
        </p:nvSpPr>
        <p:spPr>
          <a:xfrm flipH="1">
            <a:off x="11403013" y="6286500"/>
            <a:ext cx="739775" cy="504825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23A7C8-C25D-4E22-8ACD-7457FC68960C}" type="slidenum">
              <a:rPr kumimoji="0" lang="zh-CN" altLang="en-US" sz="1400" b="0" i="0" u="none" strike="noStrike" kern="1200" cap="none" spc="0" normalizeH="0" baseline="0" noProof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0" lang="zh-CN" altLang="en-US" sz="1400" b="0" i="0" u="none" strike="noStrike" kern="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4949" y="213360"/>
            <a:ext cx="1558261" cy="45854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五边形 4"/>
          <p:cNvSpPr/>
          <p:nvPr userDrawn="1"/>
        </p:nvSpPr>
        <p:spPr>
          <a:xfrm flipH="1">
            <a:off x="11403013" y="6286500"/>
            <a:ext cx="739775" cy="504825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23A7C8-C25D-4E22-8ACD-7457FC68960C}" type="slidenum">
              <a:rPr kumimoji="0" lang="zh-CN" altLang="en-US" sz="1400" b="0" i="0" u="none" strike="noStrike" kern="1200" cap="none" spc="0" normalizeH="0" baseline="0" noProof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0" lang="zh-CN" altLang="en-US" sz="1400" b="0" i="0" u="none" strike="noStrike" kern="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4949" y="213360"/>
            <a:ext cx="1558261" cy="458543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505607"/>
            <a:ext cx="12192000" cy="37364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/>
          <p:nvPr userDrawn="1"/>
        </p:nvSpPr>
        <p:spPr>
          <a:xfrm>
            <a:off x="11583009" y="6478343"/>
            <a:ext cx="734482" cy="38884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1860" rtl="0" eaLnBrk="1" latinLnBrk="0" hangingPunct="1"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593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49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42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99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2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48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41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98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941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  <a:t>-</a:t>
            </a:r>
            <a:fld id="{D42F5525-CAA2-4DA9-BD8D-AFF58DAFFA89}" type="slidenum"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</a:fld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  <a:t>-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黑体" panose="02010609060101010101" pitchFamily="2" charset="-122"/>
              <a:cs typeface="+mn-cs"/>
            </a:endParaRPr>
          </a:p>
        </p:txBody>
      </p:sp>
    </p:spTree>
  </p:cSld>
  <p:clrMapOvr>
    <a:masterClrMapping/>
  </p:clrMapOvr>
  <p:transition spd="med"/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/>
          <p:nvPr userDrawn="1"/>
        </p:nvSpPr>
        <p:spPr>
          <a:xfrm>
            <a:off x="11583009" y="6478343"/>
            <a:ext cx="734482" cy="38884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1860" rtl="0" eaLnBrk="1" latinLnBrk="0" hangingPunct="1"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593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49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42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99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2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48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41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98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941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  <a:t>-</a:t>
            </a:r>
            <a:fld id="{D42F5525-CAA2-4DA9-BD8D-AFF58DAFFA89}" type="slidenum"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</a:fld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  <a:t>-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0"/>
          </p:nvPr>
        </p:nvSpPr>
        <p:spPr>
          <a:xfrm>
            <a:off x="1473200" y="1730375"/>
            <a:ext cx="3770313" cy="2209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p:transition spd="med"/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灯片编号占位符 1"/>
          <p:cNvSpPr txBox="1"/>
          <p:nvPr userDrawn="1"/>
        </p:nvSpPr>
        <p:spPr>
          <a:xfrm>
            <a:off x="11539805" y="6480722"/>
            <a:ext cx="652195" cy="40466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1860" rtl="0" eaLnBrk="1" latinLnBrk="0" hangingPunct="1"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593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49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42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99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2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48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41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98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941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  <a:t>-</a:t>
            </a:r>
            <a:fld id="{D42F5525-CAA2-4DA9-BD8D-AFF58DAFFA89}" type="slidenum"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</a:fld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  <a:t>-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黑体" panose="0201060906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262640" y="261441"/>
            <a:ext cx="9648836" cy="544313"/>
          </a:xfrm>
          <a:prstGeom prst="rect">
            <a:avLst/>
          </a:prstGeom>
        </p:spPr>
        <p:txBody>
          <a:bodyPr lIns="90914" tIns="45460" rIns="90914" bIns="45460" anchor="ctr"/>
          <a:lstStyle>
            <a:lvl1pPr algn="l"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444" y="6357090"/>
            <a:ext cx="2845647" cy="365074"/>
          </a:xfrm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" descr="C:\Users\vivianting\Desktop\未标题8.png"/>
          <p:cNvPicPr>
            <a:picLocks noChangeAspect="1" noChangeArrowheads="1"/>
          </p:cNvPicPr>
          <p:nvPr/>
        </p:nvPicPr>
        <p:blipFill>
          <a:blip r:embed="rId2" cstate="print"/>
          <a:srcRect l="4971" t="1717" r="74190" b="70428"/>
          <a:stretch>
            <a:fillRect/>
          </a:stretch>
        </p:blipFill>
        <p:spPr bwMode="auto">
          <a:xfrm>
            <a:off x="10382571" y="5286739"/>
            <a:ext cx="1809436" cy="1571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直接连接符 8"/>
          <p:cNvCxnSpPr>
            <a:cxnSpLocks noChangeShapeType="1"/>
          </p:cNvCxnSpPr>
          <p:nvPr/>
        </p:nvCxnSpPr>
        <p:spPr bwMode="auto">
          <a:xfrm>
            <a:off x="0" y="955453"/>
            <a:ext cx="12189883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>
            <a:outerShdw dist="20000" dir="5400000" algn="ctr" rotWithShape="0">
              <a:srgbClr val="000000">
                <a:alpha val="37999"/>
              </a:srgbClr>
            </a:outerShdw>
          </a:effectLst>
        </p:spPr>
      </p:cxnSp>
      <p:pic>
        <p:nvPicPr>
          <p:cNvPr id="7" name="Picture 1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" y="0"/>
            <a:ext cx="1231687" cy="914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9"/>
          <p:cNvPicPr>
            <a:picLocks noChangeAspect="1" noChangeArrowheads="1"/>
          </p:cNvPicPr>
          <p:nvPr/>
        </p:nvPicPr>
        <p:blipFill>
          <a:blip r:embed="rId4" cstate="print"/>
          <a:srcRect l="10513" t="10342" r="12415" b="6898"/>
          <a:stretch>
            <a:fillRect/>
          </a:stretch>
        </p:blipFill>
        <p:spPr bwMode="auto">
          <a:xfrm>
            <a:off x="9961428" y="53965"/>
            <a:ext cx="1841180" cy="1001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1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101190" tIns="50611" rIns="101190" bIns="50611" anchor="ctr"/>
          <a:lstStyle/>
          <a:p>
            <a:pPr algn="ctr" defTabSz="1014095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40" dirty="0">
              <a:solidFill>
                <a:srgbClr val="FFFFFF"/>
              </a:solidFill>
              <a:latin typeface="楷体_GB2312" panose="02010609030101010101" pitchFamily="49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2055" descr="色条 拷贝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1528127"/>
            <a:ext cx="12192000" cy="370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:\Users\vivianting\Desktop\未标题8.png"/>
          <p:cNvPicPr>
            <a:picLocks noChangeAspect="1" noChangeArrowheads="1"/>
          </p:cNvPicPr>
          <p:nvPr/>
        </p:nvPicPr>
        <p:blipFill>
          <a:blip r:embed="rId2" cstate="print"/>
          <a:srcRect l="4971" t="1717" r="74190" b="70428"/>
          <a:stretch>
            <a:fillRect/>
          </a:stretch>
        </p:blipFill>
        <p:spPr bwMode="auto">
          <a:xfrm>
            <a:off x="10382571" y="5286739"/>
            <a:ext cx="1809436" cy="1571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0" descr="C:\Users\vivianting\Desktop\未标题8.png"/>
          <p:cNvPicPr>
            <a:picLocks noChangeAspect="1" noChangeArrowheads="1"/>
          </p:cNvPicPr>
          <p:nvPr/>
        </p:nvPicPr>
        <p:blipFill>
          <a:blip r:embed="rId2" cstate="print"/>
          <a:srcRect l="4971" t="1717" r="74190" b="70428"/>
          <a:stretch>
            <a:fillRect/>
          </a:stretch>
        </p:blipFill>
        <p:spPr bwMode="auto">
          <a:xfrm>
            <a:off x="10382571" y="5286739"/>
            <a:ext cx="1809436" cy="1571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日期占位符 3"/>
          <p:cNvSpPr txBox="1">
            <a:spLocks noChangeArrowheads="1"/>
          </p:cNvSpPr>
          <p:nvPr userDrawn="1"/>
        </p:nvSpPr>
        <p:spPr bwMode="auto">
          <a:xfrm>
            <a:off x="4571206" y="5918417"/>
            <a:ext cx="2844307" cy="3682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1190" tIns="50611" rIns="101190" bIns="50611"/>
          <a:lstStyle>
            <a:lvl1pPr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ctr" defTabSz="1096645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040" dirty="0">
              <a:solidFill>
                <a:srgbClr val="000000"/>
              </a:solidFill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>
          <a:xfrm>
            <a:off x="2160254" y="5357387"/>
            <a:ext cx="7858313" cy="357107"/>
          </a:xfrm>
          <a:prstGeom prst="rect">
            <a:avLst/>
          </a:prstGeom>
        </p:spPr>
        <p:txBody>
          <a:bodyPr lIns="84831" tIns="42417" rIns="84831" bIns="42417"/>
          <a:lstStyle>
            <a:lvl1pPr marL="0" indent="0" algn="ctr">
              <a:buNone/>
              <a:defRPr sz="3120" b="1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509270" indent="0" algn="ctr">
              <a:buNone/>
              <a:defRPr/>
            </a:lvl2pPr>
            <a:lvl3pPr marL="1017905" indent="0" algn="ctr">
              <a:buNone/>
              <a:defRPr/>
            </a:lvl3pPr>
            <a:lvl4pPr marL="1527175" indent="0" algn="ctr">
              <a:buNone/>
              <a:defRPr/>
            </a:lvl4pPr>
            <a:lvl5pPr marL="2035810" indent="0" algn="ctr">
              <a:buNone/>
              <a:defRPr/>
            </a:lvl5pPr>
            <a:lvl6pPr marL="2545080" indent="0" algn="ctr">
              <a:buNone/>
              <a:defRPr/>
            </a:lvl6pPr>
            <a:lvl7pPr marL="3054350" indent="0" algn="ctr">
              <a:buNone/>
              <a:defRPr/>
            </a:lvl7pPr>
            <a:lvl8pPr marL="3562985" indent="0" algn="ctr">
              <a:buNone/>
              <a:defRPr/>
            </a:lvl8pPr>
            <a:lvl9pPr marL="4072255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618" r="69166" b="38391"/>
          <a:stretch>
            <a:fillRect/>
          </a:stretch>
        </p:blipFill>
        <p:spPr>
          <a:xfrm>
            <a:off x="9121717" y="356770"/>
            <a:ext cx="2768448" cy="986708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/>
          <p:nvPr userDrawn="1"/>
        </p:nvSpPr>
        <p:spPr>
          <a:xfrm>
            <a:off x="11583009" y="6478343"/>
            <a:ext cx="734482" cy="38884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1860" rtl="0" eaLnBrk="1" latinLnBrk="0" hangingPunct="1"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593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49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42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99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2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48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41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98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941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  <a:t>-</a:t>
            </a:r>
            <a:fld id="{D42F5525-CAA2-4DA9-BD8D-AFF58DAFFA89}" type="slidenum"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</a:fld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  <a:t>-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0"/>
          </p:nvPr>
        </p:nvSpPr>
        <p:spPr>
          <a:xfrm>
            <a:off x="1473200" y="1730375"/>
            <a:ext cx="3770313" cy="2209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p:transition spd="med"/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/>
          <p:nvPr userDrawn="1"/>
        </p:nvSpPr>
        <p:spPr>
          <a:xfrm>
            <a:off x="11583009" y="6478343"/>
            <a:ext cx="734482" cy="38884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1860" rtl="0" eaLnBrk="1" latinLnBrk="0" hangingPunct="1"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593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49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42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99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2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48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41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98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941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  <a:t>-</a:t>
            </a:r>
            <a:fld id="{D42F5525-CAA2-4DA9-BD8D-AFF58DAFFA89}" type="slidenum"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</a:fld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  <a:t>-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黑体" panose="02010609060101010101" pitchFamily="2" charset="-122"/>
              <a:cs typeface="+mn-cs"/>
            </a:endParaRPr>
          </a:p>
        </p:txBody>
      </p:sp>
    </p:spTree>
  </p:cSld>
  <p:clrMapOvr>
    <a:masterClrMapping/>
  </p:clrMapOvr>
  <p:transition spd="med"/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262647" y="261430"/>
            <a:ext cx="9648836" cy="544288"/>
          </a:xfrm>
          <a:prstGeom prst="rect">
            <a:avLst/>
          </a:prstGeom>
        </p:spPr>
        <p:txBody>
          <a:bodyPr lIns="90833" tIns="45426" rIns="90833" bIns="45426" anchor="ctr"/>
          <a:lstStyle>
            <a:lvl1pPr algn="l">
              <a:defRPr sz="2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/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lIns="91433" tIns="45716" rIns="91433" bIns="45716"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lIns="91433" tIns="45716" rIns="91433" bIns="45716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088689" y="6480175"/>
            <a:ext cx="1582738" cy="260350"/>
          </a:xfrm>
          <a:prstGeom prst="rect">
            <a:avLst/>
          </a:prstGeom>
        </p:spPr>
        <p:txBody>
          <a:bodyPr/>
          <a:lstStyle/>
          <a:p>
            <a:fld id="{B133008D-610A-4A26-B490-708D3F3B854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色条 拷贝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0" y="1557342"/>
            <a:ext cx="12192000" cy="388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7"/>
          <p:cNvSpPr>
            <a:spLocks noGrp="1" noChangeArrowheads="1"/>
          </p:cNvSpPr>
          <p:nvPr>
            <p:ph type="ctrTitle"/>
          </p:nvPr>
        </p:nvSpPr>
        <p:spPr>
          <a:xfrm>
            <a:off x="914400" y="2564905"/>
            <a:ext cx="10363200" cy="1470026"/>
          </a:xfrm>
          <a:prstGeom prst="rect">
            <a:avLst/>
          </a:prstGeom>
        </p:spPr>
        <p:txBody>
          <a:bodyPr lIns="68525" tIns="34277" rIns="68525" bIns="34277" anchor="ctr"/>
          <a:lstStyle>
            <a:lvl1pPr algn="ctr" eaLnBrk="1" hangingPunct="1">
              <a:defRPr sz="4000" b="1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828842" y="5716122"/>
            <a:ext cx="8534401" cy="665210"/>
          </a:xfrm>
          <a:prstGeom prst="rect">
            <a:avLst/>
          </a:prstGeom>
        </p:spPr>
        <p:txBody>
          <a:bodyPr lIns="68525" tIns="34277" rIns="68525" bIns="34277" anchor="ctr"/>
          <a:lstStyle>
            <a:lvl1pPr marL="0" indent="0" algn="ctr" eaLnBrk="1" hangingPunct="1">
              <a:lnSpc>
                <a:spcPct val="125000"/>
              </a:lnSpc>
              <a:buClr>
                <a:schemeClr val="hlink"/>
              </a:buClr>
              <a:buSzTx/>
              <a:buFontTx/>
              <a:buNone/>
              <a:defRPr sz="1865" smtClean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alibri" panose="020F0502020204030204" pitchFamily="34" charset="0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" descr="C:\Users\vivianting\Desktop\未标题8.png"/>
          <p:cNvPicPr>
            <a:picLocks noChangeAspect="1" noChangeArrowheads="1"/>
          </p:cNvPicPr>
          <p:nvPr userDrawn="1"/>
        </p:nvPicPr>
        <p:blipFill>
          <a:blip r:embed="rId2" cstate="print"/>
          <a:srcRect l="4971" t="1717" r="74190" b="70428"/>
          <a:stretch>
            <a:fillRect/>
          </a:stretch>
        </p:blipFill>
        <p:spPr bwMode="auto">
          <a:xfrm>
            <a:off x="10382571" y="5286739"/>
            <a:ext cx="1809436" cy="1571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直接连接符 8"/>
          <p:cNvCxnSpPr>
            <a:cxnSpLocks noChangeShapeType="1"/>
          </p:cNvCxnSpPr>
          <p:nvPr userDrawn="1"/>
        </p:nvCxnSpPr>
        <p:spPr bwMode="auto">
          <a:xfrm>
            <a:off x="0" y="955453"/>
            <a:ext cx="12189883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>
            <a:outerShdw dist="20000" dir="5400000" algn="ctr" rotWithShape="0">
              <a:srgbClr val="000000">
                <a:alpha val="37999"/>
              </a:srgbClr>
            </a:outerShdw>
          </a:effectLst>
        </p:spPr>
      </p:cxnSp>
      <p:pic>
        <p:nvPicPr>
          <p:cNvPr id="7" name="Picture 16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" y="0"/>
            <a:ext cx="1231687" cy="914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9"/>
          <p:cNvPicPr>
            <a:picLocks noChangeAspect="1" noChangeArrowheads="1"/>
          </p:cNvPicPr>
          <p:nvPr userDrawn="1"/>
        </p:nvPicPr>
        <p:blipFill>
          <a:blip r:embed="rId4" cstate="print"/>
          <a:srcRect l="10513" t="10342" r="12415" b="6898"/>
          <a:stretch>
            <a:fillRect/>
          </a:stretch>
        </p:blipFill>
        <p:spPr bwMode="auto">
          <a:xfrm>
            <a:off x="9961428" y="53965"/>
            <a:ext cx="1841180" cy="1001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11"/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101190" tIns="50611" rIns="101190" bIns="50611" anchor="ctr"/>
          <a:lstStyle/>
          <a:p>
            <a:pPr algn="ctr" defTabSz="1014095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40" dirty="0">
              <a:solidFill>
                <a:srgbClr val="FFFFFF"/>
              </a:solidFill>
              <a:latin typeface="楷体_GB2312" panose="02010609030101010101" pitchFamily="49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2055" descr="色条 拷贝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1499847"/>
            <a:ext cx="12192000" cy="370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:\Users\vivianting\Desktop\未标题8.png"/>
          <p:cNvPicPr>
            <a:picLocks noChangeAspect="1" noChangeArrowheads="1"/>
          </p:cNvPicPr>
          <p:nvPr userDrawn="1"/>
        </p:nvPicPr>
        <p:blipFill>
          <a:blip r:embed="rId2" cstate="print"/>
          <a:srcRect l="4971" t="1717" r="74190" b="70428"/>
          <a:stretch>
            <a:fillRect/>
          </a:stretch>
        </p:blipFill>
        <p:spPr bwMode="auto">
          <a:xfrm>
            <a:off x="10382571" y="5286739"/>
            <a:ext cx="1809436" cy="1571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0" descr="C:\Users\vivianting\Desktop\未标题8.png"/>
          <p:cNvPicPr>
            <a:picLocks noChangeAspect="1" noChangeArrowheads="1"/>
          </p:cNvPicPr>
          <p:nvPr userDrawn="1"/>
        </p:nvPicPr>
        <p:blipFill>
          <a:blip r:embed="rId2" cstate="print"/>
          <a:srcRect l="4971" t="1717" r="74190" b="70428"/>
          <a:stretch>
            <a:fillRect/>
          </a:stretch>
        </p:blipFill>
        <p:spPr bwMode="auto">
          <a:xfrm>
            <a:off x="10382571" y="5286739"/>
            <a:ext cx="1809436" cy="1571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日期占位符 3"/>
          <p:cNvSpPr txBox="1">
            <a:spLocks noChangeArrowheads="1"/>
          </p:cNvSpPr>
          <p:nvPr userDrawn="1"/>
        </p:nvSpPr>
        <p:spPr bwMode="auto">
          <a:xfrm>
            <a:off x="4571206" y="5918417"/>
            <a:ext cx="2844307" cy="3682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1190" tIns="50611" rIns="101190" bIns="50611"/>
          <a:lstStyle>
            <a:lvl1pPr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ctr" defTabSz="1096645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040" dirty="0">
              <a:solidFill>
                <a:srgbClr val="000000"/>
              </a:solidFill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>
          <a:xfrm>
            <a:off x="2160254" y="5357387"/>
            <a:ext cx="7858313" cy="357107"/>
          </a:xfrm>
          <a:prstGeom prst="rect">
            <a:avLst/>
          </a:prstGeom>
        </p:spPr>
        <p:txBody>
          <a:bodyPr lIns="84831" tIns="42417" rIns="84831" bIns="42417"/>
          <a:lstStyle>
            <a:lvl1pPr marL="0" indent="0" algn="ctr">
              <a:buNone/>
              <a:defRPr sz="3120" b="1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509270" indent="0" algn="ctr">
              <a:buNone/>
              <a:defRPr/>
            </a:lvl2pPr>
            <a:lvl3pPr marL="1017905" indent="0" algn="ctr">
              <a:buNone/>
              <a:defRPr/>
            </a:lvl3pPr>
            <a:lvl4pPr marL="1527175" indent="0" algn="ctr">
              <a:buNone/>
              <a:defRPr/>
            </a:lvl4pPr>
            <a:lvl5pPr marL="2035810" indent="0" algn="ctr">
              <a:buNone/>
              <a:defRPr/>
            </a:lvl5pPr>
            <a:lvl6pPr marL="2545080" indent="0" algn="ctr">
              <a:buNone/>
              <a:defRPr/>
            </a:lvl6pPr>
            <a:lvl7pPr marL="3054350" indent="0" algn="ctr">
              <a:buNone/>
              <a:defRPr/>
            </a:lvl7pPr>
            <a:lvl8pPr marL="3562985" indent="0" algn="ctr">
              <a:buNone/>
              <a:defRPr/>
            </a:lvl8pPr>
            <a:lvl9pPr marL="4072255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618" r="69166" b="38391"/>
          <a:stretch>
            <a:fillRect/>
          </a:stretch>
        </p:blipFill>
        <p:spPr>
          <a:xfrm>
            <a:off x="9121717" y="356770"/>
            <a:ext cx="2768448" cy="986708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" descr="C:\Users\vivianting\Desktop\未标题8.png"/>
          <p:cNvPicPr>
            <a:picLocks noChangeAspect="1" noChangeArrowheads="1"/>
          </p:cNvPicPr>
          <p:nvPr userDrawn="1"/>
        </p:nvPicPr>
        <p:blipFill>
          <a:blip r:embed="rId2" cstate="print"/>
          <a:srcRect l="4971" t="1717" r="74190" b="70428"/>
          <a:stretch>
            <a:fillRect/>
          </a:stretch>
        </p:blipFill>
        <p:spPr bwMode="auto">
          <a:xfrm>
            <a:off x="10382571" y="5286739"/>
            <a:ext cx="1809436" cy="1571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直接连接符 8"/>
          <p:cNvCxnSpPr>
            <a:cxnSpLocks noChangeShapeType="1"/>
          </p:cNvCxnSpPr>
          <p:nvPr userDrawn="1"/>
        </p:nvCxnSpPr>
        <p:spPr bwMode="auto">
          <a:xfrm>
            <a:off x="0" y="955453"/>
            <a:ext cx="12189883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>
            <a:outerShdw dist="20000" dir="5400000" algn="ctr" rotWithShape="0">
              <a:srgbClr val="000000">
                <a:alpha val="37999"/>
              </a:srgbClr>
            </a:outerShdw>
          </a:effectLst>
        </p:spPr>
      </p:cxnSp>
      <p:pic>
        <p:nvPicPr>
          <p:cNvPr id="7" name="Picture 16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" y="0"/>
            <a:ext cx="1231687" cy="914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9"/>
          <p:cNvPicPr>
            <a:picLocks noChangeAspect="1" noChangeArrowheads="1"/>
          </p:cNvPicPr>
          <p:nvPr userDrawn="1"/>
        </p:nvPicPr>
        <p:blipFill>
          <a:blip r:embed="rId4" cstate="print"/>
          <a:srcRect l="10513" t="10342" r="12415" b="6898"/>
          <a:stretch>
            <a:fillRect/>
          </a:stretch>
        </p:blipFill>
        <p:spPr bwMode="auto">
          <a:xfrm>
            <a:off x="9961428" y="53965"/>
            <a:ext cx="1841180" cy="1001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11"/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101190" tIns="50611" rIns="101190" bIns="50611" anchor="ctr"/>
          <a:lstStyle/>
          <a:p>
            <a:pPr algn="ctr" defTabSz="1014095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40" dirty="0">
              <a:solidFill>
                <a:srgbClr val="FFFFFF"/>
              </a:solidFill>
              <a:latin typeface="楷体_GB2312" panose="02010609030101010101" pitchFamily="49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2055" descr="色条 拷贝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1499847"/>
            <a:ext cx="12192000" cy="370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:\Users\vivianting\Desktop\未标题8.png"/>
          <p:cNvPicPr>
            <a:picLocks noChangeAspect="1" noChangeArrowheads="1"/>
          </p:cNvPicPr>
          <p:nvPr userDrawn="1"/>
        </p:nvPicPr>
        <p:blipFill>
          <a:blip r:embed="rId2" cstate="print"/>
          <a:srcRect l="4971" t="1717" r="74190" b="70428"/>
          <a:stretch>
            <a:fillRect/>
          </a:stretch>
        </p:blipFill>
        <p:spPr bwMode="auto">
          <a:xfrm>
            <a:off x="10382571" y="5286739"/>
            <a:ext cx="1809436" cy="1571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0" descr="C:\Users\vivianting\Desktop\未标题8.png"/>
          <p:cNvPicPr>
            <a:picLocks noChangeAspect="1" noChangeArrowheads="1"/>
          </p:cNvPicPr>
          <p:nvPr userDrawn="1"/>
        </p:nvPicPr>
        <p:blipFill>
          <a:blip r:embed="rId2" cstate="print"/>
          <a:srcRect l="4971" t="1717" r="74190" b="70428"/>
          <a:stretch>
            <a:fillRect/>
          </a:stretch>
        </p:blipFill>
        <p:spPr bwMode="auto">
          <a:xfrm>
            <a:off x="10382571" y="5286739"/>
            <a:ext cx="1809436" cy="1571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日期占位符 3"/>
          <p:cNvSpPr txBox="1">
            <a:spLocks noChangeArrowheads="1"/>
          </p:cNvSpPr>
          <p:nvPr userDrawn="1"/>
        </p:nvSpPr>
        <p:spPr bwMode="auto">
          <a:xfrm>
            <a:off x="4571206" y="5992855"/>
            <a:ext cx="2844307" cy="3682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1190" tIns="50611" rIns="101190" bIns="50611"/>
          <a:lstStyle>
            <a:lvl1pPr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ctr" defTabSz="1096645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040" dirty="0">
              <a:solidFill>
                <a:srgbClr val="000000"/>
              </a:solidFill>
            </a:endParaRPr>
          </a:p>
        </p:txBody>
      </p:sp>
      <p:sp>
        <p:nvSpPr>
          <p:cNvPr id="15" name="Text Box 16"/>
          <p:cNvSpPr txBox="1">
            <a:spLocks noChangeArrowheads="1"/>
          </p:cNvSpPr>
          <p:nvPr userDrawn="1"/>
        </p:nvSpPr>
        <p:spPr bwMode="auto">
          <a:xfrm>
            <a:off x="10636953" y="5890284"/>
            <a:ext cx="1165655" cy="235874"/>
          </a:xfrm>
          <a:prstGeom prst="rect">
            <a:avLst/>
          </a:prstGeom>
          <a:noFill/>
          <a:ln>
            <a:noFill/>
          </a:ln>
        </p:spPr>
        <p:txBody>
          <a:bodyPr wrap="none" lIns="91416" tIns="45708" rIns="91416" bIns="4570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en-US" altLang="zh-CN" sz="935"/>
              <a:t>© CHINAUNICOM</a:t>
            </a:r>
            <a:endParaRPr lang="en-US" altLang="zh-CN" sz="935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618" r="69166" b="38391"/>
          <a:stretch>
            <a:fillRect/>
          </a:stretch>
        </p:blipFill>
        <p:spPr>
          <a:xfrm>
            <a:off x="9128067" y="363755"/>
            <a:ext cx="2768448" cy="98670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/>
          <p:nvPr userDrawn="1"/>
        </p:nvSpPr>
        <p:spPr>
          <a:xfrm>
            <a:off x="11583009" y="6478343"/>
            <a:ext cx="734482" cy="38884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1860" rtl="0" eaLnBrk="1" latinLnBrk="0" hangingPunct="1"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593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49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42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99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2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48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41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98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941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  <a:t>-</a:t>
            </a:r>
            <a:fld id="{D42F5525-CAA2-4DA9-BD8D-AFF58DAFFA89}" type="slidenum"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</a:fld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  <a:t>-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黑体" panose="02010609060101010101" pitchFamily="2" charset="-122"/>
              <a:cs typeface="+mn-cs"/>
            </a:endParaRPr>
          </a:p>
        </p:txBody>
      </p:sp>
    </p:spTree>
  </p:cSld>
  <p:clrMapOvr>
    <a:masterClrMapping/>
  </p:clrMapOvr>
  <p:transition spd="med"/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灯片编号占位符 1"/>
          <p:cNvSpPr txBox="1"/>
          <p:nvPr userDrawn="1"/>
        </p:nvSpPr>
        <p:spPr>
          <a:xfrm>
            <a:off x="11539805" y="6480722"/>
            <a:ext cx="652195" cy="40466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1860" rtl="0" eaLnBrk="1" latinLnBrk="0" hangingPunct="1"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593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49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42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99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2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48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41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98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941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  <a:t>-</a:t>
            </a:r>
            <a:fld id="{D42F5525-CAA2-4DA9-BD8D-AFF58DAFFA89}" type="slidenum"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</a:fld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  <a:t>-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黑体" panose="0201060906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262647" y="261430"/>
            <a:ext cx="9648836" cy="544288"/>
          </a:xfrm>
          <a:prstGeom prst="rect">
            <a:avLst/>
          </a:prstGeom>
        </p:spPr>
        <p:txBody>
          <a:bodyPr lIns="90833" tIns="45426" rIns="90833" bIns="45426" anchor="ctr"/>
          <a:lstStyle>
            <a:lvl1pPr algn="l">
              <a:defRPr sz="2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/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lIns="91433" tIns="45716" rIns="91433" bIns="45716"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lIns="91433" tIns="45716" rIns="91433" bIns="45716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088689" y="6480175"/>
            <a:ext cx="1582738" cy="260350"/>
          </a:xfrm>
          <a:prstGeom prst="rect">
            <a:avLst/>
          </a:prstGeom>
        </p:spPr>
        <p:txBody>
          <a:bodyPr/>
          <a:lstStyle/>
          <a:p>
            <a:fld id="{B133008D-610A-4A26-B490-708D3F3B854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39703" y="144472"/>
            <a:ext cx="11428423" cy="649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23898" y="981089"/>
            <a:ext cx="10944226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7" tIns="45714" rIns="91417" bIns="45714" numCol="1" anchor="t" anchorCtr="0" compatLnSpc="1"/>
          <a:lstStyle>
            <a:lvl1pPr>
              <a:lnSpc>
                <a:spcPct val="130000"/>
              </a:lnSpc>
              <a:buSzPct val="80000"/>
              <a:defRPr/>
            </a:lvl1pPr>
          </a:lstStyle>
          <a:p>
            <a:pPr lvl="0"/>
            <a:endParaRPr lang="en-US" altLang="zh-CN" dirty="0"/>
          </a:p>
        </p:txBody>
      </p:sp>
      <p:sp>
        <p:nvSpPr>
          <p:cNvPr id="7" name="灯片编号占位符 1"/>
          <p:cNvSpPr txBox="1"/>
          <p:nvPr userDrawn="1"/>
        </p:nvSpPr>
        <p:spPr>
          <a:xfrm>
            <a:off x="11539805" y="6480722"/>
            <a:ext cx="652195" cy="40466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1860" rtl="0" eaLnBrk="1" latinLnBrk="0" hangingPunct="1"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593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49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42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99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2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48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41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98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941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  <a:t>-</a:t>
            </a:r>
            <a:fld id="{D42F5525-CAA2-4DA9-BD8D-AFF58DAFFA89}" type="slidenum"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</a:fld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2" charset="-122"/>
                <a:cs typeface="+mn-cs"/>
              </a:rPr>
              <a:t>-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黑体" panose="0201060906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u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46408" y="199688"/>
            <a:ext cx="9332056" cy="648072"/>
          </a:xfrm>
          <a:prstGeom prst="rect">
            <a:avLst/>
          </a:prstGeom>
        </p:spPr>
        <p:txBody>
          <a:bodyPr lIns="68579" tIns="34289" rIns="68579" bIns="34289" anchor="ctr" anchorCtr="0"/>
          <a:lstStyle>
            <a:lvl1pPr>
              <a:defRPr sz="2665" b="1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五边形 2"/>
          <p:cNvSpPr/>
          <p:nvPr userDrawn="1"/>
        </p:nvSpPr>
        <p:spPr>
          <a:xfrm flipH="1">
            <a:off x="11403014" y="6286500"/>
            <a:ext cx="739775" cy="504826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fld id="{C423A7C8-C25D-4E22-8ACD-7457FC68960C}" type="slidenum">
              <a:rPr lang="zh-CN" altLang="en-US" sz="1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</a:fld>
            <a:endParaRPr lang="zh-CN" altLang="en-US" sz="1400" b="0" kern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联通版范例一-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-26035" y="319405"/>
            <a:ext cx="12224386" cy="800100"/>
            <a:chOff x="-41" y="503"/>
            <a:chExt cx="19251" cy="1260"/>
          </a:xfrm>
        </p:grpSpPr>
        <p:pic>
          <p:nvPicPr>
            <p:cNvPr id="5" name="图片 4" descr="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41" y="503"/>
              <a:ext cx="13556" cy="1260"/>
            </a:xfrm>
            <a:prstGeom prst="rect">
              <a:avLst/>
            </a:prstGeom>
          </p:spPr>
        </p:pic>
        <p:pic>
          <p:nvPicPr>
            <p:cNvPr id="3" name="图片 2" descr="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5654" y="503"/>
              <a:ext cx="13556" cy="1260"/>
            </a:xfrm>
            <a:prstGeom prst="rect">
              <a:avLst/>
            </a:prstGeom>
          </p:spPr>
        </p:pic>
      </p:grpSp>
      <p:sp>
        <p:nvSpPr>
          <p:cNvPr id="7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624422" y="205740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9000101010101" pitchFamily="2" charset="-122"/>
              </a:defRPr>
            </a:lvl1pPr>
          </a:lstStyle>
          <a:p>
            <a:pPr lvl="0"/>
            <a:r>
              <a:rPr lang="zh-CN" altLang="en-US" dirty="0"/>
              <a:t>第一部分</a:t>
            </a:r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4418" y="431760"/>
            <a:ext cx="3168248" cy="432564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 baseline="0">
                <a:latin typeface="Helvetica" pitchFamily="2" charset="0"/>
                <a:ea typeface="汉仪大黑简" panose="02010609000101010101" pitchFamily="2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en-US" dirty="0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624422" y="258595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9000101010101" pitchFamily="2" charset="-122"/>
              </a:defRPr>
            </a:lvl1pPr>
          </a:lstStyle>
          <a:p>
            <a:pPr lvl="0"/>
            <a:r>
              <a:rPr lang="zh-CN" altLang="en-US" dirty="0"/>
              <a:t>第二部分</a:t>
            </a:r>
            <a:endParaRPr lang="en-US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624422" y="311450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9000101010101" pitchFamily="2" charset="-122"/>
              </a:defRPr>
            </a:lvl1pPr>
          </a:lstStyle>
          <a:p>
            <a:pPr lvl="0"/>
            <a:r>
              <a:rPr lang="zh-CN" altLang="en-US" dirty="0"/>
              <a:t>第三部分</a:t>
            </a:r>
            <a:endParaRPr lang="en-US" dirty="0"/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624422" y="360495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9000101010101" pitchFamily="2" charset="-122"/>
              </a:defRPr>
            </a:lvl1pPr>
          </a:lstStyle>
          <a:p>
            <a:pPr lvl="0"/>
            <a:r>
              <a:rPr lang="zh-CN" altLang="en-US" dirty="0"/>
              <a:t>第四部分</a:t>
            </a:r>
            <a:endParaRPr lang="en-US" dirty="0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2561516" y="205740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1097280" rtl="0" eaLnBrk="1" fontAlgn="auto" latinLnBrk="0" hangingPunct="1">
              <a:lnSpc>
                <a:spcPct val="90000"/>
              </a:lnSpc>
              <a:spcBef>
                <a:spcPct val="167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9000101010101" pitchFamily="2" charset="-122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中国联通中国联通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2561516" y="258595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1097280" rtl="0" eaLnBrk="1" fontAlgn="auto" latinLnBrk="0" hangingPunct="1">
              <a:lnSpc>
                <a:spcPct val="90000"/>
              </a:lnSpc>
              <a:spcBef>
                <a:spcPct val="167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9000101010101" pitchFamily="2" charset="-122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中国联通中国联通</a:t>
            </a:r>
            <a:endParaRPr lang="en-US" dirty="0"/>
          </a:p>
          <a:p>
            <a:pPr marL="0" marR="0" lvl="0" indent="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lvl="0"/>
            <a:endParaRPr lang="en-US" dirty="0"/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2561512" y="311450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1097280" rtl="0" eaLnBrk="1" fontAlgn="auto" latinLnBrk="0" hangingPunct="1">
              <a:lnSpc>
                <a:spcPct val="90000"/>
              </a:lnSpc>
              <a:spcBef>
                <a:spcPct val="167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9000101010101" pitchFamily="2" charset="-122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中国联通中国联通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2561512" y="360495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1097280" rtl="0" eaLnBrk="1" fontAlgn="auto" latinLnBrk="0" hangingPunct="1">
              <a:lnSpc>
                <a:spcPct val="90000"/>
              </a:lnSpc>
              <a:spcBef>
                <a:spcPct val="167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9000101010101" pitchFamily="2" charset="-122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中国联通中国联通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6" name="Text Placeholder 23"/>
          <p:cNvSpPr>
            <a:spLocks noGrp="1"/>
          </p:cNvSpPr>
          <p:nvPr>
            <p:ph type="body" sz="quarter" idx="20" hasCustomPrompt="1"/>
          </p:nvPr>
        </p:nvSpPr>
        <p:spPr>
          <a:xfrm>
            <a:off x="9956620" y="6480452"/>
            <a:ext cx="1536700" cy="80686"/>
          </a:xfrm>
        </p:spPr>
        <p:txBody>
          <a:bodyPr lIns="0" tIns="0" rIns="0" bIns="0" anchor="t" anchorCtr="0">
            <a:normAutofit/>
          </a:bodyPr>
          <a:lstStyle>
            <a:lvl1pPr marL="0" indent="0" algn="r">
              <a:buNone/>
              <a:defRPr sz="850" baseline="0">
                <a:latin typeface="Helvetica" pitchFamily="2" charset="0"/>
                <a:ea typeface="汉仪大黑简" panose="02010609000101010101" pitchFamily="2" charset="-122"/>
              </a:defRPr>
            </a:lvl1pPr>
          </a:lstStyle>
          <a:p>
            <a:pPr lvl="0"/>
            <a:r>
              <a:rPr lang="en-US" dirty="0" err="1"/>
              <a:t>页码</a:t>
            </a:r>
            <a:r>
              <a:rPr lang="zh-CN" altLang="en-US" dirty="0"/>
              <a:t>：</a:t>
            </a:r>
            <a:r>
              <a:rPr lang="en-US" altLang="zh-CN" dirty="0"/>
              <a:t>00</a:t>
            </a:r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联通版范例一-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6"/>
          <p:cNvGrpSpPr/>
          <p:nvPr userDrawn="1"/>
        </p:nvGrpSpPr>
        <p:grpSpPr bwMode="auto">
          <a:xfrm>
            <a:off x="539750" y="57150"/>
            <a:ext cx="11655425" cy="904876"/>
            <a:chOff x="9" y="196"/>
            <a:chExt cx="18355" cy="1425"/>
          </a:xfrm>
        </p:grpSpPr>
        <p:pic>
          <p:nvPicPr>
            <p:cNvPr id="17" name="图片 7" descr="7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" y="196"/>
              <a:ext cx="14381" cy="1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图片 8" descr="7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814" b="-3395"/>
            <a:stretch>
              <a:fillRect/>
            </a:stretch>
          </p:blipFill>
          <p:spPr bwMode="auto">
            <a:xfrm>
              <a:off x="4819" y="196"/>
              <a:ext cx="13545" cy="1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9" name="矩形 18"/>
          <p:cNvSpPr/>
          <p:nvPr userDrawn="1"/>
        </p:nvSpPr>
        <p:spPr>
          <a:xfrm>
            <a:off x="0" y="1"/>
            <a:ext cx="1697038" cy="933450"/>
          </a:xfrm>
          <a:prstGeom prst="rect">
            <a:avLst/>
          </a:prstGeom>
          <a:solidFill>
            <a:srgbClr val="E600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/>
          </a:p>
        </p:txBody>
      </p:sp>
      <p:sp>
        <p:nvSpPr>
          <p:cNvPr id="7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624422" y="205740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9000101010101" pitchFamily="2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452460" y="399757"/>
            <a:ext cx="3168248" cy="432564"/>
          </a:xfrm>
        </p:spPr>
        <p:txBody>
          <a:bodyPr lIns="0" tIns="0" rIns="0" bIns="0" anchor="b">
            <a:normAutofit/>
          </a:bodyPr>
          <a:lstStyle>
            <a:lvl1pPr marL="0" indent="0" algn="l">
              <a:buNone/>
              <a:defRPr sz="2400" baseline="0">
                <a:latin typeface="Helvetica" pitchFamily="2" charset="0"/>
                <a:ea typeface="汉仪大黑简" panose="02010609000101010101" pitchFamily="2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624422" y="258595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9000101010101" pitchFamily="2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624422" y="311450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9000101010101" pitchFamily="2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624422" y="360495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9000101010101" pitchFamily="2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6"/>
          </p:nvPr>
        </p:nvSpPr>
        <p:spPr>
          <a:xfrm>
            <a:off x="2561516" y="205740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1097280" rtl="0" eaLnBrk="1" fontAlgn="auto" latinLnBrk="0" hangingPunct="1">
              <a:lnSpc>
                <a:spcPct val="90000"/>
              </a:lnSpc>
              <a:spcBef>
                <a:spcPct val="167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9000101010101" pitchFamily="2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7"/>
          </p:nvPr>
        </p:nvSpPr>
        <p:spPr>
          <a:xfrm>
            <a:off x="2561516" y="258595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1097280" rtl="0" eaLnBrk="1" fontAlgn="auto" latinLnBrk="0" hangingPunct="1">
              <a:lnSpc>
                <a:spcPct val="90000"/>
              </a:lnSpc>
              <a:spcBef>
                <a:spcPct val="167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9000101010101" pitchFamily="2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8"/>
          </p:nvPr>
        </p:nvSpPr>
        <p:spPr>
          <a:xfrm>
            <a:off x="2561512" y="311450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1097280" rtl="0" eaLnBrk="1" fontAlgn="auto" latinLnBrk="0" hangingPunct="1">
              <a:lnSpc>
                <a:spcPct val="90000"/>
              </a:lnSpc>
              <a:spcBef>
                <a:spcPct val="167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9000101010101" pitchFamily="2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2561512" y="360495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1097280" rtl="0" eaLnBrk="1" fontAlgn="auto" latinLnBrk="0" hangingPunct="1">
              <a:lnSpc>
                <a:spcPct val="90000"/>
              </a:lnSpc>
              <a:spcBef>
                <a:spcPct val="167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9000101010101" pitchFamily="2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</p:txBody>
      </p:sp>
      <p:sp>
        <p:nvSpPr>
          <p:cNvPr id="21" name="日期占位符 3"/>
          <p:cNvSpPr>
            <a:spLocks noGrp="1"/>
          </p:cNvSpPr>
          <p:nvPr>
            <p:ph type="dt" sz="half" idx="21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2" name="页脚占位符 4"/>
          <p:cNvSpPr>
            <a:spLocks noGrp="1"/>
          </p:cNvSpPr>
          <p:nvPr>
            <p:ph type="ftr" sz="quarter" idx="22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五边形 4"/>
          <p:cNvSpPr/>
          <p:nvPr userDrawn="1"/>
        </p:nvSpPr>
        <p:spPr>
          <a:xfrm flipH="1">
            <a:off x="11403014" y="6286500"/>
            <a:ext cx="739775" cy="504826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fld id="{C423A7C8-C25D-4E22-8ACD-7457FC68960C}" type="slidenum">
              <a:rPr lang="zh-CN" altLang="en-US" sz="1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</a:fld>
            <a:endParaRPr lang="zh-CN" altLang="en-US" sz="1400" b="0" kern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冬奥联通版范例一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五边形 4"/>
          <p:cNvSpPr/>
          <p:nvPr userDrawn="1"/>
        </p:nvSpPr>
        <p:spPr>
          <a:xfrm flipH="1">
            <a:off x="11403013" y="6286500"/>
            <a:ext cx="739775" cy="504825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23A7C8-C25D-4E22-8ACD-7457FC68960C}" type="slidenum">
              <a:rPr kumimoji="0" lang="zh-CN" altLang="en-US" sz="1400" b="0" i="0" u="none" strike="noStrike" kern="1200" cap="none" spc="0" normalizeH="0" baseline="0" noProof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0" lang="zh-CN" altLang="en-US" sz="1400" b="0" i="0" u="none" strike="noStrike" kern="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9" name="图片 8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580235"/>
            <a:ext cx="12192000" cy="26047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949" y="213360"/>
            <a:ext cx="1558261" cy="458543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72004" y="165223"/>
            <a:ext cx="11568113" cy="649287"/>
          </a:xfrm>
        </p:spPr>
        <p:txBody>
          <a:bodyPr/>
          <a:lstStyle>
            <a:lvl1pPr>
              <a:defRPr>
                <a:latin typeface="Arial Black" panose="020B0A04020102020204" pitchFamily="34" charset="0"/>
              </a:defRPr>
            </a:lvl1pPr>
          </a:lstStyle>
          <a:p>
            <a:endParaRPr kumimoji="1"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55" descr="色条 拷贝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00189"/>
            <a:ext cx="12192000" cy="37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31"/>
          <p:cNvGrpSpPr/>
          <p:nvPr userDrawn="1"/>
        </p:nvGrpSpPr>
        <p:grpSpPr bwMode="auto">
          <a:xfrm>
            <a:off x="747714" y="6381749"/>
            <a:ext cx="382588" cy="287339"/>
            <a:chOff x="3742" y="3113"/>
            <a:chExt cx="136" cy="136"/>
          </a:xfrm>
        </p:grpSpPr>
        <p:sp>
          <p:nvSpPr>
            <p:cNvPr id="7" name="AutoShape 32"/>
            <p:cNvSpPr>
              <a:spLocks noChangeArrowheads="1"/>
            </p:cNvSpPr>
            <p:nvPr/>
          </p:nvSpPr>
          <p:spPr bwMode="auto">
            <a:xfrm>
              <a:off x="3742" y="3113"/>
              <a:ext cx="136" cy="136"/>
            </a:xfrm>
            <a:prstGeom prst="star4">
              <a:avLst>
                <a:gd name="adj" fmla="val 12500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endParaRPr>
            </a:p>
          </p:txBody>
        </p:sp>
        <p:sp>
          <p:nvSpPr>
            <p:cNvPr id="8" name="AutoShape 33"/>
            <p:cNvSpPr>
              <a:spLocks noChangeArrowheads="1"/>
            </p:cNvSpPr>
            <p:nvPr/>
          </p:nvSpPr>
          <p:spPr bwMode="auto">
            <a:xfrm rot="1800000">
              <a:off x="3742" y="3134"/>
              <a:ext cx="136" cy="91"/>
            </a:xfrm>
            <a:prstGeom prst="star4">
              <a:avLst>
                <a:gd name="adj" fmla="val 8824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endParaRPr>
            </a:p>
          </p:txBody>
        </p:sp>
      </p:grpSp>
      <p:grpSp>
        <p:nvGrpSpPr>
          <p:cNvPr id="9" name="Group 34"/>
          <p:cNvGrpSpPr/>
          <p:nvPr userDrawn="1"/>
        </p:nvGrpSpPr>
        <p:grpSpPr bwMode="auto">
          <a:xfrm>
            <a:off x="334965" y="6670675"/>
            <a:ext cx="382588" cy="287339"/>
            <a:chOff x="3742" y="3113"/>
            <a:chExt cx="136" cy="136"/>
          </a:xfrm>
        </p:grpSpPr>
        <p:sp>
          <p:nvSpPr>
            <p:cNvPr id="10" name="AutoShape 35"/>
            <p:cNvSpPr>
              <a:spLocks noChangeArrowheads="1"/>
            </p:cNvSpPr>
            <p:nvPr/>
          </p:nvSpPr>
          <p:spPr bwMode="auto">
            <a:xfrm>
              <a:off x="3742" y="3113"/>
              <a:ext cx="136" cy="136"/>
            </a:xfrm>
            <a:prstGeom prst="star4">
              <a:avLst>
                <a:gd name="adj" fmla="val 12500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endParaRPr>
            </a:p>
          </p:txBody>
        </p:sp>
        <p:sp>
          <p:nvSpPr>
            <p:cNvPr id="11" name="AutoShape 36"/>
            <p:cNvSpPr>
              <a:spLocks noChangeArrowheads="1"/>
            </p:cNvSpPr>
            <p:nvPr/>
          </p:nvSpPr>
          <p:spPr bwMode="auto">
            <a:xfrm rot="1800000">
              <a:off x="3742" y="3134"/>
              <a:ext cx="136" cy="91"/>
            </a:xfrm>
            <a:prstGeom prst="star4">
              <a:avLst>
                <a:gd name="adj" fmla="val 8824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endParaRPr>
            </a:p>
          </p:txBody>
        </p:sp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24419" y="2549524"/>
            <a:ext cx="10943167" cy="674688"/>
          </a:xfrm>
        </p:spPr>
        <p:txBody>
          <a:bodyPr/>
          <a:lstStyle>
            <a:lvl1pPr marL="0" algn="ctr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24419" y="3357563"/>
            <a:ext cx="10943167" cy="431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400" b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单击此处编辑母版副标题样式</a:t>
            </a:r>
            <a:endParaRPr lang="en-US" altLang="zh-CN" dirty="0"/>
          </a:p>
        </p:txBody>
      </p:sp>
      <p:pic>
        <p:nvPicPr>
          <p:cNvPr id="16" name="Picture 10" descr="C:\Users\vivianting\Desktop\未标题8.png"/>
          <p:cNvPicPr>
            <a:picLocks noChangeAspect="1" noChangeArrowheads="1"/>
          </p:cNvPicPr>
          <p:nvPr userDrawn="1"/>
        </p:nvPicPr>
        <p:blipFill>
          <a:blip r:embed="rId3" cstate="print"/>
          <a:srcRect l="4971" t="1717" r="74190" b="70428"/>
          <a:stretch>
            <a:fillRect/>
          </a:stretch>
        </p:blipFill>
        <p:spPr bwMode="auto">
          <a:xfrm>
            <a:off x="10382571" y="5286739"/>
            <a:ext cx="1809436" cy="1571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618" r="69166" b="38391"/>
          <a:stretch>
            <a:fillRect/>
          </a:stretch>
        </p:blipFill>
        <p:spPr>
          <a:xfrm>
            <a:off x="9147752" y="420905"/>
            <a:ext cx="2768448" cy="986708"/>
          </a:xfrm>
          <a:prstGeom prst="rect">
            <a:avLst/>
          </a:prstGeom>
        </p:spPr>
      </p:pic>
      <p:sp>
        <p:nvSpPr>
          <p:cNvPr id="5" name="Text Box 16"/>
          <p:cNvSpPr txBox="1">
            <a:spLocks noChangeArrowheads="1"/>
          </p:cNvSpPr>
          <p:nvPr userDrawn="1"/>
        </p:nvSpPr>
        <p:spPr bwMode="auto">
          <a:xfrm>
            <a:off x="10855261" y="6522250"/>
            <a:ext cx="1165655" cy="235874"/>
          </a:xfrm>
          <a:prstGeom prst="rect">
            <a:avLst/>
          </a:prstGeom>
          <a:noFill/>
          <a:ln>
            <a:noFill/>
          </a:ln>
        </p:spPr>
        <p:txBody>
          <a:bodyPr wrap="none" lIns="91416" tIns="45708" rIns="91416" bIns="4570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3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© CHINAUNICOM</a:t>
            </a:r>
            <a:endParaRPr kumimoji="0" lang="en-US" altLang="zh-CN" sz="93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华文细黑" panose="0201060004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275800" y="263828"/>
            <a:ext cx="1508778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内部资料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禁止外传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0" presetClass="path" presetSubtype="0" repeatCount="indefinite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9948 -0.30139 C 0.81424 -0.29051 0.52691 -0.26366 0.38976 -0.23658 C 0.25243 -0.20949 0.16233 -0.17083 0.07569 -0.13843 C -0.01094 -0.10602 -0.08698 -0.06227 -0.12969 -0.04213 " pathEditMode="relative" rAng="0" ptsTypes="aaaa">
                                      <p:cBhvr>
                                        <p:cTn id="15" dur="30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50000" y="13000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26" presetClass="emph" presetSubtype="0" repeatCount="indefinite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50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0" presetClass="path" presetSubtype="0" repeatCount="indefinite" decel="5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0.08889 -0.21574 C -0.02553 -0.2007 0.17031 -0.12593 0.29166 -0.125 C 0.41302 -0.12408 0.55329 -0.18079 0.63888 -0.21065 C 0.72447 -0.24051 0.76475 -0.27824 0.80555 -0.30463 C 0.84635 -0.33102 0.86718 -0.35602 0.88333 -0.36945 " pathEditMode="relative" rAng="0" ptsTypes="aaaaa">
                                      <p:cBhvr>
                                        <p:cTn id="2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60000" y="-31000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26" presetClass="emph" presetSubtype="0" repeatCount="indefinite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580235"/>
            <a:ext cx="12192000" cy="2604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8790" y="117987"/>
            <a:ext cx="11568113" cy="649287"/>
          </a:xfrm>
        </p:spPr>
        <p:txBody>
          <a:bodyPr/>
          <a:lstStyle>
            <a:lvl1pPr>
              <a:defRPr u="none" strike="noStrike" kern="0" cap="none" spc="0" normalizeH="0">
                <a:solidFill>
                  <a:schemeClr val="tx1"/>
                </a:solidFill>
                <a:uFillTx/>
                <a:latin typeface="Arial Black" panose="020B0A040201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11124276" y="6477062"/>
            <a:ext cx="4748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</a:t>
            </a:r>
            <a:fld id="{1C84BDC9-818A-4581-8EB1-1C03F09659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949" y="213360"/>
            <a:ext cx="1558261" cy="4585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图片 3"/>
          <p:cNvPicPr>
            <a:picLocks noChangeAspect="1"/>
          </p:cNvPicPr>
          <p:nvPr userDrawn="1"/>
        </p:nvPicPr>
        <p:blipFill rotWithShape="1">
          <a:blip r:embed="rId2" cstate="print"/>
          <a:srcRect t="44618" r="69166" b="38391"/>
          <a:stretch>
            <a:fillRect/>
          </a:stretch>
        </p:blipFill>
        <p:spPr>
          <a:xfrm>
            <a:off x="8799137" y="420270"/>
            <a:ext cx="2768448" cy="986708"/>
          </a:xfrm>
          <a:prstGeom prst="rect">
            <a:avLst/>
          </a:prstGeom>
        </p:spPr>
      </p:pic>
      <p:pic>
        <p:nvPicPr>
          <p:cNvPr id="2097157" name="Picture 2055" descr="色条 拷贝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1525357"/>
            <a:ext cx="12192000" cy="3546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618" r="69166" b="38391"/>
          <a:stretch>
            <a:fillRect/>
          </a:stretch>
        </p:blipFill>
        <p:spPr>
          <a:xfrm>
            <a:off x="8799137" y="420270"/>
            <a:ext cx="2768448" cy="986708"/>
          </a:xfrm>
          <a:prstGeom prst="rect">
            <a:avLst/>
          </a:prstGeom>
        </p:spPr>
      </p:pic>
      <p:pic>
        <p:nvPicPr>
          <p:cNvPr id="5" name="Picture 2055" descr="色条 拷贝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5357"/>
            <a:ext cx="12192000" cy="3546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580235"/>
            <a:ext cx="12192000" cy="2604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8790" y="117987"/>
            <a:ext cx="11568113" cy="649287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11124276" y="6477062"/>
            <a:ext cx="4748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</a:t>
            </a:r>
            <a:fld id="{1C84BDC9-818A-4581-8EB1-1C03F09659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949" y="213360"/>
            <a:ext cx="1558261" cy="45854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914400" y="2564905"/>
            <a:ext cx="10363200" cy="1470027"/>
          </a:xfrm>
          <a:prstGeom prst="rect">
            <a:avLst/>
          </a:prstGeom>
        </p:spPr>
        <p:txBody>
          <a:bodyPr lIns="68577" tIns="34289" rIns="68577" bIns="34289" anchor="ctr"/>
          <a:lstStyle>
            <a:lvl1pPr algn="ctr" eaLnBrk="1" hangingPunct="1">
              <a:defRPr sz="4000" b="1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  <a:br>
              <a:rPr lang="en-US" altLang="zh-CN" dirty="0"/>
            </a:br>
            <a:r>
              <a:rPr lang="zh-CN" altLang="en-US" dirty="0"/>
              <a:t>微软雅黑</a:t>
            </a:r>
            <a:r>
              <a:rPr lang="en-US" altLang="zh-CN" dirty="0"/>
              <a:t>30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828813" y="5716117"/>
            <a:ext cx="8534401" cy="665211"/>
          </a:xfrm>
          <a:prstGeom prst="rect">
            <a:avLst/>
          </a:prstGeom>
        </p:spPr>
        <p:txBody>
          <a:bodyPr lIns="68577" tIns="34289" rIns="68577" bIns="34289" anchor="ctr"/>
          <a:lstStyle>
            <a:lvl1pPr marL="0" marR="0" indent="0" algn="ctr" defTabSz="912495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None/>
              <a:defRPr sz="1865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pPr marL="0" marR="0" lvl="0" indent="0" algn="ctr" defTabSz="912495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None/>
              <a:defRPr/>
            </a:pPr>
            <a:r>
              <a:rPr lang="zh-CN" altLang="en-US" dirty="0"/>
              <a:t>单击此处编辑副标题（微软雅黑</a:t>
            </a:r>
            <a:r>
              <a:rPr lang="en-US" altLang="zh-CN" dirty="0"/>
              <a:t>14</a:t>
            </a:r>
            <a:r>
              <a:rPr lang="zh-CN" altLang="en-US" dirty="0"/>
              <a:t>号）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358305" y="303081"/>
            <a:ext cx="1558261" cy="458543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2"/>
          <p:cNvSpPr txBox="1">
            <a:spLocks noGrp="1" noChangeArrowheads="1"/>
          </p:cNvSpPr>
          <p:nvPr userDrawn="1"/>
        </p:nvSpPr>
        <p:spPr bwMode="auto">
          <a:xfrm>
            <a:off x="11002287" y="6400800"/>
            <a:ext cx="1533525" cy="457200"/>
          </a:xfrm>
          <a:prstGeom prst="octagon">
            <a:avLst>
              <a:gd name="adj" fmla="val 29287"/>
            </a:avLst>
          </a:prstGeom>
          <a:noFill/>
          <a:ln>
            <a:miter lim="800000"/>
          </a:ln>
        </p:spPr>
        <p:txBody>
          <a:bodyPr lIns="91436" tIns="45719" rIns="91436" bIns="45719" anchor="ctr" anchorCtr="1"/>
          <a:lstStyle>
            <a:lvl1pPr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 </a:t>
            </a:r>
            <a:fld id="{A57B1887-7F4B-4647-9F3B-8A4764FF7254}" type="slidenum">
              <a:rPr kumimoji="1" lang="en-US" altLang="zh-CN" sz="1465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r>
              <a:rPr kumimoji="1" lang="en-US" altLang="zh-CN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-</a:t>
            </a:r>
            <a:endParaRPr kumimoji="1" lang="en-US" altLang="zh-CN" sz="14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407369" y="260648"/>
            <a:ext cx="8510209" cy="648072"/>
          </a:xfrm>
          <a:prstGeom prst="rect">
            <a:avLst/>
          </a:prstGeom>
        </p:spPr>
        <p:txBody>
          <a:bodyPr lIns="68577" tIns="34289" rIns="68577" bIns="34289"/>
          <a:lstStyle>
            <a:lvl1pPr>
              <a:defRPr sz="320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单击此处编辑标题（微软雅黑</a:t>
            </a:r>
            <a:r>
              <a:rPr lang="en-US" altLang="zh-CN" dirty="0"/>
              <a:t>24</a:t>
            </a:r>
            <a:r>
              <a:rPr lang="zh-CN" altLang="en-US" dirty="0"/>
              <a:t>号）</a:t>
            </a:r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2"/>
          <p:cNvSpPr txBox="1">
            <a:spLocks noGrp="1" noChangeArrowheads="1"/>
          </p:cNvSpPr>
          <p:nvPr userDrawn="1"/>
        </p:nvSpPr>
        <p:spPr bwMode="auto">
          <a:xfrm>
            <a:off x="11002288" y="6400800"/>
            <a:ext cx="1533525" cy="457200"/>
          </a:xfrm>
          <a:prstGeom prst="octagon">
            <a:avLst>
              <a:gd name="adj" fmla="val 29287"/>
            </a:avLst>
          </a:prstGeom>
          <a:noFill/>
          <a:ln>
            <a:miter lim="800000"/>
          </a:ln>
        </p:spPr>
        <p:txBody>
          <a:bodyPr lIns="91436" tIns="45719" rIns="91436" bIns="45719" anchor="ctr" anchorCtr="1"/>
          <a:lstStyle>
            <a:lvl1pPr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 </a:t>
            </a:r>
            <a:fld id="{A57B1887-7F4B-4647-9F3B-8A4764FF7254}" type="slidenum">
              <a:rPr kumimoji="1" lang="en-US" altLang="zh-CN" sz="1465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r>
              <a:rPr kumimoji="1" lang="en-US" altLang="zh-CN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-</a:t>
            </a:r>
            <a:endParaRPr kumimoji="1" lang="en-US" altLang="zh-CN" sz="14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1416372" y="1857375"/>
            <a:ext cx="9359256" cy="3143252"/>
          </a:xfrm>
          <a:prstGeom prst="rect">
            <a:avLst/>
          </a:prstGeom>
        </p:spPr>
        <p:txBody>
          <a:bodyPr lIns="91438" tIns="45719" rIns="91438" bIns="45719"/>
          <a:lstStyle>
            <a:lvl1pPr marL="342900" marR="0" indent="-342900" algn="l" defTabSz="912495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935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marR="0" lvl="0" indent="-342900" algn="l" defTabSz="912495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dirty="0"/>
              <a:t>点击此处添加标题（基础</a:t>
            </a:r>
            <a:r>
              <a:rPr lang="en-US" altLang="zh-CN" dirty="0"/>
              <a:t>3</a:t>
            </a:r>
            <a:r>
              <a:rPr lang="zh-CN" altLang="en-US" dirty="0"/>
              <a:t>层标题，字号为微软雅黑</a:t>
            </a:r>
            <a:r>
              <a:rPr lang="en-US" altLang="zh-CN" dirty="0"/>
              <a:t>22</a:t>
            </a:r>
            <a:r>
              <a:rPr lang="zh-CN" altLang="en-US" dirty="0"/>
              <a:t>号，如标题增加，字号不小于</a:t>
            </a:r>
            <a:r>
              <a:rPr lang="en-US" altLang="zh-CN" dirty="0"/>
              <a:t>16</a:t>
            </a:r>
            <a:r>
              <a:rPr lang="zh-CN" altLang="en-US" dirty="0"/>
              <a:t>号）</a:t>
            </a:r>
            <a:endParaRPr lang="en-US" altLang="zh-CN" dirty="0"/>
          </a:p>
          <a:p>
            <a:pPr marL="342900" marR="0" lvl="0" indent="-342900" algn="l" defTabSz="912495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lang="zh-CN" altLang="en-US" dirty="0"/>
          </a:p>
        </p:txBody>
      </p:sp>
      <p:sp>
        <p:nvSpPr>
          <p:cNvPr id="9" name="标题 1"/>
          <p:cNvSpPr>
            <a:spLocks noGrp="1"/>
          </p:cNvSpPr>
          <p:nvPr>
            <p:ph type="title" hasCustomPrompt="1"/>
          </p:nvPr>
        </p:nvSpPr>
        <p:spPr>
          <a:xfrm>
            <a:off x="407369" y="260648"/>
            <a:ext cx="8510209" cy="648072"/>
          </a:xfrm>
          <a:prstGeom prst="rect">
            <a:avLst/>
          </a:prstGeom>
        </p:spPr>
        <p:txBody>
          <a:bodyPr lIns="68577" tIns="34289" rIns="68577" bIns="34289"/>
          <a:lstStyle>
            <a:lvl1pPr>
              <a:defRPr sz="320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目录</a:t>
            </a:r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2"/>
          <p:cNvSpPr txBox="1">
            <a:spLocks noGrp="1" noChangeArrowheads="1"/>
          </p:cNvSpPr>
          <p:nvPr userDrawn="1"/>
        </p:nvSpPr>
        <p:spPr bwMode="auto">
          <a:xfrm>
            <a:off x="10940144" y="6427005"/>
            <a:ext cx="1533525" cy="457200"/>
          </a:xfrm>
          <a:prstGeom prst="octagon">
            <a:avLst>
              <a:gd name="adj" fmla="val 29287"/>
            </a:avLst>
          </a:prstGeom>
          <a:noFill/>
          <a:ln>
            <a:miter lim="800000"/>
          </a:ln>
        </p:spPr>
        <p:txBody>
          <a:bodyPr lIns="91436" tIns="45719" rIns="91436" bIns="45719" anchor="ctr" anchorCtr="1"/>
          <a:lstStyle>
            <a:lvl1pPr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 </a:t>
            </a:r>
            <a:fld id="{A57B1887-7F4B-4647-9F3B-8A4764FF7254}" type="slidenum">
              <a:rPr kumimoji="1" lang="en-US" altLang="zh-CN" sz="1465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r>
              <a:rPr kumimoji="1" lang="en-US" altLang="zh-CN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-</a:t>
            </a:r>
            <a:endParaRPr kumimoji="1" lang="en-US" altLang="zh-CN" sz="14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407369" y="260648"/>
            <a:ext cx="8510209" cy="648072"/>
          </a:xfrm>
          <a:prstGeom prst="rect">
            <a:avLst/>
          </a:prstGeom>
        </p:spPr>
        <p:txBody>
          <a:bodyPr lIns="68577" tIns="34289" rIns="68577" bIns="34289"/>
          <a:lstStyle>
            <a:lvl1pPr>
              <a:defRPr sz="320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单击此处编辑标题（微软雅黑</a:t>
            </a:r>
            <a:r>
              <a:rPr lang="en-US" altLang="zh-CN" dirty="0"/>
              <a:t>24</a:t>
            </a:r>
            <a:r>
              <a:rPr lang="zh-CN" altLang="en-US" dirty="0"/>
              <a:t>号）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1339117" y="1736404"/>
            <a:ext cx="9713383" cy="4320117"/>
          </a:xfrm>
          <a:prstGeom prst="rect">
            <a:avLst/>
          </a:prstGeom>
        </p:spPr>
        <p:txBody>
          <a:bodyPr lIns="91438" tIns="45719" rIns="91438" bIns="45719"/>
          <a:lstStyle>
            <a:lvl1pPr marL="0" indent="0">
              <a:buNone/>
              <a:defRPr sz="2135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135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35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135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135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单击此处编辑内容（微软雅黑</a:t>
            </a:r>
            <a:r>
              <a:rPr lang="en-US" altLang="zh-CN" dirty="0"/>
              <a:t>16</a:t>
            </a:r>
            <a:r>
              <a:rPr lang="zh-CN" altLang="en-US" dirty="0"/>
              <a:t>号）</a:t>
            </a:r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色条 拷贝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57341"/>
            <a:ext cx="12192000" cy="388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7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914400" y="2564905"/>
            <a:ext cx="10363200" cy="1470027"/>
          </a:xfrm>
          <a:prstGeom prst="rect">
            <a:avLst/>
          </a:prstGeom>
          <a:ln>
            <a:noFill/>
          </a:ln>
        </p:spPr>
        <p:txBody>
          <a:bodyPr lIns="68577" tIns="34289" rIns="68577" bIns="34289" anchor="ctr"/>
          <a:lstStyle>
            <a:lvl1pPr algn="ctr" eaLnBrk="1" hangingPunct="1">
              <a:defRPr sz="4000" b="1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r>
              <a:rPr lang="zh-CN" altLang="en-US" dirty="0"/>
              <a:t>谢谢！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8069" y="199288"/>
            <a:ext cx="1737048" cy="1113869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2"/>
          <p:cNvSpPr txBox="1">
            <a:spLocks noGrp="1" noChangeArrowheads="1"/>
          </p:cNvSpPr>
          <p:nvPr userDrawn="1"/>
        </p:nvSpPr>
        <p:spPr bwMode="auto">
          <a:xfrm>
            <a:off x="10984533" y="6400800"/>
            <a:ext cx="1533525" cy="457200"/>
          </a:xfrm>
          <a:prstGeom prst="octagon">
            <a:avLst>
              <a:gd name="adj" fmla="val 29287"/>
            </a:avLst>
          </a:prstGeom>
          <a:noFill/>
          <a:ln>
            <a:miter lim="800000"/>
          </a:ln>
        </p:spPr>
        <p:txBody>
          <a:bodyPr lIns="91436" tIns="45719" rIns="91436" bIns="45719" anchor="ctr" anchorCtr="1"/>
          <a:lstStyle>
            <a:lvl1pPr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 </a:t>
            </a:r>
            <a:fld id="{A57B1887-7F4B-4647-9F3B-8A4764FF7254}" type="slidenum">
              <a:rPr kumimoji="1" lang="en-US" altLang="zh-CN" sz="1465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r>
              <a:rPr kumimoji="1" lang="en-US" altLang="zh-CN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-</a:t>
            </a:r>
            <a:endParaRPr kumimoji="1" lang="en-US" altLang="zh-CN" sz="14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2"/>
          <p:cNvSpPr txBox="1">
            <a:spLocks noGrp="1" noChangeArrowheads="1"/>
          </p:cNvSpPr>
          <p:nvPr userDrawn="1"/>
        </p:nvSpPr>
        <p:spPr bwMode="auto">
          <a:xfrm>
            <a:off x="10940143" y="6400800"/>
            <a:ext cx="1533525" cy="457200"/>
          </a:xfrm>
          <a:prstGeom prst="octagon">
            <a:avLst>
              <a:gd name="adj" fmla="val 29287"/>
            </a:avLst>
          </a:prstGeom>
          <a:noFill/>
          <a:ln>
            <a:miter lim="800000"/>
          </a:ln>
        </p:spPr>
        <p:txBody>
          <a:bodyPr lIns="91439" tIns="45719" rIns="91439" bIns="45719" anchor="ctr" anchorCtr="1"/>
          <a:lstStyle>
            <a:lvl1pPr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 </a:t>
            </a:r>
            <a:fld id="{A57B1887-7F4B-4647-9F3B-8A4764FF7254}" type="slidenum">
              <a:rPr kumimoji="1" lang="en-US" altLang="zh-CN" sz="1465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r>
              <a:rPr kumimoji="1" lang="en-US" altLang="zh-CN" sz="14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-</a:t>
            </a:r>
            <a:endParaRPr kumimoji="1" lang="en-US" altLang="zh-CN" sz="14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07368" y="260648"/>
            <a:ext cx="6840760" cy="648072"/>
          </a:xfrm>
          <a:prstGeom prst="rect">
            <a:avLst/>
          </a:prstGeom>
        </p:spPr>
        <p:txBody>
          <a:bodyPr lIns="68579" tIns="34289" rIns="68579" bIns="34289"/>
          <a:lstStyle>
            <a:lvl1pPr>
              <a:defRPr sz="320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" y="6746435"/>
            <a:ext cx="12192000" cy="10800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C0000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7" tIns="45708" rIns="91417" bIns="45708" rtlCol="0" anchor="ctr"/>
          <a:lstStyle/>
          <a:p>
            <a:pPr algn="ctr"/>
            <a:endParaRPr lang="zh-CN" altLang="en-US" sz="1800"/>
          </a:p>
        </p:txBody>
      </p:sp>
      <p:pic>
        <p:nvPicPr>
          <p:cNvPr id="14338" name="Picture 2" descr="F:\纪委\素材\0817完整版\党徽\0 (83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98" y="130629"/>
            <a:ext cx="747485" cy="707478"/>
          </a:xfrm>
          <a:prstGeom prst="rect">
            <a:avLst/>
          </a:prstGeom>
          <a:noFill/>
        </p:spPr>
      </p:pic>
    </p:spTree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95467" cy="932723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911424" y="932723"/>
            <a:ext cx="883298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11472597" y="932723"/>
            <a:ext cx="71940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/>
          <p:cNvGrpSpPr/>
          <p:nvPr userDrawn="1"/>
        </p:nvGrpSpPr>
        <p:grpSpPr>
          <a:xfrm>
            <a:off x="9840417" y="239280"/>
            <a:ext cx="1624799" cy="650405"/>
            <a:chOff x="7380312" y="179460"/>
            <a:chExt cx="1218599" cy="487804"/>
          </a:xfrm>
        </p:grpSpPr>
        <p:pic>
          <p:nvPicPr>
            <p:cNvPr id="1026" name="Picture 2" descr="C:\Users\Administrator\Desktop\联通.png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0312" y="179460"/>
              <a:ext cx="576064" cy="448075"/>
            </a:xfrm>
            <a:prstGeom prst="rect">
              <a:avLst/>
            </a:prstGeom>
            <a:noFill/>
          </p:spPr>
        </p:pic>
        <p:pic>
          <p:nvPicPr>
            <p:cNvPr id="1027" name="Picture 3" descr="C:\Users\Administrator\Desktop\冬奥会.png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0394" y="195487"/>
              <a:ext cx="498517" cy="288032"/>
            </a:xfrm>
            <a:prstGeom prst="rect">
              <a:avLst/>
            </a:prstGeom>
            <a:noFill/>
          </p:spPr>
        </p:pic>
        <p:pic>
          <p:nvPicPr>
            <p:cNvPr id="1028" name="Picture 4" descr="C:\Users\Administrator\Desktop\五环.png"/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4408" y="483519"/>
              <a:ext cx="288032" cy="183745"/>
            </a:xfrm>
            <a:prstGeom prst="rect">
              <a:avLst/>
            </a:prstGeom>
            <a:noFill/>
          </p:spPr>
        </p:pic>
        <p:cxnSp>
          <p:nvCxnSpPr>
            <p:cNvPr id="24" name="直接连接符 23"/>
            <p:cNvCxnSpPr/>
            <p:nvPr userDrawn="1"/>
          </p:nvCxnSpPr>
          <p:spPr>
            <a:xfrm>
              <a:off x="8028384" y="267494"/>
              <a:ext cx="0" cy="28803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-12792" y="0"/>
            <a:ext cx="12217583" cy="68180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2792" y="681809"/>
            <a:ext cx="12217584" cy="64998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75000"/>
                </a:schemeClr>
              </a:gs>
              <a:gs pos="70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12793" y="176712"/>
            <a:ext cx="254456" cy="3283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pic>
        <p:nvPicPr>
          <p:cNvPr id="2" name="图片 1" descr="联通横式组合及带slogan组合 拷贝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10800" y="85090"/>
            <a:ext cx="1691640" cy="5245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618" r="69166" b="38391"/>
          <a:stretch>
            <a:fillRect/>
          </a:stretch>
        </p:blipFill>
        <p:spPr>
          <a:xfrm>
            <a:off x="8799137" y="420270"/>
            <a:ext cx="2768448" cy="986708"/>
          </a:xfrm>
          <a:prstGeom prst="rect">
            <a:avLst/>
          </a:prstGeom>
        </p:spPr>
      </p:pic>
      <p:pic>
        <p:nvPicPr>
          <p:cNvPr id="5" name="Picture 2055" descr="色条 拷贝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5357"/>
            <a:ext cx="12192000" cy="3546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联通版-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298" y="0"/>
            <a:ext cx="12204595" cy="6858000"/>
          </a:xfrm>
          <a:prstGeom prst="rect">
            <a:avLst/>
          </a:prstGeom>
        </p:spPr>
      </p:pic>
      <p:pic>
        <p:nvPicPr>
          <p:cNvPr id="4" name="图片 3" descr="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78720" y="6473190"/>
            <a:ext cx="1407160" cy="151130"/>
          </a:xfrm>
          <a:prstGeom prst="rect">
            <a:avLst/>
          </a:prstGeom>
        </p:spPr>
      </p:pic>
      <p:pic>
        <p:nvPicPr>
          <p:cNvPr id="2" name="图片 1" descr="1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367010" y="334010"/>
            <a:ext cx="1111250" cy="7505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580235"/>
            <a:ext cx="12192000" cy="2604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8790" y="117987"/>
            <a:ext cx="11568113" cy="649287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11690696" y="6518337"/>
            <a:ext cx="4748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</a:t>
            </a:r>
            <a:fld id="{1C84BDC9-818A-4581-8EB1-1C03F09659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949" y="213360"/>
            <a:ext cx="1558261" cy="45854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914400" y="2564905"/>
            <a:ext cx="10363200" cy="1470027"/>
          </a:xfrm>
          <a:prstGeom prst="rect">
            <a:avLst/>
          </a:prstGeom>
        </p:spPr>
        <p:txBody>
          <a:bodyPr lIns="68577" tIns="34289" rIns="68577" bIns="34289" anchor="ctr"/>
          <a:lstStyle>
            <a:lvl1pPr algn="ctr" eaLnBrk="1" hangingPunct="1">
              <a:defRPr sz="4000" b="1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  <a:br>
              <a:rPr lang="en-US" altLang="zh-CN" dirty="0"/>
            </a:br>
            <a:r>
              <a:rPr lang="zh-CN" altLang="en-US" dirty="0"/>
              <a:t>微软雅黑</a:t>
            </a:r>
            <a:r>
              <a:rPr lang="en-US" altLang="zh-CN" dirty="0"/>
              <a:t>30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828813" y="5716117"/>
            <a:ext cx="8534401" cy="665211"/>
          </a:xfrm>
          <a:prstGeom prst="rect">
            <a:avLst/>
          </a:prstGeom>
        </p:spPr>
        <p:txBody>
          <a:bodyPr lIns="68577" tIns="34289" rIns="68577" bIns="34289" anchor="ctr"/>
          <a:lstStyle>
            <a:lvl1pPr marL="0" marR="0" indent="0" algn="ctr" defTabSz="912495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None/>
              <a:defRPr sz="1865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pPr marL="0" marR="0" lvl="0" indent="0" algn="ctr" defTabSz="912495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None/>
              <a:defRPr/>
            </a:pPr>
            <a:r>
              <a:rPr lang="zh-CN" altLang="en-US" dirty="0"/>
              <a:t>单击此处编辑副标题（微软雅黑</a:t>
            </a:r>
            <a:r>
              <a:rPr lang="en-US" altLang="zh-CN" dirty="0"/>
              <a:t>14</a:t>
            </a:r>
            <a:r>
              <a:rPr lang="zh-CN" altLang="en-US" dirty="0"/>
              <a:t>号）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358305" y="303081"/>
            <a:ext cx="1558261" cy="458543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image" Target="../media/image5.png"/><Relationship Id="rId7" Type="http://schemas.openxmlformats.org/officeDocument/2006/relationships/image" Target="../media/image8.png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4" Type="http://schemas.openxmlformats.org/officeDocument/2006/relationships/image" Target="../media/image5.png"/><Relationship Id="rId13" Type="http://schemas.openxmlformats.org/officeDocument/2006/relationships/image" Target="../media/image8.png"/><Relationship Id="rId12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5" Type="http://schemas.openxmlformats.org/officeDocument/2006/relationships/theme" Target="../theme/theme4.xml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_rels/slideMaster5.xml.rels><?xml version="1.0" encoding="UTF-8" standalone="yes"?>
<Relationships xmlns="http://schemas.openxmlformats.org/package/2006/relationships"><Relationship Id="rId4" Type="http://schemas.openxmlformats.org/officeDocument/2006/relationships/theme" Target="../theme/theme5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0.xml"/><Relationship Id="rId7" Type="http://schemas.openxmlformats.org/officeDocument/2006/relationships/slideLayout" Target="../slideLayouts/slideLayout39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5" Type="http://schemas.openxmlformats.org/officeDocument/2006/relationships/theme" Target="../theme/theme6.xml"/><Relationship Id="rId14" Type="http://schemas.openxmlformats.org/officeDocument/2006/relationships/image" Target="../media/image5.png"/><Relationship Id="rId13" Type="http://schemas.openxmlformats.org/officeDocument/2006/relationships/tags" Target="../tags/tag2.xml"/><Relationship Id="rId12" Type="http://schemas.openxmlformats.org/officeDocument/2006/relationships/image" Target="../media/image8.png"/><Relationship Id="rId11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33.xml"/></Relationships>
</file>

<file path=ppt/slideMasters/_rels/slideMaster7.xml.rels><?xml version="1.0" encoding="UTF-8" standalone="yes"?>
<Relationships xmlns="http://schemas.openxmlformats.org/package/2006/relationships"><Relationship Id="rId6" Type="http://schemas.openxmlformats.org/officeDocument/2006/relationships/theme" Target="../theme/theme7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C:\Users\vivianting\Desktop\未标题8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1" t="1717" r="74190" b="70428"/>
          <a:stretch>
            <a:fillRect/>
          </a:stretch>
        </p:blipFill>
        <p:spPr bwMode="auto">
          <a:xfrm>
            <a:off x="10382250" y="5286375"/>
            <a:ext cx="180975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6075" y="188913"/>
            <a:ext cx="11568113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标题文本样式：微软雅黑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  <a:endParaRPr lang="en-US" altLang="zh-CN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3888" y="981075"/>
            <a:ext cx="10944225" cy="551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第一级内容文本样式：微软雅黑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  <a:endParaRPr lang="en-US" altLang="zh-CN"/>
          </a:p>
          <a:p>
            <a:pPr lvl="1"/>
            <a:r>
              <a:rPr lang="zh-CN" altLang="en-US"/>
              <a:t>第二级内容文本样式：微软雅黑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  <a:endParaRPr lang="en-US" altLang="zh-CN"/>
          </a:p>
          <a:p>
            <a:pPr lvl="2"/>
            <a:r>
              <a:rPr lang="zh-CN" altLang="en-US"/>
              <a:t>第三级内容文本样式：微软雅黑</a:t>
            </a:r>
            <a:r>
              <a:rPr lang="en-US" altLang="zh-CN"/>
              <a:t>/14</a:t>
            </a:r>
            <a:r>
              <a:rPr lang="zh-CN" altLang="en-US"/>
              <a:t>号  </a:t>
            </a:r>
            <a:r>
              <a:rPr lang="en-US" altLang="zh-CN"/>
              <a:t>Arial/14pt</a:t>
            </a:r>
            <a:endParaRPr lang="en-US" altLang="zh-CN"/>
          </a:p>
          <a:p>
            <a:pPr lvl="3"/>
            <a:r>
              <a:rPr lang="zh-CN" altLang="en-US"/>
              <a:t>第四级内容文本样式：微软雅黑</a:t>
            </a:r>
            <a:r>
              <a:rPr lang="en-US" altLang="zh-CN"/>
              <a:t>/12</a:t>
            </a:r>
            <a:r>
              <a:rPr lang="zh-CN" altLang="en-US"/>
              <a:t>号  </a:t>
            </a:r>
            <a:r>
              <a:rPr lang="en-US" altLang="zh-CN"/>
              <a:t>Arial/12pt</a:t>
            </a:r>
            <a:endParaRPr lang="en-US" altLang="zh-CN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42874" y="6616700"/>
            <a:ext cx="5203825" cy="3063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>
    <p:fade/>
  </p:transition>
  <p:hf hdr="0" ftr="0" dt="0"/>
  <p:txStyles>
    <p:titleStyle>
      <a:lvl1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+mj-ea"/>
          <a:ea typeface="+mj-ea"/>
          <a:cs typeface="+mj-cs"/>
        </a:defRPr>
      </a:lvl1pPr>
      <a:lvl2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8191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3200" b="1">
          <a:solidFill>
            <a:schemeClr val="tx1"/>
          </a:solidFill>
          <a:latin typeface="+mj-ea"/>
          <a:ea typeface="+mj-ea"/>
          <a:cs typeface="+mn-cs"/>
        </a:defRPr>
      </a:lvl1pPr>
      <a:lvl2pPr marL="541655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600">
          <a:solidFill>
            <a:schemeClr val="tx1"/>
          </a:solidFill>
          <a:latin typeface="+mj-ea"/>
          <a:ea typeface="+mj-ea"/>
        </a:defRPr>
      </a:lvl2pPr>
      <a:lvl3pPr marL="895350" indent="-17462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400">
          <a:solidFill>
            <a:schemeClr val="tx1"/>
          </a:solidFill>
          <a:latin typeface="+mj-ea"/>
          <a:ea typeface="+mj-ea"/>
        </a:defRPr>
      </a:lvl3pPr>
      <a:lvl4pPr marL="1256030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200">
          <a:solidFill>
            <a:schemeClr val="tx1"/>
          </a:solidFill>
          <a:latin typeface="+mj-ea"/>
          <a:ea typeface="+mj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5pPr>
      <a:lvl6pPr marL="20764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6pPr>
      <a:lvl7pPr marL="25336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7pPr>
      <a:lvl8pPr marL="29908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8pPr>
      <a:lvl9pPr marL="34480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C:\Users\vivianting\Desktop\未标题8.png"/>
          <p:cNvPicPr>
            <a:picLocks noChangeAspect="1" noChangeArrowheads="1"/>
          </p:cNvPicPr>
          <p:nvPr/>
        </p:nvPicPr>
        <p:blipFill>
          <a:blip r:embed="rId7" cstate="email"/>
          <a:srcRect/>
          <a:stretch>
            <a:fillRect/>
          </a:stretch>
        </p:blipFill>
        <p:spPr bwMode="auto">
          <a:xfrm>
            <a:off x="11137436" y="5805264"/>
            <a:ext cx="1054565" cy="1052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直接连接符 13"/>
          <p:cNvCxnSpPr>
            <a:cxnSpLocks noChangeShapeType="1"/>
          </p:cNvCxnSpPr>
          <p:nvPr/>
        </p:nvCxnSpPr>
        <p:spPr bwMode="auto">
          <a:xfrm>
            <a:off x="0" y="981074"/>
            <a:ext cx="12192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283509" y="339090"/>
            <a:ext cx="1558261" cy="45854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transition spd="med"/>
  <p:txStyles>
    <p:titleStyle>
      <a:lvl1pPr algn="l" defTabSz="91122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宋体" panose="02010600030101010101" pitchFamily="2" charset="-122"/>
        </a:defRPr>
      </a:lvl1pPr>
      <a:lvl2pPr algn="l" defTabSz="91122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l" defTabSz="91122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l" defTabSz="91122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l" defTabSz="91122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6565" algn="l" defTabSz="911225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3765" algn="l" defTabSz="911225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0330" algn="l" defTabSz="911225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7530" algn="l" defTabSz="911225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1225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2315" indent="-285750" algn="l" defTabSz="911225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2pPr>
      <a:lvl3pPr marL="1142365" indent="-229870" algn="l" defTabSz="911225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3pPr>
      <a:lvl4pPr marL="1598930" indent="-228600" algn="l" defTabSz="911225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6130" indent="-228600" algn="l" defTabSz="9112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2060" indent="-228600" algn="l" defTabSz="911225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69260" indent="-228600" algn="l" defTabSz="911225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5825" indent="-228600" algn="l" defTabSz="911225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3025" indent="-228600" algn="l" defTabSz="911225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13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70330" algn="l" defTabSz="91313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13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3460" algn="l" defTabSz="91313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40660" algn="l" defTabSz="91313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197225" algn="l" defTabSz="91313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4425" algn="l" defTabSz="91313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C:\Users\vivianting\Desktop\未标题8.png"/>
          <p:cNvPicPr>
            <a:picLocks noChangeAspect="1" noChangeArrowheads="1"/>
          </p:cNvPicPr>
          <p:nvPr userDrawn="1"/>
        </p:nvPicPr>
        <p:blipFill>
          <a:blip r:embed="rId13" cstate="email"/>
          <a:srcRect/>
          <a:stretch>
            <a:fillRect/>
          </a:stretch>
        </p:blipFill>
        <p:spPr bwMode="auto">
          <a:xfrm>
            <a:off x="11137436" y="5805264"/>
            <a:ext cx="1054565" cy="1052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直接连接符 13"/>
          <p:cNvCxnSpPr>
            <a:cxnSpLocks noChangeShapeType="1"/>
          </p:cNvCxnSpPr>
          <p:nvPr userDrawn="1"/>
        </p:nvCxnSpPr>
        <p:spPr bwMode="auto">
          <a:xfrm>
            <a:off x="0" y="981074"/>
            <a:ext cx="12192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509" y="339090"/>
            <a:ext cx="1558261" cy="45854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transition spd="med"/>
  <p:txStyles>
    <p:titleStyle>
      <a:lvl1pPr algn="l" defTabSz="91122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宋体" panose="02010600030101010101" pitchFamily="2" charset="-122"/>
        </a:defRPr>
      </a:lvl1pPr>
      <a:lvl2pPr algn="l" defTabSz="91122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l" defTabSz="91122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l" defTabSz="91122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l" defTabSz="91122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6565" algn="l" defTabSz="911225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3765" algn="l" defTabSz="911225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0330" algn="l" defTabSz="911225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7530" algn="l" defTabSz="911225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1225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2315" indent="-285750" algn="l" defTabSz="911225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2pPr>
      <a:lvl3pPr marL="1142365" indent="-229870" algn="l" defTabSz="911225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3pPr>
      <a:lvl4pPr marL="1598930" indent="-228600" algn="l" defTabSz="911225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6130" indent="-228600" algn="l" defTabSz="9112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2060" indent="-228600" algn="l" defTabSz="911225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69260" indent="-228600" algn="l" defTabSz="911225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5825" indent="-228600" algn="l" defTabSz="911225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3025" indent="-228600" algn="l" defTabSz="911225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13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70330" algn="l" defTabSz="91313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13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3460" algn="l" defTabSz="91313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40660" algn="l" defTabSz="91313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197225" algn="l" defTabSz="91313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4425" algn="l" defTabSz="91313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C:\Users\vivianting\Desktop\未标题8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1" t="1717" r="74190" b="70428"/>
          <a:stretch>
            <a:fillRect/>
          </a:stretch>
        </p:blipFill>
        <p:spPr bwMode="auto">
          <a:xfrm>
            <a:off x="10382250" y="5286375"/>
            <a:ext cx="180975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6075" y="188913"/>
            <a:ext cx="11568113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标题文本样式：微软雅黑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  <a:endParaRPr lang="en-US" altLang="zh-CN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3888" y="981075"/>
            <a:ext cx="10944225" cy="551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第一级内容文本样式：微软雅黑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  <a:endParaRPr lang="en-US" altLang="zh-CN"/>
          </a:p>
          <a:p>
            <a:pPr lvl="1"/>
            <a:r>
              <a:rPr lang="zh-CN" altLang="en-US"/>
              <a:t>第二级内容文本样式：微软雅黑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  <a:endParaRPr lang="en-US" altLang="zh-CN"/>
          </a:p>
          <a:p>
            <a:pPr lvl="2"/>
            <a:r>
              <a:rPr lang="zh-CN" altLang="en-US"/>
              <a:t>第三级内容文本样式：微软雅黑</a:t>
            </a:r>
            <a:r>
              <a:rPr lang="en-US" altLang="zh-CN"/>
              <a:t>/14</a:t>
            </a:r>
            <a:r>
              <a:rPr lang="zh-CN" altLang="en-US"/>
              <a:t>号  </a:t>
            </a:r>
            <a:r>
              <a:rPr lang="en-US" altLang="zh-CN"/>
              <a:t>Arial/14pt</a:t>
            </a:r>
            <a:endParaRPr lang="en-US" altLang="zh-CN"/>
          </a:p>
          <a:p>
            <a:pPr lvl="3"/>
            <a:r>
              <a:rPr lang="zh-CN" altLang="en-US"/>
              <a:t>第四级内容文本样式：微软雅黑</a:t>
            </a:r>
            <a:r>
              <a:rPr lang="en-US" altLang="zh-CN"/>
              <a:t>/12</a:t>
            </a:r>
            <a:r>
              <a:rPr lang="zh-CN" altLang="en-US"/>
              <a:t>号  </a:t>
            </a:r>
            <a:r>
              <a:rPr lang="en-US" altLang="zh-CN"/>
              <a:t>Arial/12pt</a:t>
            </a:r>
            <a:endParaRPr lang="en-US" altLang="zh-CN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42874" y="6616700"/>
            <a:ext cx="5203825" cy="3063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</p:sldLayoutIdLst>
  <p:transition>
    <p:fade/>
  </p:transition>
  <p:hf hdr="0" ftr="0" dt="0"/>
  <p:txStyles>
    <p:titleStyle>
      <a:lvl1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+mj-ea"/>
          <a:ea typeface="+mj-ea"/>
          <a:cs typeface="+mj-cs"/>
        </a:defRPr>
      </a:lvl1pPr>
      <a:lvl2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8191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3200" b="1">
          <a:solidFill>
            <a:schemeClr val="tx1"/>
          </a:solidFill>
          <a:latin typeface="+mj-ea"/>
          <a:ea typeface="+mj-ea"/>
          <a:cs typeface="+mn-cs"/>
        </a:defRPr>
      </a:lvl1pPr>
      <a:lvl2pPr marL="541655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600">
          <a:solidFill>
            <a:schemeClr val="tx1"/>
          </a:solidFill>
          <a:latin typeface="+mj-ea"/>
          <a:ea typeface="+mj-ea"/>
        </a:defRPr>
      </a:lvl2pPr>
      <a:lvl3pPr marL="895350" indent="-17462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400">
          <a:solidFill>
            <a:schemeClr val="tx1"/>
          </a:solidFill>
          <a:latin typeface="+mj-ea"/>
          <a:ea typeface="+mj-ea"/>
        </a:defRPr>
      </a:lvl3pPr>
      <a:lvl4pPr marL="1256030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200">
          <a:solidFill>
            <a:schemeClr val="tx1"/>
          </a:solidFill>
          <a:latin typeface="+mj-ea"/>
          <a:ea typeface="+mj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5pPr>
      <a:lvl6pPr marL="20764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6pPr>
      <a:lvl7pPr marL="25336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7pPr>
      <a:lvl8pPr marL="29908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8pPr>
      <a:lvl9pPr marL="34480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C:\Users\vivianting\Desktop\未标题8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1" t="1717" r="74190" b="70428"/>
          <a:stretch>
            <a:fillRect/>
          </a:stretch>
        </p:blipFill>
        <p:spPr bwMode="auto">
          <a:xfrm>
            <a:off x="10382250" y="5286375"/>
            <a:ext cx="180975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6075" y="188913"/>
            <a:ext cx="11568113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标题文本样式：微软雅黑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  <a:endParaRPr lang="en-US" altLang="zh-CN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3888" y="981075"/>
            <a:ext cx="10944225" cy="551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第一级内容文本样式：微软雅黑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  <a:endParaRPr lang="en-US" altLang="zh-CN"/>
          </a:p>
          <a:p>
            <a:pPr lvl="1"/>
            <a:r>
              <a:rPr lang="zh-CN" altLang="en-US"/>
              <a:t>第二级内容文本样式：微软雅黑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  <a:endParaRPr lang="en-US" altLang="zh-CN"/>
          </a:p>
          <a:p>
            <a:pPr lvl="2"/>
            <a:r>
              <a:rPr lang="zh-CN" altLang="en-US"/>
              <a:t>第三级内容文本样式：微软雅黑</a:t>
            </a:r>
            <a:r>
              <a:rPr lang="en-US" altLang="zh-CN"/>
              <a:t>/14</a:t>
            </a:r>
            <a:r>
              <a:rPr lang="zh-CN" altLang="en-US"/>
              <a:t>号  </a:t>
            </a:r>
            <a:r>
              <a:rPr lang="en-US" altLang="zh-CN"/>
              <a:t>Arial/14pt</a:t>
            </a:r>
            <a:endParaRPr lang="en-US" altLang="zh-CN"/>
          </a:p>
          <a:p>
            <a:pPr lvl="3"/>
            <a:r>
              <a:rPr lang="zh-CN" altLang="en-US"/>
              <a:t>第四级内容文本样式：微软雅黑</a:t>
            </a:r>
            <a:r>
              <a:rPr lang="en-US" altLang="zh-CN"/>
              <a:t>/12</a:t>
            </a:r>
            <a:r>
              <a:rPr lang="zh-CN" altLang="en-US"/>
              <a:t>号  </a:t>
            </a:r>
            <a:r>
              <a:rPr lang="en-US" altLang="zh-CN"/>
              <a:t>Arial/12pt</a:t>
            </a:r>
            <a:endParaRPr lang="en-US" altLang="zh-CN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42874" y="6616700"/>
            <a:ext cx="5203825" cy="3063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</p:sldLayoutIdLst>
  <p:transition>
    <p:fade/>
  </p:transition>
  <p:hf hdr="0" ftr="0" dt="0"/>
  <p:txStyles>
    <p:titleStyle>
      <a:lvl1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+mj-ea"/>
          <a:ea typeface="+mj-ea"/>
          <a:cs typeface="+mj-cs"/>
        </a:defRPr>
      </a:lvl1pPr>
      <a:lvl2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8191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3200" b="1">
          <a:solidFill>
            <a:schemeClr val="tx1"/>
          </a:solidFill>
          <a:latin typeface="+mj-ea"/>
          <a:ea typeface="+mj-ea"/>
          <a:cs typeface="+mn-cs"/>
        </a:defRPr>
      </a:lvl1pPr>
      <a:lvl2pPr marL="541655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600">
          <a:solidFill>
            <a:schemeClr val="tx1"/>
          </a:solidFill>
          <a:latin typeface="+mj-ea"/>
          <a:ea typeface="+mj-ea"/>
        </a:defRPr>
      </a:lvl2pPr>
      <a:lvl3pPr marL="895350" indent="-17462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400">
          <a:solidFill>
            <a:schemeClr val="tx1"/>
          </a:solidFill>
          <a:latin typeface="+mj-ea"/>
          <a:ea typeface="+mj-ea"/>
        </a:defRPr>
      </a:lvl3pPr>
      <a:lvl4pPr marL="1256030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200">
          <a:solidFill>
            <a:schemeClr val="tx1"/>
          </a:solidFill>
          <a:latin typeface="+mj-ea"/>
          <a:ea typeface="+mj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5pPr>
      <a:lvl6pPr marL="20764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6pPr>
      <a:lvl7pPr marL="25336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7pPr>
      <a:lvl8pPr marL="29908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8pPr>
      <a:lvl9pPr marL="34480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C:\Users\vivianting\Desktop\未标题8.png"/>
          <p:cNvPicPr>
            <a:picLocks noChangeAspect="1" noChangeArrowheads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7436" y="5805264"/>
            <a:ext cx="1054565" cy="1052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直接连接符 13"/>
          <p:cNvCxnSpPr>
            <a:cxnSpLocks noChangeShapeType="1"/>
          </p:cNvCxnSpPr>
          <p:nvPr/>
        </p:nvCxnSpPr>
        <p:spPr bwMode="auto">
          <a:xfrm>
            <a:off x="0" y="981075"/>
            <a:ext cx="12192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图片 5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0358305" y="303081"/>
            <a:ext cx="1558261" cy="45854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ransition spd="med"/>
  <p:hf hdr="0" dt="0"/>
  <p:txStyles>
    <p:titleStyle>
      <a:lvl1pPr algn="l" defTabSz="91249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宋体" panose="02010600030101010101" pitchFamily="2" charset="-122"/>
        </a:defRPr>
      </a:lvl1pPr>
      <a:lvl2pPr algn="l" defTabSz="91249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l" defTabSz="91249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l" defTabSz="91249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l" defTabSz="912495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l" defTabSz="912495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l" defTabSz="912495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l" defTabSz="912495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l" defTabSz="912495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2495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3585" indent="-286385" algn="l" defTabSz="912495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2pPr>
      <a:lvl3pPr marL="1143000" indent="-230505" algn="l" defTabSz="912495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defTabSz="912495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defTabSz="91249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defTabSz="912495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defTabSz="912495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defTabSz="912495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defTabSz="912495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C:\Users\vivianting\Desktop\未标题8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1" t="1717" r="74190" b="70428"/>
          <a:stretch>
            <a:fillRect/>
          </a:stretch>
        </p:blipFill>
        <p:spPr bwMode="auto">
          <a:xfrm>
            <a:off x="10382250" y="5286375"/>
            <a:ext cx="180975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6075" y="188913"/>
            <a:ext cx="11568113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标题文本样式：微软雅黑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  <a:endParaRPr lang="en-US" altLang="zh-CN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3888" y="981075"/>
            <a:ext cx="10944225" cy="551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第一级内容文本样式：微软雅黑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  <a:endParaRPr lang="en-US" altLang="zh-CN"/>
          </a:p>
          <a:p>
            <a:pPr lvl="1"/>
            <a:r>
              <a:rPr lang="zh-CN" altLang="en-US"/>
              <a:t>第二级内容文本样式：微软雅黑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  <a:endParaRPr lang="en-US" altLang="zh-CN"/>
          </a:p>
          <a:p>
            <a:pPr lvl="2"/>
            <a:r>
              <a:rPr lang="zh-CN" altLang="en-US"/>
              <a:t>第三级内容文本样式：微软雅黑</a:t>
            </a:r>
            <a:r>
              <a:rPr lang="en-US" altLang="zh-CN"/>
              <a:t>/14</a:t>
            </a:r>
            <a:r>
              <a:rPr lang="zh-CN" altLang="en-US"/>
              <a:t>号  </a:t>
            </a:r>
            <a:r>
              <a:rPr lang="en-US" altLang="zh-CN"/>
              <a:t>Arial/14pt</a:t>
            </a:r>
            <a:endParaRPr lang="en-US" altLang="zh-CN"/>
          </a:p>
          <a:p>
            <a:pPr lvl="3"/>
            <a:r>
              <a:rPr lang="zh-CN" altLang="en-US"/>
              <a:t>第四级内容文本样式：微软雅黑</a:t>
            </a:r>
            <a:r>
              <a:rPr lang="en-US" altLang="zh-CN"/>
              <a:t>/12</a:t>
            </a:r>
            <a:r>
              <a:rPr lang="zh-CN" altLang="en-US"/>
              <a:t>号  </a:t>
            </a:r>
            <a:r>
              <a:rPr lang="en-US" altLang="zh-CN"/>
              <a:t>Arial/12pt</a:t>
            </a:r>
            <a:endParaRPr lang="en-US" altLang="zh-CN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42874" y="6616700"/>
            <a:ext cx="5203825" cy="3063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transition>
    <p:fade/>
  </p:transition>
  <p:hf hdr="0" ftr="0" dt="0"/>
  <p:txStyles>
    <p:titleStyle>
      <a:lvl1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+mj-ea"/>
          <a:ea typeface="+mj-ea"/>
          <a:cs typeface="+mj-cs"/>
        </a:defRPr>
      </a:lvl1pPr>
      <a:lvl2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8191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3200" b="1">
          <a:solidFill>
            <a:schemeClr val="tx1"/>
          </a:solidFill>
          <a:latin typeface="+mj-ea"/>
          <a:ea typeface="+mj-ea"/>
          <a:cs typeface="+mn-cs"/>
        </a:defRPr>
      </a:lvl1pPr>
      <a:lvl2pPr marL="541655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600">
          <a:solidFill>
            <a:schemeClr val="tx1"/>
          </a:solidFill>
          <a:latin typeface="+mj-ea"/>
          <a:ea typeface="+mj-ea"/>
        </a:defRPr>
      </a:lvl2pPr>
      <a:lvl3pPr marL="895350" indent="-17462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400">
          <a:solidFill>
            <a:schemeClr val="tx1"/>
          </a:solidFill>
          <a:latin typeface="+mj-ea"/>
          <a:ea typeface="+mj-ea"/>
        </a:defRPr>
      </a:lvl3pPr>
      <a:lvl4pPr marL="1256030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200">
          <a:solidFill>
            <a:schemeClr val="tx1"/>
          </a:solidFill>
          <a:latin typeface="+mj-ea"/>
          <a:ea typeface="+mj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5pPr>
      <a:lvl6pPr marL="20764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6pPr>
      <a:lvl7pPr marL="25336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7pPr>
      <a:lvl8pPr marL="29908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8pPr>
      <a:lvl9pPr marL="34480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1508760" y="2311642"/>
            <a:ext cx="1531" cy="3528000"/>
          </a:xfrm>
          <a:prstGeom prst="line">
            <a:avLst/>
          </a:prstGeom>
          <a:noFill/>
          <a:ln w="57150" cmpd="thinThick">
            <a:solidFill>
              <a:srgbClr val="EE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1219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892935" y="5332730"/>
            <a:ext cx="4686300" cy="462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200" rtl="0" eaLnBrk="1" fontAlgn="ctr" latinLnBrk="0" hangingPunct="1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省公司党建工作部</a:t>
            </a:r>
            <a:r>
              <a:rPr kumimoji="1" lang="en-US" altLang="zh-CN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2026</a:t>
            </a:r>
            <a:r>
              <a:rPr kumimoji="1" lang="zh-CN" alt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年</a:t>
            </a:r>
            <a:r>
              <a:rPr kumimoji="1" lang="en-US" altLang="zh-CN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kumimoji="1" lang="zh-CN" alt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月</a:t>
            </a:r>
            <a:r>
              <a:rPr kumimoji="1" lang="en-US" altLang="zh-CN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endParaRPr kumimoji="1" lang="zh-CN" altLang="en-US" sz="22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13113" y="2358231"/>
            <a:ext cx="7959537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基本培训工作机制</a:t>
            </a:r>
            <a:endParaRPr lang="zh-CN" altLang="en-US" sz="44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学习评估工作培训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33292" y="1732370"/>
            <a:ext cx="114300" cy="392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914" tIns="45460" rIns="90914" bIns="45460" rtlCol="0" anchor="ctr"/>
          <a:lstStyle>
            <a:lvl1pPr marL="0" marR="0" indent="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1pPr>
            <a:lvl2pPr marL="0" marR="0" indent="4572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2pPr>
            <a:lvl3pPr marL="0" marR="0" indent="9144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3pPr>
            <a:lvl4pPr marL="0" marR="0" indent="13716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4pPr>
            <a:lvl5pPr marL="0" marR="0" indent="18288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5pPr>
            <a:lvl6pPr marL="0" marR="0" indent="22860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6pPr>
            <a:lvl7pPr marL="0" marR="0" indent="27432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7pPr>
            <a:lvl8pPr marL="0" marR="0" indent="32004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8pPr>
            <a:lvl9pPr marL="0" marR="0" indent="36576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9pPr>
          </a:lstStyle>
          <a:p>
            <a:pPr marL="0" marR="0" lvl="0" indent="0" algn="ctr" defTabSz="9086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sym typeface="宋体" panose="02010600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20925" y="1132267"/>
            <a:ext cx="3240364" cy="1938992"/>
            <a:chOff x="2711530" y="2724426"/>
            <a:chExt cx="3240362" cy="1938993"/>
          </a:xfrm>
        </p:grpSpPr>
        <p:sp>
          <p:nvSpPr>
            <p:cNvPr id="12" name="矩形 11"/>
            <p:cNvSpPr/>
            <p:nvPr/>
          </p:nvSpPr>
          <p:spPr>
            <a:xfrm>
              <a:off x="2711530" y="2724426"/>
              <a:ext cx="2908142" cy="193899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0" marR="0" indent="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1pPr>
              <a:lvl2pPr marL="0" marR="0" indent="457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2pPr>
              <a:lvl3pPr marL="0" marR="0" indent="914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3pPr>
              <a:lvl4pPr marL="0" marR="0" indent="1371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4pPr>
              <a:lvl5pPr marL="0" marR="0" indent="18288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5pPr>
              <a:lvl6pPr marL="0" marR="0" indent="22860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6pPr>
              <a:lvl7pPr marL="0" marR="0" indent="2743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7pPr>
              <a:lvl8pPr marL="0" marR="0" indent="3200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8pPr>
              <a:lvl9pPr marL="0" marR="0" indent="3657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9pPr>
            </a:lstStyle>
            <a:p>
              <a:pPr marL="0" marR="0" lvl="0" indent="0" algn="ctr" defTabSz="90868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0" b="1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Impact" panose="020B0806030902050204"/>
                  <a:ea typeface="黑体" panose="02010609060101010101" pitchFamily="2" charset="-122"/>
                  <a:sym typeface="宋体" panose="02010600030101010101" pitchFamily="2" charset="-122"/>
                </a:rPr>
                <a:t>目</a:t>
              </a: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Impact" panose="020B0806030902050204"/>
                  <a:ea typeface="黑体" panose="02010609060101010101" pitchFamily="2" charset="-122"/>
                  <a:sym typeface="宋体" panose="02010600030101010101" pitchFamily="2" charset="-122"/>
                </a:rPr>
                <a:t>录</a:t>
              </a:r>
              <a:endPara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Impact" panose="020B0806030902050204"/>
                <a:sym typeface="宋体" panose="02010600030101010101" pitchFamily="2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4390696" y="3317059"/>
              <a:ext cx="15611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 marL="0" marR="0" indent="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1pPr>
              <a:lvl2pPr marL="0" marR="0" indent="457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2pPr>
              <a:lvl3pPr marL="0" marR="0" indent="914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3pPr>
              <a:lvl4pPr marL="0" marR="0" indent="1371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4pPr>
              <a:lvl5pPr marL="0" marR="0" indent="18288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5pPr>
              <a:lvl6pPr marL="0" marR="0" indent="22860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6pPr>
              <a:lvl7pPr marL="0" marR="0" indent="2743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7pPr>
              <a:lvl8pPr marL="0" marR="0" indent="3200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8pPr>
              <a:lvl9pPr marL="0" marR="0" indent="3657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9pPr>
            </a:lstStyle>
            <a:p>
              <a:pPr marL="0" marR="0" lvl="0" indent="0" algn="ctr" defTabSz="908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sym typeface="宋体" panose="02010600030101010101" pitchFamily="2" charset="-122"/>
                </a:rPr>
                <a:t>CONTENTS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sym typeface="宋体" panose="02010600030101010101" pitchFamily="2" charset="-122"/>
              </a:endParaRPr>
            </a:p>
          </p:txBody>
        </p:sp>
      </p:grpSp>
      <p:sp>
        <p:nvSpPr>
          <p:cNvPr id="22" name="Freeform 56"/>
          <p:cNvSpPr/>
          <p:nvPr/>
        </p:nvSpPr>
        <p:spPr bwMode="auto">
          <a:xfrm>
            <a:off x="5298440" y="3289935"/>
            <a:ext cx="5984240" cy="72009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lIns="90914" tIns="45460" rIns="90914" bIns="4546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基本培训机制支部工作重点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Freeform 57"/>
          <p:cNvSpPr/>
          <p:nvPr/>
        </p:nvSpPr>
        <p:spPr bwMode="auto">
          <a:xfrm>
            <a:off x="4076096" y="1764838"/>
            <a:ext cx="900000" cy="720000"/>
          </a:xfrm>
          <a:prstGeom prst="rect">
            <a:avLst/>
          </a:prstGeom>
          <a:solidFill>
            <a:srgbClr val="C00000">
              <a:alpha val="100000"/>
            </a:srgbClr>
          </a:solidFill>
          <a:ln w="9525">
            <a:noFill/>
          </a:ln>
        </p:spPr>
        <p:txBody>
          <a:bodyPr lIns="90914" tIns="45460" rIns="90914" bIns="45460" anchor="ctr">
            <a:noAutofit/>
          </a:bodyPr>
          <a:p>
            <a:pPr lvl="0" algn="ctr" defTabSz="914400">
              <a:buClrTx/>
              <a:buSzTx/>
              <a:buFontTx/>
              <a:defRPr/>
            </a:pPr>
            <a:r>
              <a:rPr sz="24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</a:t>
            </a:r>
            <a:endParaRPr sz="2400" b="1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Freeform 56"/>
          <p:cNvSpPr/>
          <p:nvPr/>
        </p:nvSpPr>
        <p:spPr>
          <a:xfrm>
            <a:off x="5298440" y="1752600"/>
            <a:ext cx="5985510" cy="720090"/>
          </a:xfrm>
          <a:prstGeom prst="rect">
            <a:avLst/>
          </a:prstGeom>
          <a:solidFill>
            <a:srgbClr val="C00000">
              <a:alpha val="100000"/>
            </a:srgbClr>
          </a:solidFill>
          <a:ln w="9525">
            <a:noFill/>
          </a:ln>
        </p:spPr>
        <p:txBody>
          <a:bodyPr lIns="90914" tIns="45460" rIns="90914" bIns="45460" anchor="ctr"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认识基本培训机制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7"/>
          <p:cNvSpPr/>
          <p:nvPr/>
        </p:nvSpPr>
        <p:spPr bwMode="auto">
          <a:xfrm>
            <a:off x="4076096" y="3290108"/>
            <a:ext cx="900000" cy="72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lIns="90914" tIns="45460" rIns="90914" bIns="45460" anchor="ctr"/>
          <a:p>
            <a:pPr marL="0" marR="0" lvl="0" indent="0" algn="ctr" defTabSz="9086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6"/>
          <p:cNvSpPr/>
          <p:nvPr/>
        </p:nvSpPr>
        <p:spPr bwMode="auto">
          <a:xfrm>
            <a:off x="5309870" y="4794885"/>
            <a:ext cx="5984240" cy="72009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lIns="90914" tIns="45460" rIns="90914" bIns="45460" anchor="ctr"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基本培训机制学习评估组工作重点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Freeform 57"/>
          <p:cNvSpPr/>
          <p:nvPr/>
        </p:nvSpPr>
        <p:spPr bwMode="auto">
          <a:xfrm>
            <a:off x="4087526" y="4795058"/>
            <a:ext cx="900000" cy="72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lIns="90914" tIns="45460" rIns="90914" bIns="45460" anchor="ctr"/>
          <a:p>
            <a:pPr marL="0" marR="0" lvl="0" indent="0" algn="ctr" defTabSz="9086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/>
          <p:cNvSpPr>
            <a:spLocks noGrp="1"/>
          </p:cNvSpPr>
          <p:nvPr>
            <p:ph type="title"/>
          </p:nvPr>
        </p:nvSpPr>
        <p:spPr>
          <a:xfrm>
            <a:off x="271780" y="165100"/>
            <a:ext cx="8155940" cy="648970"/>
          </a:xfrm>
        </p:spPr>
        <p:txBody>
          <a:bodyPr/>
          <a:lstStyle/>
          <a:p>
            <a:r>
              <a:rPr lang="en-US" altLang="zh-CN" sz="4000" dirty="0">
                <a:solidFill>
                  <a:srgbClr val="C00000"/>
                </a:solidFill>
                <a:sym typeface="+mn-ea"/>
              </a:rPr>
              <a:t>1. </a:t>
            </a:r>
            <a:r>
              <a:rPr lang="en-US" altLang="zh-CN" dirty="0">
                <a:solidFill>
                  <a:srgbClr val="FF0000"/>
                </a:solidFill>
                <a:latin typeface="+mj-ea"/>
                <a:sym typeface="+mn-ea"/>
              </a:rPr>
              <a:t> </a:t>
            </a:r>
            <a:r>
              <a:rPr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认识基本培训机制</a:t>
            </a:r>
            <a:endParaRPr lang="zh-CN" altLang="en-US" sz="2800" kern="120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6" name="Text2"/>
          <p:cNvSpPr txBox="1"/>
          <p:nvPr/>
        </p:nvSpPr>
        <p:spPr>
          <a:xfrm>
            <a:off x="549275" y="1376680"/>
            <a:ext cx="10701655" cy="1130935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anchorCtr="0">
            <a:spAutoFit/>
          </a:bodyPr>
          <a:lstStyle/>
          <a:p>
            <a:pPr algn="l">
              <a:lnSpc>
                <a:spcPct val="130000"/>
              </a:lnSpc>
              <a:buSzPct val="25000"/>
              <a:defRPr/>
            </a:pPr>
            <a:r>
              <a:rPr lang="en-US" altLang="zh-CN" sz="32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altLang="en-US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健全常态化培训特别是</a:t>
            </a:r>
            <a:r>
              <a:rPr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基本培训机制</a:t>
            </a:r>
            <a:r>
              <a:rPr lang="zh-CN" altLang="en-US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，强化专业训练和实践锻炼。</a:t>
            </a:r>
            <a:endParaRPr lang="zh-CN" altLang="en-US" sz="28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r">
              <a:lnSpc>
                <a:spcPct val="130000"/>
              </a:lnSpc>
              <a:buSzPct val="25000"/>
              <a:defRPr/>
            </a:pPr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-------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《</a:t>
            </a:r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中共中央关于进一步全面深化改革推进中国式现代化的决定》</a:t>
            </a:r>
            <a:endParaRPr lang="en-US" altLang="zh-CN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4" name="Bullet2"/>
          <p:cNvSpPr txBox="1"/>
          <p:nvPr/>
        </p:nvSpPr>
        <p:spPr>
          <a:xfrm>
            <a:off x="5168403" y="6234593"/>
            <a:ext cx="1869707" cy="414655"/>
          </a:xfrm>
          <a:prstGeom prst="rect">
            <a:avLst/>
          </a:prstGeom>
          <a:noFill/>
        </p:spPr>
        <p:txBody>
          <a:bodyPr wrap="square" lIns="0" rIns="0" bIns="0" rtlCol="0">
            <a:spAutoFit/>
          </a:bodyPr>
          <a:lstStyle>
            <a:defPPr>
              <a:defRPr lang="zh-CN"/>
            </a:defPPr>
            <a:lvl1pPr algn="ctr">
              <a:defRPr sz="2400" spc="300">
                <a:uFillTx/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en-US" altLang="zh-CN" b="1" spc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b="1" spc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七抓</a:t>
            </a:r>
            <a:r>
              <a:rPr lang="en-US" altLang="zh-CN" b="1" spc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b="1" spc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</a:t>
            </a:r>
            <a:endParaRPr lang="zh-CN" altLang="en-US" b="1" spc="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2991381" y="4497267"/>
            <a:ext cx="308776" cy="309652"/>
            <a:chOff x="1396546" y="5301003"/>
            <a:chExt cx="457940" cy="459241"/>
          </a:xfrm>
          <a:solidFill>
            <a:schemeClr val="bg1"/>
          </a:solidFill>
        </p:grpSpPr>
        <p:sp>
          <p:nvSpPr>
            <p:cNvPr id="69" name="Freeform 98"/>
            <p:cNvSpPr>
              <a:spLocks noEditPoints="1"/>
            </p:cNvSpPr>
            <p:nvPr/>
          </p:nvSpPr>
          <p:spPr bwMode="auto">
            <a:xfrm>
              <a:off x="1396546" y="5301003"/>
              <a:ext cx="312232" cy="408503"/>
            </a:xfrm>
            <a:custGeom>
              <a:avLst/>
              <a:gdLst>
                <a:gd name="T0" fmla="*/ 105 w 131"/>
                <a:gd name="T1" fmla="*/ 142 h 171"/>
                <a:gd name="T2" fmla="*/ 101 w 131"/>
                <a:gd name="T3" fmla="*/ 143 h 171"/>
                <a:gd name="T4" fmla="*/ 29 w 131"/>
                <a:gd name="T5" fmla="*/ 143 h 171"/>
                <a:gd name="T6" fmla="*/ 25 w 131"/>
                <a:gd name="T7" fmla="*/ 139 h 171"/>
                <a:gd name="T8" fmla="*/ 29 w 131"/>
                <a:gd name="T9" fmla="*/ 135 h 171"/>
                <a:gd name="T10" fmla="*/ 101 w 131"/>
                <a:gd name="T11" fmla="*/ 135 h 171"/>
                <a:gd name="T12" fmla="*/ 104 w 131"/>
                <a:gd name="T13" fmla="*/ 136 h 171"/>
                <a:gd name="T14" fmla="*/ 101 w 131"/>
                <a:gd name="T15" fmla="*/ 117 h 171"/>
                <a:gd name="T16" fmla="*/ 101 w 131"/>
                <a:gd name="T17" fmla="*/ 117 h 171"/>
                <a:gd name="T18" fmla="*/ 29 w 131"/>
                <a:gd name="T19" fmla="*/ 117 h 171"/>
                <a:gd name="T20" fmla="*/ 25 w 131"/>
                <a:gd name="T21" fmla="*/ 113 h 171"/>
                <a:gd name="T22" fmla="*/ 29 w 131"/>
                <a:gd name="T23" fmla="*/ 109 h 171"/>
                <a:gd name="T24" fmla="*/ 101 w 131"/>
                <a:gd name="T25" fmla="*/ 109 h 171"/>
                <a:gd name="T26" fmla="*/ 103 w 131"/>
                <a:gd name="T27" fmla="*/ 109 h 171"/>
                <a:gd name="T28" fmla="*/ 104 w 131"/>
                <a:gd name="T29" fmla="*/ 107 h 171"/>
                <a:gd name="T30" fmla="*/ 110 w 131"/>
                <a:gd name="T31" fmla="*/ 105 h 171"/>
                <a:gd name="T32" fmla="*/ 111 w 131"/>
                <a:gd name="T33" fmla="*/ 105 h 171"/>
                <a:gd name="T34" fmla="*/ 113 w 131"/>
                <a:gd name="T35" fmla="*/ 105 h 171"/>
                <a:gd name="T36" fmla="*/ 118 w 131"/>
                <a:gd name="T37" fmla="*/ 106 h 171"/>
                <a:gd name="T38" fmla="*/ 131 w 131"/>
                <a:gd name="T39" fmla="*/ 101 h 171"/>
                <a:gd name="T40" fmla="*/ 131 w 131"/>
                <a:gd name="T41" fmla="*/ 1 h 171"/>
                <a:gd name="T42" fmla="*/ 130 w 131"/>
                <a:gd name="T43" fmla="*/ 0 h 171"/>
                <a:gd name="T44" fmla="*/ 1 w 131"/>
                <a:gd name="T45" fmla="*/ 0 h 171"/>
                <a:gd name="T46" fmla="*/ 0 w 131"/>
                <a:gd name="T47" fmla="*/ 1 h 171"/>
                <a:gd name="T48" fmla="*/ 0 w 131"/>
                <a:gd name="T49" fmla="*/ 170 h 171"/>
                <a:gd name="T50" fmla="*/ 1 w 131"/>
                <a:gd name="T51" fmla="*/ 171 h 171"/>
                <a:gd name="T52" fmla="*/ 113 w 131"/>
                <a:gd name="T53" fmla="*/ 171 h 171"/>
                <a:gd name="T54" fmla="*/ 112 w 131"/>
                <a:gd name="T55" fmla="*/ 169 h 171"/>
                <a:gd name="T56" fmla="*/ 105 w 131"/>
                <a:gd name="T57" fmla="*/ 142 h 171"/>
                <a:gd name="T58" fmla="*/ 29 w 131"/>
                <a:gd name="T59" fmla="*/ 28 h 171"/>
                <a:gd name="T60" fmla="*/ 101 w 131"/>
                <a:gd name="T61" fmla="*/ 28 h 171"/>
                <a:gd name="T62" fmla="*/ 105 w 131"/>
                <a:gd name="T63" fmla="*/ 33 h 171"/>
                <a:gd name="T64" fmla="*/ 101 w 131"/>
                <a:gd name="T65" fmla="*/ 37 h 171"/>
                <a:gd name="T66" fmla="*/ 29 w 131"/>
                <a:gd name="T67" fmla="*/ 37 h 171"/>
                <a:gd name="T68" fmla="*/ 25 w 131"/>
                <a:gd name="T69" fmla="*/ 33 h 171"/>
                <a:gd name="T70" fmla="*/ 29 w 131"/>
                <a:gd name="T71" fmla="*/ 28 h 171"/>
                <a:gd name="T72" fmla="*/ 29 w 131"/>
                <a:gd name="T73" fmla="*/ 55 h 171"/>
                <a:gd name="T74" fmla="*/ 101 w 131"/>
                <a:gd name="T75" fmla="*/ 55 h 171"/>
                <a:gd name="T76" fmla="*/ 105 w 131"/>
                <a:gd name="T77" fmla="*/ 59 h 171"/>
                <a:gd name="T78" fmla="*/ 101 w 131"/>
                <a:gd name="T79" fmla="*/ 63 h 171"/>
                <a:gd name="T80" fmla="*/ 29 w 131"/>
                <a:gd name="T81" fmla="*/ 63 h 171"/>
                <a:gd name="T82" fmla="*/ 25 w 131"/>
                <a:gd name="T83" fmla="*/ 59 h 171"/>
                <a:gd name="T84" fmla="*/ 29 w 131"/>
                <a:gd name="T85" fmla="*/ 55 h 171"/>
                <a:gd name="T86" fmla="*/ 29 w 131"/>
                <a:gd name="T87" fmla="*/ 82 h 171"/>
                <a:gd name="T88" fmla="*/ 101 w 131"/>
                <a:gd name="T89" fmla="*/ 82 h 171"/>
                <a:gd name="T90" fmla="*/ 105 w 131"/>
                <a:gd name="T91" fmla="*/ 86 h 171"/>
                <a:gd name="T92" fmla="*/ 101 w 131"/>
                <a:gd name="T93" fmla="*/ 90 h 171"/>
                <a:gd name="T94" fmla="*/ 29 w 131"/>
                <a:gd name="T95" fmla="*/ 90 h 171"/>
                <a:gd name="T96" fmla="*/ 25 w 131"/>
                <a:gd name="T97" fmla="*/ 86 h 171"/>
                <a:gd name="T98" fmla="*/ 29 w 131"/>
                <a:gd name="T99" fmla="*/ 82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1" h="171">
                  <a:moveTo>
                    <a:pt x="105" y="142"/>
                  </a:moveTo>
                  <a:cubicBezTo>
                    <a:pt x="104" y="143"/>
                    <a:pt x="103" y="143"/>
                    <a:pt x="101" y="143"/>
                  </a:cubicBezTo>
                  <a:cubicBezTo>
                    <a:pt x="29" y="143"/>
                    <a:pt x="29" y="143"/>
                    <a:pt x="29" y="143"/>
                  </a:cubicBezTo>
                  <a:cubicBezTo>
                    <a:pt x="27" y="143"/>
                    <a:pt x="25" y="142"/>
                    <a:pt x="25" y="139"/>
                  </a:cubicBezTo>
                  <a:cubicBezTo>
                    <a:pt x="25" y="137"/>
                    <a:pt x="27" y="135"/>
                    <a:pt x="29" y="135"/>
                  </a:cubicBezTo>
                  <a:cubicBezTo>
                    <a:pt x="101" y="135"/>
                    <a:pt x="101" y="135"/>
                    <a:pt x="101" y="135"/>
                  </a:cubicBezTo>
                  <a:cubicBezTo>
                    <a:pt x="102" y="135"/>
                    <a:pt x="103" y="136"/>
                    <a:pt x="104" y="136"/>
                  </a:cubicBezTo>
                  <a:cubicBezTo>
                    <a:pt x="102" y="128"/>
                    <a:pt x="102" y="121"/>
                    <a:pt x="101" y="117"/>
                  </a:cubicBezTo>
                  <a:cubicBezTo>
                    <a:pt x="101" y="117"/>
                    <a:pt x="101" y="117"/>
                    <a:pt x="101" y="117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27" y="117"/>
                    <a:pt x="25" y="115"/>
                    <a:pt x="25" y="113"/>
                  </a:cubicBezTo>
                  <a:cubicBezTo>
                    <a:pt x="25" y="110"/>
                    <a:pt x="27" y="109"/>
                    <a:pt x="29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2" y="109"/>
                    <a:pt x="102" y="109"/>
                    <a:pt x="103" y="109"/>
                  </a:cubicBezTo>
                  <a:cubicBezTo>
                    <a:pt x="103" y="108"/>
                    <a:pt x="104" y="107"/>
                    <a:pt x="104" y="107"/>
                  </a:cubicBezTo>
                  <a:cubicBezTo>
                    <a:pt x="106" y="105"/>
                    <a:pt x="108" y="105"/>
                    <a:pt x="110" y="105"/>
                  </a:cubicBezTo>
                  <a:cubicBezTo>
                    <a:pt x="111" y="105"/>
                    <a:pt x="111" y="105"/>
                    <a:pt x="111" y="105"/>
                  </a:cubicBezTo>
                  <a:cubicBezTo>
                    <a:pt x="113" y="105"/>
                    <a:pt x="113" y="105"/>
                    <a:pt x="113" y="105"/>
                  </a:cubicBezTo>
                  <a:cubicBezTo>
                    <a:pt x="114" y="105"/>
                    <a:pt x="116" y="106"/>
                    <a:pt x="118" y="106"/>
                  </a:cubicBezTo>
                  <a:cubicBezTo>
                    <a:pt x="123" y="106"/>
                    <a:pt x="127" y="103"/>
                    <a:pt x="131" y="101"/>
                  </a:cubicBezTo>
                  <a:cubicBezTo>
                    <a:pt x="131" y="1"/>
                    <a:pt x="131" y="1"/>
                    <a:pt x="131" y="1"/>
                  </a:cubicBezTo>
                  <a:cubicBezTo>
                    <a:pt x="131" y="1"/>
                    <a:pt x="131" y="0"/>
                    <a:pt x="13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0" y="171"/>
                    <a:pt x="0" y="171"/>
                    <a:pt x="1" y="171"/>
                  </a:cubicBezTo>
                  <a:cubicBezTo>
                    <a:pt x="113" y="171"/>
                    <a:pt x="113" y="171"/>
                    <a:pt x="113" y="171"/>
                  </a:cubicBezTo>
                  <a:cubicBezTo>
                    <a:pt x="113" y="171"/>
                    <a:pt x="112" y="170"/>
                    <a:pt x="112" y="169"/>
                  </a:cubicBezTo>
                  <a:cubicBezTo>
                    <a:pt x="109" y="163"/>
                    <a:pt x="106" y="152"/>
                    <a:pt x="105" y="142"/>
                  </a:cubicBezTo>
                  <a:close/>
                  <a:moveTo>
                    <a:pt x="29" y="28"/>
                  </a:moveTo>
                  <a:cubicBezTo>
                    <a:pt x="101" y="28"/>
                    <a:pt x="101" y="28"/>
                    <a:pt x="101" y="28"/>
                  </a:cubicBezTo>
                  <a:cubicBezTo>
                    <a:pt x="104" y="28"/>
                    <a:pt x="105" y="30"/>
                    <a:pt x="105" y="33"/>
                  </a:cubicBezTo>
                  <a:cubicBezTo>
                    <a:pt x="105" y="35"/>
                    <a:pt x="104" y="37"/>
                    <a:pt x="101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7" y="37"/>
                    <a:pt x="25" y="35"/>
                    <a:pt x="25" y="33"/>
                  </a:cubicBezTo>
                  <a:cubicBezTo>
                    <a:pt x="25" y="30"/>
                    <a:pt x="27" y="28"/>
                    <a:pt x="29" y="28"/>
                  </a:cubicBezTo>
                  <a:close/>
                  <a:moveTo>
                    <a:pt x="29" y="55"/>
                  </a:moveTo>
                  <a:cubicBezTo>
                    <a:pt x="101" y="55"/>
                    <a:pt x="101" y="55"/>
                    <a:pt x="101" y="55"/>
                  </a:cubicBezTo>
                  <a:cubicBezTo>
                    <a:pt x="104" y="55"/>
                    <a:pt x="105" y="57"/>
                    <a:pt x="105" y="59"/>
                  </a:cubicBezTo>
                  <a:cubicBezTo>
                    <a:pt x="105" y="61"/>
                    <a:pt x="104" y="63"/>
                    <a:pt x="101" y="63"/>
                  </a:cubicBezTo>
                  <a:cubicBezTo>
                    <a:pt x="29" y="63"/>
                    <a:pt x="29" y="63"/>
                    <a:pt x="29" y="63"/>
                  </a:cubicBezTo>
                  <a:cubicBezTo>
                    <a:pt x="27" y="63"/>
                    <a:pt x="25" y="61"/>
                    <a:pt x="25" y="59"/>
                  </a:cubicBezTo>
                  <a:cubicBezTo>
                    <a:pt x="25" y="57"/>
                    <a:pt x="27" y="55"/>
                    <a:pt x="29" y="55"/>
                  </a:cubicBezTo>
                  <a:close/>
                  <a:moveTo>
                    <a:pt x="29" y="82"/>
                  </a:moveTo>
                  <a:cubicBezTo>
                    <a:pt x="101" y="82"/>
                    <a:pt x="101" y="82"/>
                    <a:pt x="101" y="82"/>
                  </a:cubicBezTo>
                  <a:cubicBezTo>
                    <a:pt x="104" y="82"/>
                    <a:pt x="105" y="84"/>
                    <a:pt x="105" y="86"/>
                  </a:cubicBezTo>
                  <a:cubicBezTo>
                    <a:pt x="105" y="88"/>
                    <a:pt x="104" y="90"/>
                    <a:pt x="101" y="90"/>
                  </a:cubicBezTo>
                  <a:cubicBezTo>
                    <a:pt x="29" y="90"/>
                    <a:pt x="29" y="90"/>
                    <a:pt x="29" y="90"/>
                  </a:cubicBezTo>
                  <a:cubicBezTo>
                    <a:pt x="27" y="90"/>
                    <a:pt x="25" y="88"/>
                    <a:pt x="25" y="86"/>
                  </a:cubicBezTo>
                  <a:cubicBezTo>
                    <a:pt x="25" y="84"/>
                    <a:pt x="27" y="82"/>
                    <a:pt x="29" y="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99"/>
            <p:cNvSpPr>
              <a:spLocks noEditPoints="1"/>
            </p:cNvSpPr>
            <p:nvPr/>
          </p:nvSpPr>
          <p:spPr bwMode="auto">
            <a:xfrm>
              <a:off x="1656739" y="5519565"/>
              <a:ext cx="197747" cy="240679"/>
            </a:xfrm>
            <a:custGeom>
              <a:avLst/>
              <a:gdLst>
                <a:gd name="T0" fmla="*/ 82 w 83"/>
                <a:gd name="T1" fmla="*/ 22 h 101"/>
                <a:gd name="T2" fmla="*/ 81 w 83"/>
                <a:gd name="T3" fmla="*/ 22 h 101"/>
                <a:gd name="T4" fmla="*/ 74 w 83"/>
                <a:gd name="T5" fmla="*/ 23 h 101"/>
                <a:gd name="T6" fmla="*/ 42 w 83"/>
                <a:gd name="T7" fmla="*/ 1 h 101"/>
                <a:gd name="T8" fmla="*/ 41 w 83"/>
                <a:gd name="T9" fmla="*/ 0 h 101"/>
                <a:gd name="T10" fmla="*/ 41 w 83"/>
                <a:gd name="T11" fmla="*/ 1 h 101"/>
                <a:gd name="T12" fmla="*/ 9 w 83"/>
                <a:gd name="T13" fmla="*/ 23 h 101"/>
                <a:gd name="T14" fmla="*/ 9 w 83"/>
                <a:gd name="T15" fmla="*/ 23 h 101"/>
                <a:gd name="T16" fmla="*/ 2 w 83"/>
                <a:gd name="T17" fmla="*/ 22 h 101"/>
                <a:gd name="T18" fmla="*/ 1 w 83"/>
                <a:gd name="T19" fmla="*/ 22 h 101"/>
                <a:gd name="T20" fmla="*/ 0 w 83"/>
                <a:gd name="T21" fmla="*/ 23 h 101"/>
                <a:gd name="T22" fmla="*/ 10 w 83"/>
                <a:gd name="T23" fmla="*/ 74 h 101"/>
                <a:gd name="T24" fmla="*/ 33 w 83"/>
                <a:gd name="T25" fmla="*/ 94 h 101"/>
                <a:gd name="T26" fmla="*/ 40 w 83"/>
                <a:gd name="T27" fmla="*/ 101 h 101"/>
                <a:gd name="T28" fmla="*/ 41 w 83"/>
                <a:gd name="T29" fmla="*/ 101 h 101"/>
                <a:gd name="T30" fmla="*/ 42 w 83"/>
                <a:gd name="T31" fmla="*/ 101 h 101"/>
                <a:gd name="T32" fmla="*/ 50 w 83"/>
                <a:gd name="T33" fmla="*/ 94 h 101"/>
                <a:gd name="T34" fmla="*/ 73 w 83"/>
                <a:gd name="T35" fmla="*/ 74 h 101"/>
                <a:gd name="T36" fmla="*/ 83 w 83"/>
                <a:gd name="T37" fmla="*/ 23 h 101"/>
                <a:gd name="T38" fmla="*/ 82 w 83"/>
                <a:gd name="T39" fmla="*/ 22 h 101"/>
                <a:gd name="T40" fmla="*/ 54 w 83"/>
                <a:gd name="T41" fmla="*/ 67 h 101"/>
                <a:gd name="T42" fmla="*/ 28 w 83"/>
                <a:gd name="T43" fmla="*/ 67 h 101"/>
                <a:gd name="T44" fmla="*/ 24 w 83"/>
                <a:gd name="T45" fmla="*/ 63 h 101"/>
                <a:gd name="T46" fmla="*/ 28 w 83"/>
                <a:gd name="T47" fmla="*/ 59 h 101"/>
                <a:gd name="T48" fmla="*/ 54 w 83"/>
                <a:gd name="T49" fmla="*/ 59 h 101"/>
                <a:gd name="T50" fmla="*/ 58 w 83"/>
                <a:gd name="T51" fmla="*/ 63 h 101"/>
                <a:gd name="T52" fmla="*/ 54 w 83"/>
                <a:gd name="T53" fmla="*/ 67 h 101"/>
                <a:gd name="T54" fmla="*/ 59 w 83"/>
                <a:gd name="T55" fmla="*/ 48 h 101"/>
                <a:gd name="T56" fmla="*/ 23 w 83"/>
                <a:gd name="T57" fmla="*/ 48 h 101"/>
                <a:gd name="T58" fmla="*/ 19 w 83"/>
                <a:gd name="T59" fmla="*/ 44 h 101"/>
                <a:gd name="T60" fmla="*/ 23 w 83"/>
                <a:gd name="T61" fmla="*/ 40 h 101"/>
                <a:gd name="T62" fmla="*/ 59 w 83"/>
                <a:gd name="T63" fmla="*/ 40 h 101"/>
                <a:gd name="T64" fmla="*/ 63 w 83"/>
                <a:gd name="T65" fmla="*/ 44 h 101"/>
                <a:gd name="T66" fmla="*/ 59 w 83"/>
                <a:gd name="T67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3" h="101">
                  <a:moveTo>
                    <a:pt x="82" y="22"/>
                  </a:moveTo>
                  <a:cubicBezTo>
                    <a:pt x="82" y="22"/>
                    <a:pt x="82" y="22"/>
                    <a:pt x="81" y="22"/>
                  </a:cubicBezTo>
                  <a:cubicBezTo>
                    <a:pt x="79" y="22"/>
                    <a:pt x="77" y="23"/>
                    <a:pt x="74" y="23"/>
                  </a:cubicBezTo>
                  <a:cubicBezTo>
                    <a:pt x="54" y="23"/>
                    <a:pt x="43" y="1"/>
                    <a:pt x="42" y="1"/>
                  </a:cubicBezTo>
                  <a:cubicBezTo>
                    <a:pt x="42" y="0"/>
                    <a:pt x="42" y="0"/>
                    <a:pt x="41" y="0"/>
                  </a:cubicBezTo>
                  <a:cubicBezTo>
                    <a:pt x="41" y="0"/>
                    <a:pt x="41" y="0"/>
                    <a:pt x="41" y="1"/>
                  </a:cubicBezTo>
                  <a:cubicBezTo>
                    <a:pt x="40" y="1"/>
                    <a:pt x="2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6" y="23"/>
                    <a:pt x="4" y="22"/>
                    <a:pt x="2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0" y="23"/>
                    <a:pt x="0" y="23"/>
                  </a:cubicBezTo>
                  <a:cubicBezTo>
                    <a:pt x="1" y="25"/>
                    <a:pt x="3" y="62"/>
                    <a:pt x="10" y="74"/>
                  </a:cubicBezTo>
                  <a:cubicBezTo>
                    <a:pt x="18" y="87"/>
                    <a:pt x="26" y="91"/>
                    <a:pt x="33" y="94"/>
                  </a:cubicBezTo>
                  <a:cubicBezTo>
                    <a:pt x="37" y="96"/>
                    <a:pt x="40" y="98"/>
                    <a:pt x="40" y="101"/>
                  </a:cubicBezTo>
                  <a:cubicBezTo>
                    <a:pt x="41" y="101"/>
                    <a:pt x="41" y="101"/>
                    <a:pt x="41" y="101"/>
                  </a:cubicBezTo>
                  <a:cubicBezTo>
                    <a:pt x="42" y="101"/>
                    <a:pt x="42" y="101"/>
                    <a:pt x="42" y="101"/>
                  </a:cubicBezTo>
                  <a:cubicBezTo>
                    <a:pt x="43" y="98"/>
                    <a:pt x="46" y="96"/>
                    <a:pt x="50" y="94"/>
                  </a:cubicBezTo>
                  <a:cubicBezTo>
                    <a:pt x="57" y="91"/>
                    <a:pt x="65" y="87"/>
                    <a:pt x="73" y="74"/>
                  </a:cubicBezTo>
                  <a:cubicBezTo>
                    <a:pt x="80" y="62"/>
                    <a:pt x="82" y="25"/>
                    <a:pt x="83" y="23"/>
                  </a:cubicBezTo>
                  <a:cubicBezTo>
                    <a:pt x="83" y="23"/>
                    <a:pt x="82" y="22"/>
                    <a:pt x="82" y="22"/>
                  </a:cubicBezTo>
                  <a:close/>
                  <a:moveTo>
                    <a:pt x="54" y="67"/>
                  </a:moveTo>
                  <a:cubicBezTo>
                    <a:pt x="28" y="67"/>
                    <a:pt x="28" y="67"/>
                    <a:pt x="28" y="67"/>
                  </a:cubicBezTo>
                  <a:cubicBezTo>
                    <a:pt x="25" y="67"/>
                    <a:pt x="24" y="66"/>
                    <a:pt x="24" y="63"/>
                  </a:cubicBezTo>
                  <a:cubicBezTo>
                    <a:pt x="24" y="61"/>
                    <a:pt x="25" y="59"/>
                    <a:pt x="28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7" y="59"/>
                    <a:pt x="58" y="61"/>
                    <a:pt x="58" y="63"/>
                  </a:cubicBezTo>
                  <a:cubicBezTo>
                    <a:pt x="58" y="66"/>
                    <a:pt x="57" y="67"/>
                    <a:pt x="54" y="67"/>
                  </a:cubicBezTo>
                  <a:close/>
                  <a:moveTo>
                    <a:pt x="59" y="48"/>
                  </a:moveTo>
                  <a:cubicBezTo>
                    <a:pt x="23" y="48"/>
                    <a:pt x="23" y="48"/>
                    <a:pt x="23" y="48"/>
                  </a:cubicBezTo>
                  <a:cubicBezTo>
                    <a:pt x="21" y="48"/>
                    <a:pt x="19" y="47"/>
                    <a:pt x="19" y="44"/>
                  </a:cubicBezTo>
                  <a:cubicBezTo>
                    <a:pt x="19" y="42"/>
                    <a:pt x="21" y="40"/>
                    <a:pt x="23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61" y="40"/>
                    <a:pt x="63" y="42"/>
                    <a:pt x="63" y="44"/>
                  </a:cubicBezTo>
                  <a:cubicBezTo>
                    <a:pt x="63" y="47"/>
                    <a:pt x="61" y="48"/>
                    <a:pt x="59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9672643" y="5856515"/>
            <a:ext cx="308776" cy="248248"/>
            <a:chOff x="10331583" y="5349139"/>
            <a:chExt cx="457940" cy="368173"/>
          </a:xfrm>
          <a:solidFill>
            <a:schemeClr val="bg1"/>
          </a:solidFill>
        </p:grpSpPr>
        <p:sp>
          <p:nvSpPr>
            <p:cNvPr id="75" name="Freeform 117"/>
            <p:cNvSpPr>
              <a:spLocks noEditPoints="1"/>
            </p:cNvSpPr>
            <p:nvPr/>
          </p:nvSpPr>
          <p:spPr bwMode="auto">
            <a:xfrm>
              <a:off x="10331583" y="5402478"/>
              <a:ext cx="457940" cy="314834"/>
            </a:xfrm>
            <a:custGeom>
              <a:avLst/>
              <a:gdLst>
                <a:gd name="T0" fmla="*/ 177 w 192"/>
                <a:gd name="T1" fmla="*/ 0 h 132"/>
                <a:gd name="T2" fmla="*/ 100 w 192"/>
                <a:gd name="T3" fmla="*/ 0 h 132"/>
                <a:gd name="T4" fmla="*/ 100 w 192"/>
                <a:gd name="T5" fmla="*/ 17 h 132"/>
                <a:gd name="T6" fmla="*/ 96 w 192"/>
                <a:gd name="T7" fmla="*/ 21 h 132"/>
                <a:gd name="T8" fmla="*/ 92 w 192"/>
                <a:gd name="T9" fmla="*/ 17 h 132"/>
                <a:gd name="T10" fmla="*/ 92 w 192"/>
                <a:gd name="T11" fmla="*/ 0 h 132"/>
                <a:gd name="T12" fmla="*/ 14 w 192"/>
                <a:gd name="T13" fmla="*/ 0 h 132"/>
                <a:gd name="T14" fmla="*/ 0 w 192"/>
                <a:gd name="T15" fmla="*/ 15 h 132"/>
                <a:gd name="T16" fmla="*/ 0 w 192"/>
                <a:gd name="T17" fmla="*/ 117 h 132"/>
                <a:gd name="T18" fmla="*/ 14 w 192"/>
                <a:gd name="T19" fmla="*/ 132 h 132"/>
                <a:gd name="T20" fmla="*/ 177 w 192"/>
                <a:gd name="T21" fmla="*/ 132 h 132"/>
                <a:gd name="T22" fmla="*/ 192 w 192"/>
                <a:gd name="T23" fmla="*/ 117 h 132"/>
                <a:gd name="T24" fmla="*/ 192 w 192"/>
                <a:gd name="T25" fmla="*/ 15 h 132"/>
                <a:gd name="T26" fmla="*/ 177 w 192"/>
                <a:gd name="T27" fmla="*/ 0 h 132"/>
                <a:gd name="T28" fmla="*/ 56 w 192"/>
                <a:gd name="T29" fmla="*/ 23 h 132"/>
                <a:gd name="T30" fmla="*/ 73 w 192"/>
                <a:gd name="T31" fmla="*/ 40 h 132"/>
                <a:gd name="T32" fmla="*/ 56 w 192"/>
                <a:gd name="T33" fmla="*/ 57 h 132"/>
                <a:gd name="T34" fmla="*/ 39 w 192"/>
                <a:gd name="T35" fmla="*/ 40 h 132"/>
                <a:gd name="T36" fmla="*/ 56 w 192"/>
                <a:gd name="T37" fmla="*/ 23 h 132"/>
                <a:gd name="T38" fmla="*/ 95 w 192"/>
                <a:gd name="T39" fmla="*/ 108 h 132"/>
                <a:gd name="T40" fmla="*/ 18 w 192"/>
                <a:gd name="T41" fmla="*/ 108 h 132"/>
                <a:gd name="T42" fmla="*/ 17 w 192"/>
                <a:gd name="T43" fmla="*/ 107 h 132"/>
                <a:gd name="T44" fmla="*/ 56 w 192"/>
                <a:gd name="T45" fmla="*/ 68 h 132"/>
                <a:gd name="T46" fmla="*/ 96 w 192"/>
                <a:gd name="T47" fmla="*/ 107 h 132"/>
                <a:gd name="T48" fmla="*/ 95 w 192"/>
                <a:gd name="T49" fmla="*/ 108 h 132"/>
                <a:gd name="T50" fmla="*/ 162 w 192"/>
                <a:gd name="T51" fmla="*/ 83 h 132"/>
                <a:gd name="T52" fmla="*/ 112 w 192"/>
                <a:gd name="T53" fmla="*/ 83 h 132"/>
                <a:gd name="T54" fmla="*/ 108 w 192"/>
                <a:gd name="T55" fmla="*/ 79 h 132"/>
                <a:gd name="T56" fmla="*/ 112 w 192"/>
                <a:gd name="T57" fmla="*/ 75 h 132"/>
                <a:gd name="T58" fmla="*/ 162 w 192"/>
                <a:gd name="T59" fmla="*/ 75 h 132"/>
                <a:gd name="T60" fmla="*/ 166 w 192"/>
                <a:gd name="T61" fmla="*/ 79 h 132"/>
                <a:gd name="T62" fmla="*/ 162 w 192"/>
                <a:gd name="T63" fmla="*/ 83 h 132"/>
                <a:gd name="T64" fmla="*/ 162 w 192"/>
                <a:gd name="T65" fmla="*/ 52 h 132"/>
                <a:gd name="T66" fmla="*/ 112 w 192"/>
                <a:gd name="T67" fmla="*/ 52 h 132"/>
                <a:gd name="T68" fmla="*/ 108 w 192"/>
                <a:gd name="T69" fmla="*/ 49 h 132"/>
                <a:gd name="T70" fmla="*/ 112 w 192"/>
                <a:gd name="T71" fmla="*/ 45 h 132"/>
                <a:gd name="T72" fmla="*/ 162 w 192"/>
                <a:gd name="T73" fmla="*/ 45 h 132"/>
                <a:gd name="T74" fmla="*/ 166 w 192"/>
                <a:gd name="T75" fmla="*/ 49 h 132"/>
                <a:gd name="T76" fmla="*/ 162 w 192"/>
                <a:gd name="T77" fmla="*/ 5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2" h="132">
                  <a:moveTo>
                    <a:pt x="177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17"/>
                    <a:pt x="100" y="17"/>
                    <a:pt x="100" y="17"/>
                  </a:cubicBezTo>
                  <a:cubicBezTo>
                    <a:pt x="100" y="19"/>
                    <a:pt x="98" y="21"/>
                    <a:pt x="96" y="21"/>
                  </a:cubicBezTo>
                  <a:cubicBezTo>
                    <a:pt x="93" y="21"/>
                    <a:pt x="92" y="19"/>
                    <a:pt x="92" y="1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25"/>
                    <a:pt x="6" y="132"/>
                    <a:pt x="14" y="132"/>
                  </a:cubicBezTo>
                  <a:cubicBezTo>
                    <a:pt x="177" y="132"/>
                    <a:pt x="177" y="132"/>
                    <a:pt x="177" y="132"/>
                  </a:cubicBezTo>
                  <a:cubicBezTo>
                    <a:pt x="185" y="132"/>
                    <a:pt x="192" y="125"/>
                    <a:pt x="192" y="117"/>
                  </a:cubicBezTo>
                  <a:cubicBezTo>
                    <a:pt x="192" y="15"/>
                    <a:pt x="192" y="15"/>
                    <a:pt x="192" y="15"/>
                  </a:cubicBezTo>
                  <a:cubicBezTo>
                    <a:pt x="192" y="7"/>
                    <a:pt x="185" y="0"/>
                    <a:pt x="177" y="0"/>
                  </a:cubicBezTo>
                  <a:close/>
                  <a:moveTo>
                    <a:pt x="56" y="23"/>
                  </a:moveTo>
                  <a:cubicBezTo>
                    <a:pt x="66" y="23"/>
                    <a:pt x="73" y="31"/>
                    <a:pt x="73" y="40"/>
                  </a:cubicBezTo>
                  <a:cubicBezTo>
                    <a:pt x="73" y="50"/>
                    <a:pt x="66" y="57"/>
                    <a:pt x="56" y="57"/>
                  </a:cubicBezTo>
                  <a:cubicBezTo>
                    <a:pt x="47" y="57"/>
                    <a:pt x="39" y="50"/>
                    <a:pt x="39" y="40"/>
                  </a:cubicBezTo>
                  <a:cubicBezTo>
                    <a:pt x="39" y="31"/>
                    <a:pt x="47" y="23"/>
                    <a:pt x="56" y="23"/>
                  </a:cubicBezTo>
                  <a:close/>
                  <a:moveTo>
                    <a:pt x="95" y="108"/>
                  </a:moveTo>
                  <a:cubicBezTo>
                    <a:pt x="18" y="108"/>
                    <a:pt x="18" y="108"/>
                    <a:pt x="18" y="108"/>
                  </a:cubicBezTo>
                  <a:cubicBezTo>
                    <a:pt x="17" y="108"/>
                    <a:pt x="17" y="108"/>
                    <a:pt x="17" y="107"/>
                  </a:cubicBezTo>
                  <a:cubicBezTo>
                    <a:pt x="17" y="86"/>
                    <a:pt x="34" y="68"/>
                    <a:pt x="56" y="68"/>
                  </a:cubicBezTo>
                  <a:cubicBezTo>
                    <a:pt x="78" y="68"/>
                    <a:pt x="96" y="86"/>
                    <a:pt x="96" y="107"/>
                  </a:cubicBezTo>
                  <a:cubicBezTo>
                    <a:pt x="96" y="108"/>
                    <a:pt x="95" y="108"/>
                    <a:pt x="95" y="108"/>
                  </a:cubicBezTo>
                  <a:close/>
                  <a:moveTo>
                    <a:pt x="162" y="83"/>
                  </a:moveTo>
                  <a:cubicBezTo>
                    <a:pt x="112" y="83"/>
                    <a:pt x="112" y="83"/>
                    <a:pt x="112" y="83"/>
                  </a:cubicBezTo>
                  <a:cubicBezTo>
                    <a:pt x="110" y="83"/>
                    <a:pt x="108" y="82"/>
                    <a:pt x="108" y="79"/>
                  </a:cubicBezTo>
                  <a:cubicBezTo>
                    <a:pt x="108" y="77"/>
                    <a:pt x="110" y="75"/>
                    <a:pt x="11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4" y="75"/>
                    <a:pt x="166" y="77"/>
                    <a:pt x="166" y="79"/>
                  </a:cubicBezTo>
                  <a:cubicBezTo>
                    <a:pt x="166" y="82"/>
                    <a:pt x="164" y="83"/>
                    <a:pt x="162" y="83"/>
                  </a:cubicBezTo>
                  <a:close/>
                  <a:moveTo>
                    <a:pt x="16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0" y="52"/>
                    <a:pt x="108" y="51"/>
                    <a:pt x="108" y="49"/>
                  </a:cubicBezTo>
                  <a:cubicBezTo>
                    <a:pt x="108" y="46"/>
                    <a:pt x="110" y="45"/>
                    <a:pt x="112" y="45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4" y="45"/>
                    <a:pt x="166" y="46"/>
                    <a:pt x="166" y="49"/>
                  </a:cubicBezTo>
                  <a:cubicBezTo>
                    <a:pt x="166" y="51"/>
                    <a:pt x="164" y="52"/>
                    <a:pt x="162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118"/>
            <p:cNvSpPr/>
            <p:nvPr/>
          </p:nvSpPr>
          <p:spPr bwMode="auto">
            <a:xfrm>
              <a:off x="10551446" y="5349139"/>
              <a:ext cx="18214" cy="53340"/>
            </a:xfrm>
            <a:custGeom>
              <a:avLst/>
              <a:gdLst>
                <a:gd name="T0" fmla="*/ 8 w 8"/>
                <a:gd name="T1" fmla="*/ 4 h 22"/>
                <a:gd name="T2" fmla="*/ 4 w 8"/>
                <a:gd name="T3" fmla="*/ 0 h 22"/>
                <a:gd name="T4" fmla="*/ 0 w 8"/>
                <a:gd name="T5" fmla="*/ 4 h 22"/>
                <a:gd name="T6" fmla="*/ 0 w 8"/>
                <a:gd name="T7" fmla="*/ 22 h 22"/>
                <a:gd name="T8" fmla="*/ 8 w 8"/>
                <a:gd name="T9" fmla="*/ 22 h 22"/>
                <a:gd name="T10" fmla="*/ 8 w 8"/>
                <a:gd name="T11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2">
                  <a:moveTo>
                    <a:pt x="8" y="4"/>
                  </a:moveTo>
                  <a:cubicBezTo>
                    <a:pt x="8" y="1"/>
                    <a:pt x="6" y="0"/>
                    <a:pt x="4" y="0"/>
                  </a:cubicBezTo>
                  <a:cubicBezTo>
                    <a:pt x="1" y="0"/>
                    <a:pt x="0" y="1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8" y="22"/>
                    <a:pt x="8" y="22"/>
                    <a:pt x="8" y="22"/>
                  </a:cubicBezTo>
                  <a:lnTo>
                    <a:pt x="8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Text2"/>
          <p:cNvSpPr txBox="1"/>
          <p:nvPr/>
        </p:nvSpPr>
        <p:spPr>
          <a:xfrm>
            <a:off x="819785" y="3350260"/>
            <a:ext cx="10294620" cy="2251075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anchorCtr="0">
            <a:spAutoFit/>
          </a:bodyPr>
          <a:p>
            <a:pPr algn="l">
              <a:lnSpc>
                <a:spcPct val="130000"/>
              </a:lnSpc>
              <a:buSzPct val="25000"/>
              <a:defRPr/>
            </a:pPr>
            <a:r>
              <a:rPr lang="en-US" altLang="zh-CN" sz="32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注重完善</a:t>
            </a:r>
            <a:r>
              <a:rPr sz="2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基本培训</a:t>
            </a:r>
            <a:r>
              <a:rPr lang="zh-CN" altLang="en-US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，运用视频集中培训等方式，让优质课件直达一线、覆盖基层，推动基层党组织有组织地开展集中学习研讨，与落实组织生活制度有机结合，不断增强实效性。</a:t>
            </a:r>
            <a:endParaRPr lang="zh-CN" altLang="en-US" sz="32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r">
              <a:lnSpc>
                <a:spcPct val="130000"/>
              </a:lnSpc>
              <a:buSzPct val="25000"/>
              <a:defRPr/>
            </a:pPr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-------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《</a:t>
            </a:r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全国党员教育培训工作规划（2024—2028年）</a:t>
            </a:r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》</a:t>
            </a:r>
            <a:endParaRPr lang="en-US" altLang="zh-CN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  <p:bldLst>
      <p:bldP spid="6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/>
          <p:cNvSpPr>
            <a:spLocks noGrp="1"/>
          </p:cNvSpPr>
          <p:nvPr>
            <p:ph type="title"/>
          </p:nvPr>
        </p:nvSpPr>
        <p:spPr>
          <a:xfrm>
            <a:off x="271780" y="165100"/>
            <a:ext cx="8155940" cy="648970"/>
          </a:xfrm>
        </p:spPr>
        <p:txBody>
          <a:bodyPr/>
          <a:lstStyle/>
          <a:p>
            <a:r>
              <a:rPr lang="en-US" altLang="zh-CN" sz="4000" dirty="0">
                <a:solidFill>
                  <a:srgbClr val="C00000"/>
                </a:solidFill>
                <a:sym typeface="+mn-ea"/>
              </a:rPr>
              <a:t>1. </a:t>
            </a:r>
            <a:r>
              <a:rPr lang="en-US" altLang="zh-CN" dirty="0">
                <a:solidFill>
                  <a:srgbClr val="FF0000"/>
                </a:solidFill>
                <a:latin typeface="+mj-ea"/>
                <a:sym typeface="+mn-ea"/>
              </a:rPr>
              <a:t> </a:t>
            </a:r>
            <a:r>
              <a:rPr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认识基本培训机制</a:t>
            </a:r>
            <a:endParaRPr lang="zh-CN" altLang="en-US" sz="2800" kern="120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6" name="Text2"/>
          <p:cNvSpPr txBox="1"/>
          <p:nvPr/>
        </p:nvSpPr>
        <p:spPr>
          <a:xfrm>
            <a:off x="661670" y="1185545"/>
            <a:ext cx="10776585" cy="616712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anchorCtr="0">
            <a:spAutoFit/>
          </a:bodyPr>
          <a:lstStyle/>
          <a:p>
            <a:pPr>
              <a:lnSpc>
                <a:spcPct val="130000"/>
              </a:lnSpc>
              <a:buSzPct val="25000"/>
              <a:defRPr/>
            </a:pPr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月，国务院国资委党委在前期试点的基础上，全面启动中央企业基层党组织落实基层培训机制工作。</a:t>
            </a:r>
            <a:endParaRPr lang="zh-CN" altLang="en-US" sz="24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  <a:buSzPct val="25000"/>
              <a:defRPr/>
            </a:pPr>
            <a:endParaRPr lang="zh-CN" altLang="en-US" sz="24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  <a:buSzPct val="25000"/>
              <a:defRPr/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  <a:r>
              <a:rPr 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月底，集团公司党组会专题研究基本培训机制，审批通过《中国联通基层党组织落实基本培训机制工作实施方案》。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日，全集团部署培训。</a:t>
            </a:r>
            <a:endParaRPr lang="zh-CN" altLang="en-US" sz="24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  <a:buSzPct val="25000"/>
              <a:defRPr/>
            </a:pPr>
            <a:endParaRPr lang="zh-CN" altLang="en-US" sz="24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  <a:buSzPct val="25000"/>
              <a:defRPr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2025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23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日，省公司党委专题研究专题研究基本培训机制，审议通过《河南联通基层党组织落实基本培训机制工作实施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方案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》。</a:t>
            </a:r>
            <a:endParaRPr lang="zh-CN" altLang="en-US" sz="24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  <a:buSzPct val="25000"/>
              <a:defRPr/>
            </a:pPr>
            <a:endParaRPr lang="zh-CN" altLang="en-US" sz="28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  <a:buSzPct val="25000"/>
              <a:defRPr/>
            </a:pPr>
            <a:endParaRPr lang="zh-CN" altLang="en-US" sz="28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r">
              <a:lnSpc>
                <a:spcPct val="130000"/>
              </a:lnSpc>
              <a:buSzPct val="25000"/>
              <a:defRPr/>
            </a:pP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4" name="Bullet2"/>
          <p:cNvSpPr txBox="1"/>
          <p:nvPr/>
        </p:nvSpPr>
        <p:spPr>
          <a:xfrm>
            <a:off x="5168403" y="6234593"/>
            <a:ext cx="1869707" cy="414655"/>
          </a:xfrm>
          <a:prstGeom prst="rect">
            <a:avLst/>
          </a:prstGeom>
          <a:noFill/>
        </p:spPr>
        <p:txBody>
          <a:bodyPr wrap="square" lIns="0" rIns="0" bIns="0" rtlCol="0">
            <a:spAutoFit/>
          </a:bodyPr>
          <a:lstStyle>
            <a:defPPr>
              <a:defRPr lang="zh-CN"/>
            </a:defPPr>
            <a:lvl1pPr algn="ctr">
              <a:defRPr sz="2400" spc="300">
                <a:uFillTx/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en-US" altLang="zh-CN" b="1" spc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b="1" spc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七抓</a:t>
            </a:r>
            <a:r>
              <a:rPr lang="en-US" altLang="zh-CN" b="1" spc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b="1" spc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</a:t>
            </a:r>
            <a:endParaRPr lang="zh-CN" altLang="en-US" b="1" spc="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9672643" y="5856515"/>
            <a:ext cx="308776" cy="248248"/>
            <a:chOff x="10331583" y="5349139"/>
            <a:chExt cx="457940" cy="368173"/>
          </a:xfrm>
          <a:solidFill>
            <a:schemeClr val="bg1"/>
          </a:solidFill>
        </p:grpSpPr>
        <p:sp>
          <p:nvSpPr>
            <p:cNvPr id="75" name="Freeform 117"/>
            <p:cNvSpPr>
              <a:spLocks noEditPoints="1"/>
            </p:cNvSpPr>
            <p:nvPr/>
          </p:nvSpPr>
          <p:spPr bwMode="auto">
            <a:xfrm>
              <a:off x="10331583" y="5402478"/>
              <a:ext cx="457940" cy="314834"/>
            </a:xfrm>
            <a:custGeom>
              <a:avLst/>
              <a:gdLst>
                <a:gd name="T0" fmla="*/ 177 w 192"/>
                <a:gd name="T1" fmla="*/ 0 h 132"/>
                <a:gd name="T2" fmla="*/ 100 w 192"/>
                <a:gd name="T3" fmla="*/ 0 h 132"/>
                <a:gd name="T4" fmla="*/ 100 w 192"/>
                <a:gd name="T5" fmla="*/ 17 h 132"/>
                <a:gd name="T6" fmla="*/ 96 w 192"/>
                <a:gd name="T7" fmla="*/ 21 h 132"/>
                <a:gd name="T8" fmla="*/ 92 w 192"/>
                <a:gd name="T9" fmla="*/ 17 h 132"/>
                <a:gd name="T10" fmla="*/ 92 w 192"/>
                <a:gd name="T11" fmla="*/ 0 h 132"/>
                <a:gd name="T12" fmla="*/ 14 w 192"/>
                <a:gd name="T13" fmla="*/ 0 h 132"/>
                <a:gd name="T14" fmla="*/ 0 w 192"/>
                <a:gd name="T15" fmla="*/ 15 h 132"/>
                <a:gd name="T16" fmla="*/ 0 w 192"/>
                <a:gd name="T17" fmla="*/ 117 h 132"/>
                <a:gd name="T18" fmla="*/ 14 w 192"/>
                <a:gd name="T19" fmla="*/ 132 h 132"/>
                <a:gd name="T20" fmla="*/ 177 w 192"/>
                <a:gd name="T21" fmla="*/ 132 h 132"/>
                <a:gd name="T22" fmla="*/ 192 w 192"/>
                <a:gd name="T23" fmla="*/ 117 h 132"/>
                <a:gd name="T24" fmla="*/ 192 w 192"/>
                <a:gd name="T25" fmla="*/ 15 h 132"/>
                <a:gd name="T26" fmla="*/ 177 w 192"/>
                <a:gd name="T27" fmla="*/ 0 h 132"/>
                <a:gd name="T28" fmla="*/ 56 w 192"/>
                <a:gd name="T29" fmla="*/ 23 h 132"/>
                <a:gd name="T30" fmla="*/ 73 w 192"/>
                <a:gd name="T31" fmla="*/ 40 h 132"/>
                <a:gd name="T32" fmla="*/ 56 w 192"/>
                <a:gd name="T33" fmla="*/ 57 h 132"/>
                <a:gd name="T34" fmla="*/ 39 w 192"/>
                <a:gd name="T35" fmla="*/ 40 h 132"/>
                <a:gd name="T36" fmla="*/ 56 w 192"/>
                <a:gd name="T37" fmla="*/ 23 h 132"/>
                <a:gd name="T38" fmla="*/ 95 w 192"/>
                <a:gd name="T39" fmla="*/ 108 h 132"/>
                <a:gd name="T40" fmla="*/ 18 w 192"/>
                <a:gd name="T41" fmla="*/ 108 h 132"/>
                <a:gd name="T42" fmla="*/ 17 w 192"/>
                <a:gd name="T43" fmla="*/ 107 h 132"/>
                <a:gd name="T44" fmla="*/ 56 w 192"/>
                <a:gd name="T45" fmla="*/ 68 h 132"/>
                <a:gd name="T46" fmla="*/ 96 w 192"/>
                <a:gd name="T47" fmla="*/ 107 h 132"/>
                <a:gd name="T48" fmla="*/ 95 w 192"/>
                <a:gd name="T49" fmla="*/ 108 h 132"/>
                <a:gd name="T50" fmla="*/ 162 w 192"/>
                <a:gd name="T51" fmla="*/ 83 h 132"/>
                <a:gd name="T52" fmla="*/ 112 w 192"/>
                <a:gd name="T53" fmla="*/ 83 h 132"/>
                <a:gd name="T54" fmla="*/ 108 w 192"/>
                <a:gd name="T55" fmla="*/ 79 h 132"/>
                <a:gd name="T56" fmla="*/ 112 w 192"/>
                <a:gd name="T57" fmla="*/ 75 h 132"/>
                <a:gd name="T58" fmla="*/ 162 w 192"/>
                <a:gd name="T59" fmla="*/ 75 h 132"/>
                <a:gd name="T60" fmla="*/ 166 w 192"/>
                <a:gd name="T61" fmla="*/ 79 h 132"/>
                <a:gd name="T62" fmla="*/ 162 w 192"/>
                <a:gd name="T63" fmla="*/ 83 h 132"/>
                <a:gd name="T64" fmla="*/ 162 w 192"/>
                <a:gd name="T65" fmla="*/ 52 h 132"/>
                <a:gd name="T66" fmla="*/ 112 w 192"/>
                <a:gd name="T67" fmla="*/ 52 h 132"/>
                <a:gd name="T68" fmla="*/ 108 w 192"/>
                <a:gd name="T69" fmla="*/ 49 h 132"/>
                <a:gd name="T70" fmla="*/ 112 w 192"/>
                <a:gd name="T71" fmla="*/ 45 h 132"/>
                <a:gd name="T72" fmla="*/ 162 w 192"/>
                <a:gd name="T73" fmla="*/ 45 h 132"/>
                <a:gd name="T74" fmla="*/ 166 w 192"/>
                <a:gd name="T75" fmla="*/ 49 h 132"/>
                <a:gd name="T76" fmla="*/ 162 w 192"/>
                <a:gd name="T77" fmla="*/ 5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2" h="132">
                  <a:moveTo>
                    <a:pt x="177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17"/>
                    <a:pt x="100" y="17"/>
                    <a:pt x="100" y="17"/>
                  </a:cubicBezTo>
                  <a:cubicBezTo>
                    <a:pt x="100" y="19"/>
                    <a:pt x="98" y="21"/>
                    <a:pt x="96" y="21"/>
                  </a:cubicBezTo>
                  <a:cubicBezTo>
                    <a:pt x="93" y="21"/>
                    <a:pt x="92" y="19"/>
                    <a:pt x="92" y="1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25"/>
                    <a:pt x="6" y="132"/>
                    <a:pt x="14" y="132"/>
                  </a:cubicBezTo>
                  <a:cubicBezTo>
                    <a:pt x="177" y="132"/>
                    <a:pt x="177" y="132"/>
                    <a:pt x="177" y="132"/>
                  </a:cubicBezTo>
                  <a:cubicBezTo>
                    <a:pt x="185" y="132"/>
                    <a:pt x="192" y="125"/>
                    <a:pt x="192" y="117"/>
                  </a:cubicBezTo>
                  <a:cubicBezTo>
                    <a:pt x="192" y="15"/>
                    <a:pt x="192" y="15"/>
                    <a:pt x="192" y="15"/>
                  </a:cubicBezTo>
                  <a:cubicBezTo>
                    <a:pt x="192" y="7"/>
                    <a:pt x="185" y="0"/>
                    <a:pt x="177" y="0"/>
                  </a:cubicBezTo>
                  <a:close/>
                  <a:moveTo>
                    <a:pt x="56" y="23"/>
                  </a:moveTo>
                  <a:cubicBezTo>
                    <a:pt x="66" y="23"/>
                    <a:pt x="73" y="31"/>
                    <a:pt x="73" y="40"/>
                  </a:cubicBezTo>
                  <a:cubicBezTo>
                    <a:pt x="73" y="50"/>
                    <a:pt x="66" y="57"/>
                    <a:pt x="56" y="57"/>
                  </a:cubicBezTo>
                  <a:cubicBezTo>
                    <a:pt x="47" y="57"/>
                    <a:pt x="39" y="50"/>
                    <a:pt x="39" y="40"/>
                  </a:cubicBezTo>
                  <a:cubicBezTo>
                    <a:pt x="39" y="31"/>
                    <a:pt x="47" y="23"/>
                    <a:pt x="56" y="23"/>
                  </a:cubicBezTo>
                  <a:close/>
                  <a:moveTo>
                    <a:pt x="95" y="108"/>
                  </a:moveTo>
                  <a:cubicBezTo>
                    <a:pt x="18" y="108"/>
                    <a:pt x="18" y="108"/>
                    <a:pt x="18" y="108"/>
                  </a:cubicBezTo>
                  <a:cubicBezTo>
                    <a:pt x="17" y="108"/>
                    <a:pt x="17" y="108"/>
                    <a:pt x="17" y="107"/>
                  </a:cubicBezTo>
                  <a:cubicBezTo>
                    <a:pt x="17" y="86"/>
                    <a:pt x="34" y="68"/>
                    <a:pt x="56" y="68"/>
                  </a:cubicBezTo>
                  <a:cubicBezTo>
                    <a:pt x="78" y="68"/>
                    <a:pt x="96" y="86"/>
                    <a:pt x="96" y="107"/>
                  </a:cubicBezTo>
                  <a:cubicBezTo>
                    <a:pt x="96" y="108"/>
                    <a:pt x="95" y="108"/>
                    <a:pt x="95" y="108"/>
                  </a:cubicBezTo>
                  <a:close/>
                  <a:moveTo>
                    <a:pt x="162" y="83"/>
                  </a:moveTo>
                  <a:cubicBezTo>
                    <a:pt x="112" y="83"/>
                    <a:pt x="112" y="83"/>
                    <a:pt x="112" y="83"/>
                  </a:cubicBezTo>
                  <a:cubicBezTo>
                    <a:pt x="110" y="83"/>
                    <a:pt x="108" y="82"/>
                    <a:pt x="108" y="79"/>
                  </a:cubicBezTo>
                  <a:cubicBezTo>
                    <a:pt x="108" y="77"/>
                    <a:pt x="110" y="75"/>
                    <a:pt x="11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4" y="75"/>
                    <a:pt x="166" y="77"/>
                    <a:pt x="166" y="79"/>
                  </a:cubicBezTo>
                  <a:cubicBezTo>
                    <a:pt x="166" y="82"/>
                    <a:pt x="164" y="83"/>
                    <a:pt x="162" y="83"/>
                  </a:cubicBezTo>
                  <a:close/>
                  <a:moveTo>
                    <a:pt x="16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0" y="52"/>
                    <a:pt x="108" y="51"/>
                    <a:pt x="108" y="49"/>
                  </a:cubicBezTo>
                  <a:cubicBezTo>
                    <a:pt x="108" y="46"/>
                    <a:pt x="110" y="45"/>
                    <a:pt x="112" y="45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4" y="45"/>
                    <a:pt x="166" y="46"/>
                    <a:pt x="166" y="49"/>
                  </a:cubicBezTo>
                  <a:cubicBezTo>
                    <a:pt x="166" y="51"/>
                    <a:pt x="164" y="52"/>
                    <a:pt x="162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118"/>
            <p:cNvSpPr/>
            <p:nvPr/>
          </p:nvSpPr>
          <p:spPr bwMode="auto">
            <a:xfrm>
              <a:off x="10551446" y="5349139"/>
              <a:ext cx="18214" cy="53340"/>
            </a:xfrm>
            <a:custGeom>
              <a:avLst/>
              <a:gdLst>
                <a:gd name="T0" fmla="*/ 8 w 8"/>
                <a:gd name="T1" fmla="*/ 4 h 22"/>
                <a:gd name="T2" fmla="*/ 4 w 8"/>
                <a:gd name="T3" fmla="*/ 0 h 22"/>
                <a:gd name="T4" fmla="*/ 0 w 8"/>
                <a:gd name="T5" fmla="*/ 4 h 22"/>
                <a:gd name="T6" fmla="*/ 0 w 8"/>
                <a:gd name="T7" fmla="*/ 22 h 22"/>
                <a:gd name="T8" fmla="*/ 8 w 8"/>
                <a:gd name="T9" fmla="*/ 22 h 22"/>
                <a:gd name="T10" fmla="*/ 8 w 8"/>
                <a:gd name="T11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2">
                  <a:moveTo>
                    <a:pt x="8" y="4"/>
                  </a:moveTo>
                  <a:cubicBezTo>
                    <a:pt x="8" y="1"/>
                    <a:pt x="6" y="0"/>
                    <a:pt x="4" y="0"/>
                  </a:cubicBezTo>
                  <a:cubicBezTo>
                    <a:pt x="1" y="0"/>
                    <a:pt x="0" y="1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8" y="22"/>
                    <a:pt x="8" y="22"/>
                    <a:pt x="8" y="22"/>
                  </a:cubicBezTo>
                  <a:lnTo>
                    <a:pt x="8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  <p:bldLst>
      <p:bldP spid="6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/>
          <p:cNvSpPr>
            <a:spLocks noGrp="1"/>
          </p:cNvSpPr>
          <p:nvPr>
            <p:ph type="title"/>
          </p:nvPr>
        </p:nvSpPr>
        <p:spPr>
          <a:xfrm>
            <a:off x="271780" y="165100"/>
            <a:ext cx="8155940" cy="648970"/>
          </a:xfrm>
        </p:spPr>
        <p:txBody>
          <a:bodyPr/>
          <a:lstStyle/>
          <a:p>
            <a:r>
              <a:rPr lang="en-US" altLang="zh-CN" sz="4000" dirty="0">
                <a:solidFill>
                  <a:srgbClr val="C00000"/>
                </a:solidFill>
                <a:sym typeface="+mn-ea"/>
              </a:rPr>
              <a:t>1. </a:t>
            </a:r>
            <a:r>
              <a:rPr lang="en-US" altLang="zh-CN" dirty="0">
                <a:solidFill>
                  <a:srgbClr val="FF0000"/>
                </a:solidFill>
                <a:latin typeface="+mj-ea"/>
                <a:sym typeface="+mn-ea"/>
              </a:rPr>
              <a:t> </a:t>
            </a:r>
            <a:r>
              <a:rPr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准确认识基本培训机制</a:t>
            </a:r>
            <a:endParaRPr lang="zh-CN" altLang="en-US" sz="2800" kern="120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6" name="Text2"/>
          <p:cNvSpPr txBox="1"/>
          <p:nvPr/>
        </p:nvSpPr>
        <p:spPr>
          <a:xfrm>
            <a:off x="948690" y="1248410"/>
            <a:ext cx="10294620" cy="730885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anchorCtr="0">
            <a:spAutoFit/>
          </a:bodyPr>
          <a:lstStyle/>
          <a:p>
            <a:pPr>
              <a:lnSpc>
                <a:spcPct val="130000"/>
              </a:lnSpc>
              <a:buSzPct val="25000"/>
              <a:defRPr/>
            </a:pPr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要准确掌握基本培训的</a:t>
            </a:r>
            <a:r>
              <a:rPr sz="2800" b="1" u="sng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形式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sz="2800" b="1" u="sng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特点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sz="2800" b="1" u="sng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学习内容</a:t>
            </a:r>
            <a:r>
              <a:rPr lang="zh-CN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sz="28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2991381" y="4497267"/>
            <a:ext cx="308776" cy="309652"/>
            <a:chOff x="1396546" y="5301003"/>
            <a:chExt cx="457940" cy="459241"/>
          </a:xfrm>
          <a:solidFill>
            <a:schemeClr val="bg1"/>
          </a:solidFill>
        </p:grpSpPr>
        <p:sp>
          <p:nvSpPr>
            <p:cNvPr id="69" name="Freeform 98"/>
            <p:cNvSpPr>
              <a:spLocks noEditPoints="1"/>
            </p:cNvSpPr>
            <p:nvPr/>
          </p:nvSpPr>
          <p:spPr bwMode="auto">
            <a:xfrm>
              <a:off x="1396546" y="5301003"/>
              <a:ext cx="312232" cy="408503"/>
            </a:xfrm>
            <a:custGeom>
              <a:avLst/>
              <a:gdLst>
                <a:gd name="T0" fmla="*/ 105 w 131"/>
                <a:gd name="T1" fmla="*/ 142 h 171"/>
                <a:gd name="T2" fmla="*/ 101 w 131"/>
                <a:gd name="T3" fmla="*/ 143 h 171"/>
                <a:gd name="T4" fmla="*/ 29 w 131"/>
                <a:gd name="T5" fmla="*/ 143 h 171"/>
                <a:gd name="T6" fmla="*/ 25 w 131"/>
                <a:gd name="T7" fmla="*/ 139 h 171"/>
                <a:gd name="T8" fmla="*/ 29 w 131"/>
                <a:gd name="T9" fmla="*/ 135 h 171"/>
                <a:gd name="T10" fmla="*/ 101 w 131"/>
                <a:gd name="T11" fmla="*/ 135 h 171"/>
                <a:gd name="T12" fmla="*/ 104 w 131"/>
                <a:gd name="T13" fmla="*/ 136 h 171"/>
                <a:gd name="T14" fmla="*/ 101 w 131"/>
                <a:gd name="T15" fmla="*/ 117 h 171"/>
                <a:gd name="T16" fmla="*/ 101 w 131"/>
                <a:gd name="T17" fmla="*/ 117 h 171"/>
                <a:gd name="T18" fmla="*/ 29 w 131"/>
                <a:gd name="T19" fmla="*/ 117 h 171"/>
                <a:gd name="T20" fmla="*/ 25 w 131"/>
                <a:gd name="T21" fmla="*/ 113 h 171"/>
                <a:gd name="T22" fmla="*/ 29 w 131"/>
                <a:gd name="T23" fmla="*/ 109 h 171"/>
                <a:gd name="T24" fmla="*/ 101 w 131"/>
                <a:gd name="T25" fmla="*/ 109 h 171"/>
                <a:gd name="T26" fmla="*/ 103 w 131"/>
                <a:gd name="T27" fmla="*/ 109 h 171"/>
                <a:gd name="T28" fmla="*/ 104 w 131"/>
                <a:gd name="T29" fmla="*/ 107 h 171"/>
                <a:gd name="T30" fmla="*/ 110 w 131"/>
                <a:gd name="T31" fmla="*/ 105 h 171"/>
                <a:gd name="T32" fmla="*/ 111 w 131"/>
                <a:gd name="T33" fmla="*/ 105 h 171"/>
                <a:gd name="T34" fmla="*/ 113 w 131"/>
                <a:gd name="T35" fmla="*/ 105 h 171"/>
                <a:gd name="T36" fmla="*/ 118 w 131"/>
                <a:gd name="T37" fmla="*/ 106 h 171"/>
                <a:gd name="T38" fmla="*/ 131 w 131"/>
                <a:gd name="T39" fmla="*/ 101 h 171"/>
                <a:gd name="T40" fmla="*/ 131 w 131"/>
                <a:gd name="T41" fmla="*/ 1 h 171"/>
                <a:gd name="T42" fmla="*/ 130 w 131"/>
                <a:gd name="T43" fmla="*/ 0 h 171"/>
                <a:gd name="T44" fmla="*/ 1 w 131"/>
                <a:gd name="T45" fmla="*/ 0 h 171"/>
                <a:gd name="T46" fmla="*/ 0 w 131"/>
                <a:gd name="T47" fmla="*/ 1 h 171"/>
                <a:gd name="T48" fmla="*/ 0 w 131"/>
                <a:gd name="T49" fmla="*/ 170 h 171"/>
                <a:gd name="T50" fmla="*/ 1 w 131"/>
                <a:gd name="T51" fmla="*/ 171 h 171"/>
                <a:gd name="T52" fmla="*/ 113 w 131"/>
                <a:gd name="T53" fmla="*/ 171 h 171"/>
                <a:gd name="T54" fmla="*/ 112 w 131"/>
                <a:gd name="T55" fmla="*/ 169 h 171"/>
                <a:gd name="T56" fmla="*/ 105 w 131"/>
                <a:gd name="T57" fmla="*/ 142 h 171"/>
                <a:gd name="T58" fmla="*/ 29 w 131"/>
                <a:gd name="T59" fmla="*/ 28 h 171"/>
                <a:gd name="T60" fmla="*/ 101 w 131"/>
                <a:gd name="T61" fmla="*/ 28 h 171"/>
                <a:gd name="T62" fmla="*/ 105 w 131"/>
                <a:gd name="T63" fmla="*/ 33 h 171"/>
                <a:gd name="T64" fmla="*/ 101 w 131"/>
                <a:gd name="T65" fmla="*/ 37 h 171"/>
                <a:gd name="T66" fmla="*/ 29 w 131"/>
                <a:gd name="T67" fmla="*/ 37 h 171"/>
                <a:gd name="T68" fmla="*/ 25 w 131"/>
                <a:gd name="T69" fmla="*/ 33 h 171"/>
                <a:gd name="T70" fmla="*/ 29 w 131"/>
                <a:gd name="T71" fmla="*/ 28 h 171"/>
                <a:gd name="T72" fmla="*/ 29 w 131"/>
                <a:gd name="T73" fmla="*/ 55 h 171"/>
                <a:gd name="T74" fmla="*/ 101 w 131"/>
                <a:gd name="T75" fmla="*/ 55 h 171"/>
                <a:gd name="T76" fmla="*/ 105 w 131"/>
                <a:gd name="T77" fmla="*/ 59 h 171"/>
                <a:gd name="T78" fmla="*/ 101 w 131"/>
                <a:gd name="T79" fmla="*/ 63 h 171"/>
                <a:gd name="T80" fmla="*/ 29 w 131"/>
                <a:gd name="T81" fmla="*/ 63 h 171"/>
                <a:gd name="T82" fmla="*/ 25 w 131"/>
                <a:gd name="T83" fmla="*/ 59 h 171"/>
                <a:gd name="T84" fmla="*/ 29 w 131"/>
                <a:gd name="T85" fmla="*/ 55 h 171"/>
                <a:gd name="T86" fmla="*/ 29 w 131"/>
                <a:gd name="T87" fmla="*/ 82 h 171"/>
                <a:gd name="T88" fmla="*/ 101 w 131"/>
                <a:gd name="T89" fmla="*/ 82 h 171"/>
                <a:gd name="T90" fmla="*/ 105 w 131"/>
                <a:gd name="T91" fmla="*/ 86 h 171"/>
                <a:gd name="T92" fmla="*/ 101 w 131"/>
                <a:gd name="T93" fmla="*/ 90 h 171"/>
                <a:gd name="T94" fmla="*/ 29 w 131"/>
                <a:gd name="T95" fmla="*/ 90 h 171"/>
                <a:gd name="T96" fmla="*/ 25 w 131"/>
                <a:gd name="T97" fmla="*/ 86 h 171"/>
                <a:gd name="T98" fmla="*/ 29 w 131"/>
                <a:gd name="T99" fmla="*/ 82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1" h="171">
                  <a:moveTo>
                    <a:pt x="105" y="142"/>
                  </a:moveTo>
                  <a:cubicBezTo>
                    <a:pt x="104" y="143"/>
                    <a:pt x="103" y="143"/>
                    <a:pt x="101" y="143"/>
                  </a:cubicBezTo>
                  <a:cubicBezTo>
                    <a:pt x="29" y="143"/>
                    <a:pt x="29" y="143"/>
                    <a:pt x="29" y="143"/>
                  </a:cubicBezTo>
                  <a:cubicBezTo>
                    <a:pt x="27" y="143"/>
                    <a:pt x="25" y="142"/>
                    <a:pt x="25" y="139"/>
                  </a:cubicBezTo>
                  <a:cubicBezTo>
                    <a:pt x="25" y="137"/>
                    <a:pt x="27" y="135"/>
                    <a:pt x="29" y="135"/>
                  </a:cubicBezTo>
                  <a:cubicBezTo>
                    <a:pt x="101" y="135"/>
                    <a:pt x="101" y="135"/>
                    <a:pt x="101" y="135"/>
                  </a:cubicBezTo>
                  <a:cubicBezTo>
                    <a:pt x="102" y="135"/>
                    <a:pt x="103" y="136"/>
                    <a:pt x="104" y="136"/>
                  </a:cubicBezTo>
                  <a:cubicBezTo>
                    <a:pt x="102" y="128"/>
                    <a:pt x="102" y="121"/>
                    <a:pt x="101" y="117"/>
                  </a:cubicBezTo>
                  <a:cubicBezTo>
                    <a:pt x="101" y="117"/>
                    <a:pt x="101" y="117"/>
                    <a:pt x="101" y="117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27" y="117"/>
                    <a:pt x="25" y="115"/>
                    <a:pt x="25" y="113"/>
                  </a:cubicBezTo>
                  <a:cubicBezTo>
                    <a:pt x="25" y="110"/>
                    <a:pt x="27" y="109"/>
                    <a:pt x="29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2" y="109"/>
                    <a:pt x="102" y="109"/>
                    <a:pt x="103" y="109"/>
                  </a:cubicBezTo>
                  <a:cubicBezTo>
                    <a:pt x="103" y="108"/>
                    <a:pt x="104" y="107"/>
                    <a:pt x="104" y="107"/>
                  </a:cubicBezTo>
                  <a:cubicBezTo>
                    <a:pt x="106" y="105"/>
                    <a:pt x="108" y="105"/>
                    <a:pt x="110" y="105"/>
                  </a:cubicBezTo>
                  <a:cubicBezTo>
                    <a:pt x="111" y="105"/>
                    <a:pt x="111" y="105"/>
                    <a:pt x="111" y="105"/>
                  </a:cubicBezTo>
                  <a:cubicBezTo>
                    <a:pt x="113" y="105"/>
                    <a:pt x="113" y="105"/>
                    <a:pt x="113" y="105"/>
                  </a:cubicBezTo>
                  <a:cubicBezTo>
                    <a:pt x="114" y="105"/>
                    <a:pt x="116" y="106"/>
                    <a:pt x="118" y="106"/>
                  </a:cubicBezTo>
                  <a:cubicBezTo>
                    <a:pt x="123" y="106"/>
                    <a:pt x="127" y="103"/>
                    <a:pt x="131" y="101"/>
                  </a:cubicBezTo>
                  <a:cubicBezTo>
                    <a:pt x="131" y="1"/>
                    <a:pt x="131" y="1"/>
                    <a:pt x="131" y="1"/>
                  </a:cubicBezTo>
                  <a:cubicBezTo>
                    <a:pt x="131" y="1"/>
                    <a:pt x="131" y="0"/>
                    <a:pt x="13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0" y="171"/>
                    <a:pt x="0" y="171"/>
                    <a:pt x="1" y="171"/>
                  </a:cubicBezTo>
                  <a:cubicBezTo>
                    <a:pt x="113" y="171"/>
                    <a:pt x="113" y="171"/>
                    <a:pt x="113" y="171"/>
                  </a:cubicBezTo>
                  <a:cubicBezTo>
                    <a:pt x="113" y="171"/>
                    <a:pt x="112" y="170"/>
                    <a:pt x="112" y="169"/>
                  </a:cubicBezTo>
                  <a:cubicBezTo>
                    <a:pt x="109" y="163"/>
                    <a:pt x="106" y="152"/>
                    <a:pt x="105" y="142"/>
                  </a:cubicBezTo>
                  <a:close/>
                  <a:moveTo>
                    <a:pt x="29" y="28"/>
                  </a:moveTo>
                  <a:cubicBezTo>
                    <a:pt x="101" y="28"/>
                    <a:pt x="101" y="28"/>
                    <a:pt x="101" y="28"/>
                  </a:cubicBezTo>
                  <a:cubicBezTo>
                    <a:pt x="104" y="28"/>
                    <a:pt x="105" y="30"/>
                    <a:pt x="105" y="33"/>
                  </a:cubicBezTo>
                  <a:cubicBezTo>
                    <a:pt x="105" y="35"/>
                    <a:pt x="104" y="37"/>
                    <a:pt x="101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7" y="37"/>
                    <a:pt x="25" y="35"/>
                    <a:pt x="25" y="33"/>
                  </a:cubicBezTo>
                  <a:cubicBezTo>
                    <a:pt x="25" y="30"/>
                    <a:pt x="27" y="28"/>
                    <a:pt x="29" y="28"/>
                  </a:cubicBezTo>
                  <a:close/>
                  <a:moveTo>
                    <a:pt x="29" y="55"/>
                  </a:moveTo>
                  <a:cubicBezTo>
                    <a:pt x="101" y="55"/>
                    <a:pt x="101" y="55"/>
                    <a:pt x="101" y="55"/>
                  </a:cubicBezTo>
                  <a:cubicBezTo>
                    <a:pt x="104" y="55"/>
                    <a:pt x="105" y="57"/>
                    <a:pt x="105" y="59"/>
                  </a:cubicBezTo>
                  <a:cubicBezTo>
                    <a:pt x="105" y="61"/>
                    <a:pt x="104" y="63"/>
                    <a:pt x="101" y="63"/>
                  </a:cubicBezTo>
                  <a:cubicBezTo>
                    <a:pt x="29" y="63"/>
                    <a:pt x="29" y="63"/>
                    <a:pt x="29" y="63"/>
                  </a:cubicBezTo>
                  <a:cubicBezTo>
                    <a:pt x="27" y="63"/>
                    <a:pt x="25" y="61"/>
                    <a:pt x="25" y="59"/>
                  </a:cubicBezTo>
                  <a:cubicBezTo>
                    <a:pt x="25" y="57"/>
                    <a:pt x="27" y="55"/>
                    <a:pt x="29" y="55"/>
                  </a:cubicBezTo>
                  <a:close/>
                  <a:moveTo>
                    <a:pt x="29" y="82"/>
                  </a:moveTo>
                  <a:cubicBezTo>
                    <a:pt x="101" y="82"/>
                    <a:pt x="101" y="82"/>
                    <a:pt x="101" y="82"/>
                  </a:cubicBezTo>
                  <a:cubicBezTo>
                    <a:pt x="104" y="82"/>
                    <a:pt x="105" y="84"/>
                    <a:pt x="105" y="86"/>
                  </a:cubicBezTo>
                  <a:cubicBezTo>
                    <a:pt x="105" y="88"/>
                    <a:pt x="104" y="90"/>
                    <a:pt x="101" y="90"/>
                  </a:cubicBezTo>
                  <a:cubicBezTo>
                    <a:pt x="29" y="90"/>
                    <a:pt x="29" y="90"/>
                    <a:pt x="29" y="90"/>
                  </a:cubicBezTo>
                  <a:cubicBezTo>
                    <a:pt x="27" y="90"/>
                    <a:pt x="25" y="88"/>
                    <a:pt x="25" y="86"/>
                  </a:cubicBezTo>
                  <a:cubicBezTo>
                    <a:pt x="25" y="84"/>
                    <a:pt x="27" y="82"/>
                    <a:pt x="29" y="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99"/>
            <p:cNvSpPr>
              <a:spLocks noEditPoints="1"/>
            </p:cNvSpPr>
            <p:nvPr/>
          </p:nvSpPr>
          <p:spPr bwMode="auto">
            <a:xfrm>
              <a:off x="1656739" y="5519565"/>
              <a:ext cx="197747" cy="240679"/>
            </a:xfrm>
            <a:custGeom>
              <a:avLst/>
              <a:gdLst>
                <a:gd name="T0" fmla="*/ 82 w 83"/>
                <a:gd name="T1" fmla="*/ 22 h 101"/>
                <a:gd name="T2" fmla="*/ 81 w 83"/>
                <a:gd name="T3" fmla="*/ 22 h 101"/>
                <a:gd name="T4" fmla="*/ 74 w 83"/>
                <a:gd name="T5" fmla="*/ 23 h 101"/>
                <a:gd name="T6" fmla="*/ 42 w 83"/>
                <a:gd name="T7" fmla="*/ 1 h 101"/>
                <a:gd name="T8" fmla="*/ 41 w 83"/>
                <a:gd name="T9" fmla="*/ 0 h 101"/>
                <a:gd name="T10" fmla="*/ 41 w 83"/>
                <a:gd name="T11" fmla="*/ 1 h 101"/>
                <a:gd name="T12" fmla="*/ 9 w 83"/>
                <a:gd name="T13" fmla="*/ 23 h 101"/>
                <a:gd name="T14" fmla="*/ 9 w 83"/>
                <a:gd name="T15" fmla="*/ 23 h 101"/>
                <a:gd name="T16" fmla="*/ 2 w 83"/>
                <a:gd name="T17" fmla="*/ 22 h 101"/>
                <a:gd name="T18" fmla="*/ 1 w 83"/>
                <a:gd name="T19" fmla="*/ 22 h 101"/>
                <a:gd name="T20" fmla="*/ 0 w 83"/>
                <a:gd name="T21" fmla="*/ 23 h 101"/>
                <a:gd name="T22" fmla="*/ 10 w 83"/>
                <a:gd name="T23" fmla="*/ 74 h 101"/>
                <a:gd name="T24" fmla="*/ 33 w 83"/>
                <a:gd name="T25" fmla="*/ 94 h 101"/>
                <a:gd name="T26" fmla="*/ 40 w 83"/>
                <a:gd name="T27" fmla="*/ 101 h 101"/>
                <a:gd name="T28" fmla="*/ 41 w 83"/>
                <a:gd name="T29" fmla="*/ 101 h 101"/>
                <a:gd name="T30" fmla="*/ 42 w 83"/>
                <a:gd name="T31" fmla="*/ 101 h 101"/>
                <a:gd name="T32" fmla="*/ 50 w 83"/>
                <a:gd name="T33" fmla="*/ 94 h 101"/>
                <a:gd name="T34" fmla="*/ 73 w 83"/>
                <a:gd name="T35" fmla="*/ 74 h 101"/>
                <a:gd name="T36" fmla="*/ 83 w 83"/>
                <a:gd name="T37" fmla="*/ 23 h 101"/>
                <a:gd name="T38" fmla="*/ 82 w 83"/>
                <a:gd name="T39" fmla="*/ 22 h 101"/>
                <a:gd name="T40" fmla="*/ 54 w 83"/>
                <a:gd name="T41" fmla="*/ 67 h 101"/>
                <a:gd name="T42" fmla="*/ 28 w 83"/>
                <a:gd name="T43" fmla="*/ 67 h 101"/>
                <a:gd name="T44" fmla="*/ 24 w 83"/>
                <a:gd name="T45" fmla="*/ 63 h 101"/>
                <a:gd name="T46" fmla="*/ 28 w 83"/>
                <a:gd name="T47" fmla="*/ 59 h 101"/>
                <a:gd name="T48" fmla="*/ 54 w 83"/>
                <a:gd name="T49" fmla="*/ 59 h 101"/>
                <a:gd name="T50" fmla="*/ 58 w 83"/>
                <a:gd name="T51" fmla="*/ 63 h 101"/>
                <a:gd name="T52" fmla="*/ 54 w 83"/>
                <a:gd name="T53" fmla="*/ 67 h 101"/>
                <a:gd name="T54" fmla="*/ 59 w 83"/>
                <a:gd name="T55" fmla="*/ 48 h 101"/>
                <a:gd name="T56" fmla="*/ 23 w 83"/>
                <a:gd name="T57" fmla="*/ 48 h 101"/>
                <a:gd name="T58" fmla="*/ 19 w 83"/>
                <a:gd name="T59" fmla="*/ 44 h 101"/>
                <a:gd name="T60" fmla="*/ 23 w 83"/>
                <a:gd name="T61" fmla="*/ 40 h 101"/>
                <a:gd name="T62" fmla="*/ 59 w 83"/>
                <a:gd name="T63" fmla="*/ 40 h 101"/>
                <a:gd name="T64" fmla="*/ 63 w 83"/>
                <a:gd name="T65" fmla="*/ 44 h 101"/>
                <a:gd name="T66" fmla="*/ 59 w 83"/>
                <a:gd name="T67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3" h="101">
                  <a:moveTo>
                    <a:pt x="82" y="22"/>
                  </a:moveTo>
                  <a:cubicBezTo>
                    <a:pt x="82" y="22"/>
                    <a:pt x="82" y="22"/>
                    <a:pt x="81" y="22"/>
                  </a:cubicBezTo>
                  <a:cubicBezTo>
                    <a:pt x="79" y="22"/>
                    <a:pt x="77" y="23"/>
                    <a:pt x="74" y="23"/>
                  </a:cubicBezTo>
                  <a:cubicBezTo>
                    <a:pt x="54" y="23"/>
                    <a:pt x="43" y="1"/>
                    <a:pt x="42" y="1"/>
                  </a:cubicBezTo>
                  <a:cubicBezTo>
                    <a:pt x="42" y="0"/>
                    <a:pt x="42" y="0"/>
                    <a:pt x="41" y="0"/>
                  </a:cubicBezTo>
                  <a:cubicBezTo>
                    <a:pt x="41" y="0"/>
                    <a:pt x="41" y="0"/>
                    <a:pt x="41" y="1"/>
                  </a:cubicBezTo>
                  <a:cubicBezTo>
                    <a:pt x="40" y="1"/>
                    <a:pt x="2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6" y="23"/>
                    <a:pt x="4" y="22"/>
                    <a:pt x="2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0" y="23"/>
                    <a:pt x="0" y="23"/>
                  </a:cubicBezTo>
                  <a:cubicBezTo>
                    <a:pt x="1" y="25"/>
                    <a:pt x="3" y="62"/>
                    <a:pt x="10" y="74"/>
                  </a:cubicBezTo>
                  <a:cubicBezTo>
                    <a:pt x="18" y="87"/>
                    <a:pt x="26" y="91"/>
                    <a:pt x="33" y="94"/>
                  </a:cubicBezTo>
                  <a:cubicBezTo>
                    <a:pt x="37" y="96"/>
                    <a:pt x="40" y="98"/>
                    <a:pt x="40" y="101"/>
                  </a:cubicBezTo>
                  <a:cubicBezTo>
                    <a:pt x="41" y="101"/>
                    <a:pt x="41" y="101"/>
                    <a:pt x="41" y="101"/>
                  </a:cubicBezTo>
                  <a:cubicBezTo>
                    <a:pt x="42" y="101"/>
                    <a:pt x="42" y="101"/>
                    <a:pt x="42" y="101"/>
                  </a:cubicBezTo>
                  <a:cubicBezTo>
                    <a:pt x="43" y="98"/>
                    <a:pt x="46" y="96"/>
                    <a:pt x="50" y="94"/>
                  </a:cubicBezTo>
                  <a:cubicBezTo>
                    <a:pt x="57" y="91"/>
                    <a:pt x="65" y="87"/>
                    <a:pt x="73" y="74"/>
                  </a:cubicBezTo>
                  <a:cubicBezTo>
                    <a:pt x="80" y="62"/>
                    <a:pt x="82" y="25"/>
                    <a:pt x="83" y="23"/>
                  </a:cubicBezTo>
                  <a:cubicBezTo>
                    <a:pt x="83" y="23"/>
                    <a:pt x="82" y="22"/>
                    <a:pt x="82" y="22"/>
                  </a:cubicBezTo>
                  <a:close/>
                  <a:moveTo>
                    <a:pt x="54" y="67"/>
                  </a:moveTo>
                  <a:cubicBezTo>
                    <a:pt x="28" y="67"/>
                    <a:pt x="28" y="67"/>
                    <a:pt x="28" y="67"/>
                  </a:cubicBezTo>
                  <a:cubicBezTo>
                    <a:pt x="25" y="67"/>
                    <a:pt x="24" y="66"/>
                    <a:pt x="24" y="63"/>
                  </a:cubicBezTo>
                  <a:cubicBezTo>
                    <a:pt x="24" y="61"/>
                    <a:pt x="25" y="59"/>
                    <a:pt x="28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7" y="59"/>
                    <a:pt x="58" y="61"/>
                    <a:pt x="58" y="63"/>
                  </a:cubicBezTo>
                  <a:cubicBezTo>
                    <a:pt x="58" y="66"/>
                    <a:pt x="57" y="67"/>
                    <a:pt x="54" y="67"/>
                  </a:cubicBezTo>
                  <a:close/>
                  <a:moveTo>
                    <a:pt x="59" y="48"/>
                  </a:moveTo>
                  <a:cubicBezTo>
                    <a:pt x="23" y="48"/>
                    <a:pt x="23" y="48"/>
                    <a:pt x="23" y="48"/>
                  </a:cubicBezTo>
                  <a:cubicBezTo>
                    <a:pt x="21" y="48"/>
                    <a:pt x="19" y="47"/>
                    <a:pt x="19" y="44"/>
                  </a:cubicBezTo>
                  <a:cubicBezTo>
                    <a:pt x="19" y="42"/>
                    <a:pt x="21" y="40"/>
                    <a:pt x="23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61" y="40"/>
                    <a:pt x="63" y="42"/>
                    <a:pt x="63" y="44"/>
                  </a:cubicBezTo>
                  <a:cubicBezTo>
                    <a:pt x="63" y="47"/>
                    <a:pt x="61" y="48"/>
                    <a:pt x="59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9672643" y="5856515"/>
            <a:ext cx="308776" cy="248248"/>
            <a:chOff x="10331583" y="5349139"/>
            <a:chExt cx="457940" cy="368173"/>
          </a:xfrm>
          <a:solidFill>
            <a:schemeClr val="bg1"/>
          </a:solidFill>
        </p:grpSpPr>
        <p:sp>
          <p:nvSpPr>
            <p:cNvPr id="75" name="Freeform 117"/>
            <p:cNvSpPr>
              <a:spLocks noEditPoints="1"/>
            </p:cNvSpPr>
            <p:nvPr/>
          </p:nvSpPr>
          <p:spPr bwMode="auto">
            <a:xfrm>
              <a:off x="10331583" y="5402478"/>
              <a:ext cx="457940" cy="314834"/>
            </a:xfrm>
            <a:custGeom>
              <a:avLst/>
              <a:gdLst>
                <a:gd name="T0" fmla="*/ 177 w 192"/>
                <a:gd name="T1" fmla="*/ 0 h 132"/>
                <a:gd name="T2" fmla="*/ 100 w 192"/>
                <a:gd name="T3" fmla="*/ 0 h 132"/>
                <a:gd name="T4" fmla="*/ 100 w 192"/>
                <a:gd name="T5" fmla="*/ 17 h 132"/>
                <a:gd name="T6" fmla="*/ 96 w 192"/>
                <a:gd name="T7" fmla="*/ 21 h 132"/>
                <a:gd name="T8" fmla="*/ 92 w 192"/>
                <a:gd name="T9" fmla="*/ 17 h 132"/>
                <a:gd name="T10" fmla="*/ 92 w 192"/>
                <a:gd name="T11" fmla="*/ 0 h 132"/>
                <a:gd name="T12" fmla="*/ 14 w 192"/>
                <a:gd name="T13" fmla="*/ 0 h 132"/>
                <a:gd name="T14" fmla="*/ 0 w 192"/>
                <a:gd name="T15" fmla="*/ 15 h 132"/>
                <a:gd name="T16" fmla="*/ 0 w 192"/>
                <a:gd name="T17" fmla="*/ 117 h 132"/>
                <a:gd name="T18" fmla="*/ 14 w 192"/>
                <a:gd name="T19" fmla="*/ 132 h 132"/>
                <a:gd name="T20" fmla="*/ 177 w 192"/>
                <a:gd name="T21" fmla="*/ 132 h 132"/>
                <a:gd name="T22" fmla="*/ 192 w 192"/>
                <a:gd name="T23" fmla="*/ 117 h 132"/>
                <a:gd name="T24" fmla="*/ 192 w 192"/>
                <a:gd name="T25" fmla="*/ 15 h 132"/>
                <a:gd name="T26" fmla="*/ 177 w 192"/>
                <a:gd name="T27" fmla="*/ 0 h 132"/>
                <a:gd name="T28" fmla="*/ 56 w 192"/>
                <a:gd name="T29" fmla="*/ 23 h 132"/>
                <a:gd name="T30" fmla="*/ 73 w 192"/>
                <a:gd name="T31" fmla="*/ 40 h 132"/>
                <a:gd name="T32" fmla="*/ 56 w 192"/>
                <a:gd name="T33" fmla="*/ 57 h 132"/>
                <a:gd name="T34" fmla="*/ 39 w 192"/>
                <a:gd name="T35" fmla="*/ 40 h 132"/>
                <a:gd name="T36" fmla="*/ 56 w 192"/>
                <a:gd name="T37" fmla="*/ 23 h 132"/>
                <a:gd name="T38" fmla="*/ 95 w 192"/>
                <a:gd name="T39" fmla="*/ 108 h 132"/>
                <a:gd name="T40" fmla="*/ 18 w 192"/>
                <a:gd name="T41" fmla="*/ 108 h 132"/>
                <a:gd name="T42" fmla="*/ 17 w 192"/>
                <a:gd name="T43" fmla="*/ 107 h 132"/>
                <a:gd name="T44" fmla="*/ 56 w 192"/>
                <a:gd name="T45" fmla="*/ 68 h 132"/>
                <a:gd name="T46" fmla="*/ 96 w 192"/>
                <a:gd name="T47" fmla="*/ 107 h 132"/>
                <a:gd name="T48" fmla="*/ 95 w 192"/>
                <a:gd name="T49" fmla="*/ 108 h 132"/>
                <a:gd name="T50" fmla="*/ 162 w 192"/>
                <a:gd name="T51" fmla="*/ 83 h 132"/>
                <a:gd name="T52" fmla="*/ 112 w 192"/>
                <a:gd name="T53" fmla="*/ 83 h 132"/>
                <a:gd name="T54" fmla="*/ 108 w 192"/>
                <a:gd name="T55" fmla="*/ 79 h 132"/>
                <a:gd name="T56" fmla="*/ 112 w 192"/>
                <a:gd name="T57" fmla="*/ 75 h 132"/>
                <a:gd name="T58" fmla="*/ 162 w 192"/>
                <a:gd name="T59" fmla="*/ 75 h 132"/>
                <a:gd name="T60" fmla="*/ 166 w 192"/>
                <a:gd name="T61" fmla="*/ 79 h 132"/>
                <a:gd name="T62" fmla="*/ 162 w 192"/>
                <a:gd name="T63" fmla="*/ 83 h 132"/>
                <a:gd name="T64" fmla="*/ 162 w 192"/>
                <a:gd name="T65" fmla="*/ 52 h 132"/>
                <a:gd name="T66" fmla="*/ 112 w 192"/>
                <a:gd name="T67" fmla="*/ 52 h 132"/>
                <a:gd name="T68" fmla="*/ 108 w 192"/>
                <a:gd name="T69" fmla="*/ 49 h 132"/>
                <a:gd name="T70" fmla="*/ 112 w 192"/>
                <a:gd name="T71" fmla="*/ 45 h 132"/>
                <a:gd name="T72" fmla="*/ 162 w 192"/>
                <a:gd name="T73" fmla="*/ 45 h 132"/>
                <a:gd name="T74" fmla="*/ 166 w 192"/>
                <a:gd name="T75" fmla="*/ 49 h 132"/>
                <a:gd name="T76" fmla="*/ 162 w 192"/>
                <a:gd name="T77" fmla="*/ 5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2" h="132">
                  <a:moveTo>
                    <a:pt x="177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17"/>
                    <a:pt x="100" y="17"/>
                    <a:pt x="100" y="17"/>
                  </a:cubicBezTo>
                  <a:cubicBezTo>
                    <a:pt x="100" y="19"/>
                    <a:pt x="98" y="21"/>
                    <a:pt x="96" y="21"/>
                  </a:cubicBezTo>
                  <a:cubicBezTo>
                    <a:pt x="93" y="21"/>
                    <a:pt x="92" y="19"/>
                    <a:pt x="92" y="1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25"/>
                    <a:pt x="6" y="132"/>
                    <a:pt x="14" y="132"/>
                  </a:cubicBezTo>
                  <a:cubicBezTo>
                    <a:pt x="177" y="132"/>
                    <a:pt x="177" y="132"/>
                    <a:pt x="177" y="132"/>
                  </a:cubicBezTo>
                  <a:cubicBezTo>
                    <a:pt x="185" y="132"/>
                    <a:pt x="192" y="125"/>
                    <a:pt x="192" y="117"/>
                  </a:cubicBezTo>
                  <a:cubicBezTo>
                    <a:pt x="192" y="15"/>
                    <a:pt x="192" y="15"/>
                    <a:pt x="192" y="15"/>
                  </a:cubicBezTo>
                  <a:cubicBezTo>
                    <a:pt x="192" y="7"/>
                    <a:pt x="185" y="0"/>
                    <a:pt x="177" y="0"/>
                  </a:cubicBezTo>
                  <a:close/>
                  <a:moveTo>
                    <a:pt x="56" y="23"/>
                  </a:moveTo>
                  <a:cubicBezTo>
                    <a:pt x="66" y="23"/>
                    <a:pt x="73" y="31"/>
                    <a:pt x="73" y="40"/>
                  </a:cubicBezTo>
                  <a:cubicBezTo>
                    <a:pt x="73" y="50"/>
                    <a:pt x="66" y="57"/>
                    <a:pt x="56" y="57"/>
                  </a:cubicBezTo>
                  <a:cubicBezTo>
                    <a:pt x="47" y="57"/>
                    <a:pt x="39" y="50"/>
                    <a:pt x="39" y="40"/>
                  </a:cubicBezTo>
                  <a:cubicBezTo>
                    <a:pt x="39" y="31"/>
                    <a:pt x="47" y="23"/>
                    <a:pt x="56" y="23"/>
                  </a:cubicBezTo>
                  <a:close/>
                  <a:moveTo>
                    <a:pt x="95" y="108"/>
                  </a:moveTo>
                  <a:cubicBezTo>
                    <a:pt x="18" y="108"/>
                    <a:pt x="18" y="108"/>
                    <a:pt x="18" y="108"/>
                  </a:cubicBezTo>
                  <a:cubicBezTo>
                    <a:pt x="17" y="108"/>
                    <a:pt x="17" y="108"/>
                    <a:pt x="17" y="107"/>
                  </a:cubicBezTo>
                  <a:cubicBezTo>
                    <a:pt x="17" y="86"/>
                    <a:pt x="34" y="68"/>
                    <a:pt x="56" y="68"/>
                  </a:cubicBezTo>
                  <a:cubicBezTo>
                    <a:pt x="78" y="68"/>
                    <a:pt x="96" y="86"/>
                    <a:pt x="96" y="107"/>
                  </a:cubicBezTo>
                  <a:cubicBezTo>
                    <a:pt x="96" y="108"/>
                    <a:pt x="95" y="108"/>
                    <a:pt x="95" y="108"/>
                  </a:cubicBezTo>
                  <a:close/>
                  <a:moveTo>
                    <a:pt x="162" y="83"/>
                  </a:moveTo>
                  <a:cubicBezTo>
                    <a:pt x="112" y="83"/>
                    <a:pt x="112" y="83"/>
                    <a:pt x="112" y="83"/>
                  </a:cubicBezTo>
                  <a:cubicBezTo>
                    <a:pt x="110" y="83"/>
                    <a:pt x="108" y="82"/>
                    <a:pt x="108" y="79"/>
                  </a:cubicBezTo>
                  <a:cubicBezTo>
                    <a:pt x="108" y="77"/>
                    <a:pt x="110" y="75"/>
                    <a:pt x="11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4" y="75"/>
                    <a:pt x="166" y="77"/>
                    <a:pt x="166" y="79"/>
                  </a:cubicBezTo>
                  <a:cubicBezTo>
                    <a:pt x="166" y="82"/>
                    <a:pt x="164" y="83"/>
                    <a:pt x="162" y="83"/>
                  </a:cubicBezTo>
                  <a:close/>
                  <a:moveTo>
                    <a:pt x="16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0" y="52"/>
                    <a:pt x="108" y="51"/>
                    <a:pt x="108" y="49"/>
                  </a:cubicBezTo>
                  <a:cubicBezTo>
                    <a:pt x="108" y="46"/>
                    <a:pt x="110" y="45"/>
                    <a:pt x="112" y="45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4" y="45"/>
                    <a:pt x="166" y="46"/>
                    <a:pt x="166" y="49"/>
                  </a:cubicBezTo>
                  <a:cubicBezTo>
                    <a:pt x="166" y="51"/>
                    <a:pt x="164" y="52"/>
                    <a:pt x="162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118"/>
            <p:cNvSpPr/>
            <p:nvPr/>
          </p:nvSpPr>
          <p:spPr bwMode="auto">
            <a:xfrm>
              <a:off x="10551446" y="5349139"/>
              <a:ext cx="18214" cy="53340"/>
            </a:xfrm>
            <a:custGeom>
              <a:avLst/>
              <a:gdLst>
                <a:gd name="T0" fmla="*/ 8 w 8"/>
                <a:gd name="T1" fmla="*/ 4 h 22"/>
                <a:gd name="T2" fmla="*/ 4 w 8"/>
                <a:gd name="T3" fmla="*/ 0 h 22"/>
                <a:gd name="T4" fmla="*/ 0 w 8"/>
                <a:gd name="T5" fmla="*/ 4 h 22"/>
                <a:gd name="T6" fmla="*/ 0 w 8"/>
                <a:gd name="T7" fmla="*/ 22 h 22"/>
                <a:gd name="T8" fmla="*/ 8 w 8"/>
                <a:gd name="T9" fmla="*/ 22 h 22"/>
                <a:gd name="T10" fmla="*/ 8 w 8"/>
                <a:gd name="T11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2">
                  <a:moveTo>
                    <a:pt x="8" y="4"/>
                  </a:moveTo>
                  <a:cubicBezTo>
                    <a:pt x="8" y="1"/>
                    <a:pt x="6" y="0"/>
                    <a:pt x="4" y="0"/>
                  </a:cubicBezTo>
                  <a:cubicBezTo>
                    <a:pt x="1" y="0"/>
                    <a:pt x="0" y="1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8" y="22"/>
                    <a:pt x="8" y="22"/>
                    <a:pt x="8" y="22"/>
                  </a:cubicBezTo>
                  <a:lnTo>
                    <a:pt x="8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224280" y="2226945"/>
            <a:ext cx="1022667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以党支部为基本单位，每次学习研讨前制定学习计划和研讨计划，以“三会一课”、主题党日等为主要形式，通过线上线下相结合的方式，组织党员</a:t>
            </a:r>
            <a:r>
              <a:rPr lang="zh-CN" altLang="en-US" sz="2000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每季度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开展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集中学习、集中研讨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，推动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党的创新理论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武装走深走实。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基本培训机制强调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集中的、有组织的、含有研讨环节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的学习，区别于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传统的、分散的、自发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的学习。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建立基本培训机制目的在于推动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党的创新理论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在企业一贯到底、直达基层。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33292" y="1732370"/>
            <a:ext cx="114300" cy="392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914" tIns="45460" rIns="90914" bIns="45460" rtlCol="0" anchor="ctr"/>
          <a:lstStyle>
            <a:lvl1pPr marL="0" marR="0" indent="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1pPr>
            <a:lvl2pPr marL="0" marR="0" indent="4572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2pPr>
            <a:lvl3pPr marL="0" marR="0" indent="9144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3pPr>
            <a:lvl4pPr marL="0" marR="0" indent="13716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4pPr>
            <a:lvl5pPr marL="0" marR="0" indent="18288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5pPr>
            <a:lvl6pPr marL="0" marR="0" indent="22860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6pPr>
            <a:lvl7pPr marL="0" marR="0" indent="27432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7pPr>
            <a:lvl8pPr marL="0" marR="0" indent="32004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8pPr>
            <a:lvl9pPr marL="0" marR="0" indent="36576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9pPr>
          </a:lstStyle>
          <a:p>
            <a:pPr marL="0" marR="0" lvl="0" indent="0" algn="ctr" defTabSz="9086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sym typeface="宋体" panose="02010600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20925" y="1132267"/>
            <a:ext cx="3240364" cy="1938992"/>
            <a:chOff x="2711530" y="2724426"/>
            <a:chExt cx="3240362" cy="1938993"/>
          </a:xfrm>
        </p:grpSpPr>
        <p:sp>
          <p:nvSpPr>
            <p:cNvPr id="12" name="矩形 11"/>
            <p:cNvSpPr/>
            <p:nvPr/>
          </p:nvSpPr>
          <p:spPr>
            <a:xfrm>
              <a:off x="2711530" y="2724426"/>
              <a:ext cx="2908142" cy="193899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0" marR="0" indent="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1pPr>
              <a:lvl2pPr marL="0" marR="0" indent="457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2pPr>
              <a:lvl3pPr marL="0" marR="0" indent="914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3pPr>
              <a:lvl4pPr marL="0" marR="0" indent="1371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4pPr>
              <a:lvl5pPr marL="0" marR="0" indent="18288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5pPr>
              <a:lvl6pPr marL="0" marR="0" indent="22860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6pPr>
              <a:lvl7pPr marL="0" marR="0" indent="2743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7pPr>
              <a:lvl8pPr marL="0" marR="0" indent="3200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8pPr>
              <a:lvl9pPr marL="0" marR="0" indent="3657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9pPr>
            </a:lstStyle>
            <a:p>
              <a:pPr marL="0" marR="0" lvl="0" indent="0" algn="ctr" defTabSz="90868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0" b="1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Impact" panose="020B0806030902050204"/>
                  <a:ea typeface="黑体" panose="02010609060101010101" pitchFamily="2" charset="-122"/>
                  <a:sym typeface="宋体" panose="02010600030101010101" pitchFamily="2" charset="-122"/>
                </a:rPr>
                <a:t>目</a:t>
              </a: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Impact" panose="020B0806030902050204"/>
                  <a:ea typeface="黑体" panose="02010609060101010101" pitchFamily="2" charset="-122"/>
                  <a:sym typeface="宋体" panose="02010600030101010101" pitchFamily="2" charset="-122"/>
                </a:rPr>
                <a:t>录</a:t>
              </a:r>
              <a:endPara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Impact" panose="020B0806030902050204"/>
                <a:sym typeface="宋体" panose="02010600030101010101" pitchFamily="2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4390696" y="3317059"/>
              <a:ext cx="15611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 marL="0" marR="0" indent="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1pPr>
              <a:lvl2pPr marL="0" marR="0" indent="457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2pPr>
              <a:lvl3pPr marL="0" marR="0" indent="914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3pPr>
              <a:lvl4pPr marL="0" marR="0" indent="1371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4pPr>
              <a:lvl5pPr marL="0" marR="0" indent="18288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5pPr>
              <a:lvl6pPr marL="0" marR="0" indent="22860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6pPr>
              <a:lvl7pPr marL="0" marR="0" indent="2743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7pPr>
              <a:lvl8pPr marL="0" marR="0" indent="3200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8pPr>
              <a:lvl9pPr marL="0" marR="0" indent="3657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9pPr>
            </a:lstStyle>
            <a:p>
              <a:pPr marL="0" marR="0" lvl="0" indent="0" algn="ctr" defTabSz="908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sym typeface="宋体" panose="02010600030101010101" pitchFamily="2" charset="-122"/>
                </a:rPr>
                <a:t>CONTENTS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sym typeface="宋体" panose="02010600030101010101" pitchFamily="2" charset="-122"/>
              </a:endParaRPr>
            </a:p>
          </p:txBody>
        </p:sp>
      </p:grpSp>
      <p:sp>
        <p:nvSpPr>
          <p:cNvPr id="21" name="Freeform 57"/>
          <p:cNvSpPr/>
          <p:nvPr/>
        </p:nvSpPr>
        <p:spPr bwMode="auto">
          <a:xfrm>
            <a:off x="4075461" y="3307522"/>
            <a:ext cx="900000" cy="72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lIns="90914" tIns="45460" rIns="90914" bIns="45460" anchor="ctr"/>
          <a:lstStyle/>
          <a:p>
            <a:pPr marL="0" marR="0" lvl="0" indent="0" algn="ctr" defTabSz="90868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2" name="Freeform 56"/>
          <p:cNvSpPr/>
          <p:nvPr/>
        </p:nvSpPr>
        <p:spPr bwMode="auto">
          <a:xfrm>
            <a:off x="5298440" y="3307715"/>
            <a:ext cx="5984240" cy="7200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lIns="90914" tIns="45460" rIns="90914" bIns="4546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基本培训机制支部工作重点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Freeform 57"/>
          <p:cNvSpPr/>
          <p:nvPr/>
        </p:nvSpPr>
        <p:spPr bwMode="auto">
          <a:xfrm>
            <a:off x="4076096" y="1782618"/>
            <a:ext cx="900000" cy="72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lIns="90914" tIns="45460" rIns="90914" bIns="45460" anchor="ctr"/>
          <a:p>
            <a:pPr marL="0" marR="0" lvl="0" indent="0" algn="ctr" defTabSz="9086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6"/>
          <p:cNvSpPr/>
          <p:nvPr/>
        </p:nvSpPr>
        <p:spPr bwMode="auto">
          <a:xfrm>
            <a:off x="5298440" y="1770380"/>
            <a:ext cx="5985510" cy="72009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lIns="90914" tIns="45460" rIns="90914" bIns="45460" anchor="ctr">
            <a:noAutofit/>
          </a:bodyPr>
          <a:lstStyle/>
          <a:p>
            <a:pPr lvl="0" algn="ctr" defTabSz="914400">
              <a:buClrTx/>
              <a:buSzTx/>
              <a:buFontTx/>
              <a:defRPr/>
            </a:pPr>
            <a:r>
              <a:rPr lang="zh-CN" altLang="en-US" sz="2400" b="1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认识基本培训机制</a:t>
            </a:r>
            <a:endParaRPr lang="zh-CN" altLang="en-US" sz="2400" b="1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Freeform 56"/>
          <p:cNvSpPr/>
          <p:nvPr/>
        </p:nvSpPr>
        <p:spPr bwMode="auto">
          <a:xfrm>
            <a:off x="5309870" y="4794885"/>
            <a:ext cx="5984240" cy="72009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lIns="90914" tIns="45460" rIns="90914" bIns="45460" anchor="ctr"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基本培训机制学习评估组工作重点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Freeform 57"/>
          <p:cNvSpPr/>
          <p:nvPr/>
        </p:nvSpPr>
        <p:spPr bwMode="auto">
          <a:xfrm>
            <a:off x="4087526" y="4795058"/>
            <a:ext cx="900000" cy="72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lIns="90914" tIns="45460" rIns="90914" bIns="45460" anchor="ctr"/>
          <a:p>
            <a:pPr marL="0" marR="0" lvl="0" indent="0" algn="ctr" defTabSz="9086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4"/>
          <p:cNvSpPr>
            <a:spLocks noGrp="1"/>
          </p:cNvSpPr>
          <p:nvPr/>
        </p:nvSpPr>
        <p:spPr>
          <a:xfrm>
            <a:off x="271780" y="165100"/>
            <a:ext cx="8155940" cy="648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8191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12763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17335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21907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r>
              <a:rPr lang="en-US" altLang="zh-CN" sz="4000" dirty="0">
                <a:solidFill>
                  <a:srgbClr val="C00000"/>
                </a:solidFill>
                <a:sym typeface="+mn-ea"/>
              </a:rPr>
              <a:t>2. </a:t>
            </a:r>
            <a:r>
              <a:rPr lang="en-US" altLang="zh-CN" dirty="0">
                <a:solidFill>
                  <a:srgbClr val="FF0000"/>
                </a:solidFill>
                <a:latin typeface="+mj-ea"/>
                <a:sym typeface="+mn-ea"/>
              </a:rPr>
              <a:t> </a:t>
            </a:r>
            <a:r>
              <a:rPr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基本培训机制</a:t>
            </a:r>
            <a:r>
              <a:rPr lang="zh-CN"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支部工作重点</a:t>
            </a:r>
            <a:endParaRPr lang="zh-CN" sz="2800" kern="120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6" name="Text2"/>
          <p:cNvSpPr txBox="1"/>
          <p:nvPr/>
        </p:nvSpPr>
        <p:spPr>
          <a:xfrm>
            <a:off x="948690" y="1231900"/>
            <a:ext cx="10294620" cy="730885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anchorCtr="0">
            <a:spAutoFit/>
          </a:bodyPr>
          <a:p>
            <a:pPr>
              <a:lnSpc>
                <a:spcPct val="130000"/>
              </a:lnSpc>
              <a:buSzPct val="25000"/>
              <a:defRPr/>
            </a:pPr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第一，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培训对象</a:t>
            </a:r>
            <a:endParaRPr 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57605" y="2437765"/>
            <a:ext cx="10019030" cy="3003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支部全体党员，含预备党员。</a:t>
            </a:r>
            <a:endParaRPr lang="zh-CN" sz="20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可以根据实际请党员发展对象、入党积极分子参加集中学习研讨，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但对于其研讨发言不做硬性要求。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组织关系未归属本党支部的非劳动合同用工党员，党支部要为其参加集中学习、集中研讨提供便利条件，对于表现积极的党员，要予以表扬。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/>
          <p:cNvSpPr>
            <a:spLocks noGrp="1"/>
          </p:cNvSpPr>
          <p:nvPr>
            <p:ph type="title"/>
          </p:nvPr>
        </p:nvSpPr>
        <p:spPr>
          <a:xfrm>
            <a:off x="271780" y="165100"/>
            <a:ext cx="8155940" cy="648970"/>
          </a:xfrm>
        </p:spPr>
        <p:txBody>
          <a:bodyPr/>
          <a:lstStyle/>
          <a:p>
            <a:r>
              <a:rPr lang="en-US" altLang="zh-CN" sz="4000" dirty="0">
                <a:solidFill>
                  <a:srgbClr val="C00000"/>
                </a:solidFill>
                <a:sym typeface="+mn-ea"/>
              </a:rPr>
              <a:t>2. </a:t>
            </a:r>
            <a:r>
              <a:rPr lang="en-US" altLang="zh-CN" dirty="0">
                <a:solidFill>
                  <a:srgbClr val="FF0000"/>
                </a:solidFill>
                <a:latin typeface="+mj-ea"/>
                <a:sym typeface="+mn-ea"/>
              </a:rPr>
              <a:t> </a:t>
            </a:r>
            <a:r>
              <a:rPr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基本培训机制</a:t>
            </a:r>
            <a:r>
              <a:rPr lang="zh-CN"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支部工作重点</a:t>
            </a:r>
            <a:endParaRPr lang="zh-CN" sz="2800" kern="120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6" name="Text2"/>
          <p:cNvSpPr txBox="1"/>
          <p:nvPr/>
        </p:nvSpPr>
        <p:spPr>
          <a:xfrm>
            <a:off x="948690" y="1231900"/>
            <a:ext cx="10294620" cy="730885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anchorCtr="0">
            <a:spAutoFit/>
          </a:bodyPr>
          <a:lstStyle/>
          <a:p>
            <a:pPr>
              <a:lnSpc>
                <a:spcPct val="130000"/>
              </a:lnSpc>
              <a:buSzPct val="25000"/>
              <a:defRPr/>
            </a:pPr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学习内容</a:t>
            </a:r>
            <a:endParaRPr 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2991381" y="4497267"/>
            <a:ext cx="308776" cy="309652"/>
            <a:chOff x="1396546" y="5301003"/>
            <a:chExt cx="457940" cy="459241"/>
          </a:xfrm>
          <a:solidFill>
            <a:schemeClr val="bg1"/>
          </a:solidFill>
        </p:grpSpPr>
        <p:sp>
          <p:nvSpPr>
            <p:cNvPr id="69" name="Freeform 98"/>
            <p:cNvSpPr>
              <a:spLocks noEditPoints="1"/>
            </p:cNvSpPr>
            <p:nvPr/>
          </p:nvSpPr>
          <p:spPr bwMode="auto">
            <a:xfrm>
              <a:off x="1396546" y="5301003"/>
              <a:ext cx="312232" cy="408503"/>
            </a:xfrm>
            <a:custGeom>
              <a:avLst/>
              <a:gdLst>
                <a:gd name="T0" fmla="*/ 105 w 131"/>
                <a:gd name="T1" fmla="*/ 142 h 171"/>
                <a:gd name="T2" fmla="*/ 101 w 131"/>
                <a:gd name="T3" fmla="*/ 143 h 171"/>
                <a:gd name="T4" fmla="*/ 29 w 131"/>
                <a:gd name="T5" fmla="*/ 143 h 171"/>
                <a:gd name="T6" fmla="*/ 25 w 131"/>
                <a:gd name="T7" fmla="*/ 139 h 171"/>
                <a:gd name="T8" fmla="*/ 29 w 131"/>
                <a:gd name="T9" fmla="*/ 135 h 171"/>
                <a:gd name="T10" fmla="*/ 101 w 131"/>
                <a:gd name="T11" fmla="*/ 135 h 171"/>
                <a:gd name="T12" fmla="*/ 104 w 131"/>
                <a:gd name="T13" fmla="*/ 136 h 171"/>
                <a:gd name="T14" fmla="*/ 101 w 131"/>
                <a:gd name="T15" fmla="*/ 117 h 171"/>
                <a:gd name="T16" fmla="*/ 101 w 131"/>
                <a:gd name="T17" fmla="*/ 117 h 171"/>
                <a:gd name="T18" fmla="*/ 29 w 131"/>
                <a:gd name="T19" fmla="*/ 117 h 171"/>
                <a:gd name="T20" fmla="*/ 25 w 131"/>
                <a:gd name="T21" fmla="*/ 113 h 171"/>
                <a:gd name="T22" fmla="*/ 29 w 131"/>
                <a:gd name="T23" fmla="*/ 109 h 171"/>
                <a:gd name="T24" fmla="*/ 101 w 131"/>
                <a:gd name="T25" fmla="*/ 109 h 171"/>
                <a:gd name="T26" fmla="*/ 103 w 131"/>
                <a:gd name="T27" fmla="*/ 109 h 171"/>
                <a:gd name="T28" fmla="*/ 104 w 131"/>
                <a:gd name="T29" fmla="*/ 107 h 171"/>
                <a:gd name="T30" fmla="*/ 110 w 131"/>
                <a:gd name="T31" fmla="*/ 105 h 171"/>
                <a:gd name="T32" fmla="*/ 111 w 131"/>
                <a:gd name="T33" fmla="*/ 105 h 171"/>
                <a:gd name="T34" fmla="*/ 113 w 131"/>
                <a:gd name="T35" fmla="*/ 105 h 171"/>
                <a:gd name="T36" fmla="*/ 118 w 131"/>
                <a:gd name="T37" fmla="*/ 106 h 171"/>
                <a:gd name="T38" fmla="*/ 131 w 131"/>
                <a:gd name="T39" fmla="*/ 101 h 171"/>
                <a:gd name="T40" fmla="*/ 131 w 131"/>
                <a:gd name="T41" fmla="*/ 1 h 171"/>
                <a:gd name="T42" fmla="*/ 130 w 131"/>
                <a:gd name="T43" fmla="*/ 0 h 171"/>
                <a:gd name="T44" fmla="*/ 1 w 131"/>
                <a:gd name="T45" fmla="*/ 0 h 171"/>
                <a:gd name="T46" fmla="*/ 0 w 131"/>
                <a:gd name="T47" fmla="*/ 1 h 171"/>
                <a:gd name="T48" fmla="*/ 0 w 131"/>
                <a:gd name="T49" fmla="*/ 170 h 171"/>
                <a:gd name="T50" fmla="*/ 1 w 131"/>
                <a:gd name="T51" fmla="*/ 171 h 171"/>
                <a:gd name="T52" fmla="*/ 113 w 131"/>
                <a:gd name="T53" fmla="*/ 171 h 171"/>
                <a:gd name="T54" fmla="*/ 112 w 131"/>
                <a:gd name="T55" fmla="*/ 169 h 171"/>
                <a:gd name="T56" fmla="*/ 105 w 131"/>
                <a:gd name="T57" fmla="*/ 142 h 171"/>
                <a:gd name="T58" fmla="*/ 29 w 131"/>
                <a:gd name="T59" fmla="*/ 28 h 171"/>
                <a:gd name="T60" fmla="*/ 101 w 131"/>
                <a:gd name="T61" fmla="*/ 28 h 171"/>
                <a:gd name="T62" fmla="*/ 105 w 131"/>
                <a:gd name="T63" fmla="*/ 33 h 171"/>
                <a:gd name="T64" fmla="*/ 101 w 131"/>
                <a:gd name="T65" fmla="*/ 37 h 171"/>
                <a:gd name="T66" fmla="*/ 29 w 131"/>
                <a:gd name="T67" fmla="*/ 37 h 171"/>
                <a:gd name="T68" fmla="*/ 25 w 131"/>
                <a:gd name="T69" fmla="*/ 33 h 171"/>
                <a:gd name="T70" fmla="*/ 29 w 131"/>
                <a:gd name="T71" fmla="*/ 28 h 171"/>
                <a:gd name="T72" fmla="*/ 29 w 131"/>
                <a:gd name="T73" fmla="*/ 55 h 171"/>
                <a:gd name="T74" fmla="*/ 101 w 131"/>
                <a:gd name="T75" fmla="*/ 55 h 171"/>
                <a:gd name="T76" fmla="*/ 105 w 131"/>
                <a:gd name="T77" fmla="*/ 59 h 171"/>
                <a:gd name="T78" fmla="*/ 101 w 131"/>
                <a:gd name="T79" fmla="*/ 63 h 171"/>
                <a:gd name="T80" fmla="*/ 29 w 131"/>
                <a:gd name="T81" fmla="*/ 63 h 171"/>
                <a:gd name="T82" fmla="*/ 25 w 131"/>
                <a:gd name="T83" fmla="*/ 59 h 171"/>
                <a:gd name="T84" fmla="*/ 29 w 131"/>
                <a:gd name="T85" fmla="*/ 55 h 171"/>
                <a:gd name="T86" fmla="*/ 29 w 131"/>
                <a:gd name="T87" fmla="*/ 82 h 171"/>
                <a:gd name="T88" fmla="*/ 101 w 131"/>
                <a:gd name="T89" fmla="*/ 82 h 171"/>
                <a:gd name="T90" fmla="*/ 105 w 131"/>
                <a:gd name="T91" fmla="*/ 86 h 171"/>
                <a:gd name="T92" fmla="*/ 101 w 131"/>
                <a:gd name="T93" fmla="*/ 90 h 171"/>
                <a:gd name="T94" fmla="*/ 29 w 131"/>
                <a:gd name="T95" fmla="*/ 90 h 171"/>
                <a:gd name="T96" fmla="*/ 25 w 131"/>
                <a:gd name="T97" fmla="*/ 86 h 171"/>
                <a:gd name="T98" fmla="*/ 29 w 131"/>
                <a:gd name="T99" fmla="*/ 82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1" h="171">
                  <a:moveTo>
                    <a:pt x="105" y="142"/>
                  </a:moveTo>
                  <a:cubicBezTo>
                    <a:pt x="104" y="143"/>
                    <a:pt x="103" y="143"/>
                    <a:pt x="101" y="143"/>
                  </a:cubicBezTo>
                  <a:cubicBezTo>
                    <a:pt x="29" y="143"/>
                    <a:pt x="29" y="143"/>
                    <a:pt x="29" y="143"/>
                  </a:cubicBezTo>
                  <a:cubicBezTo>
                    <a:pt x="27" y="143"/>
                    <a:pt x="25" y="142"/>
                    <a:pt x="25" y="139"/>
                  </a:cubicBezTo>
                  <a:cubicBezTo>
                    <a:pt x="25" y="137"/>
                    <a:pt x="27" y="135"/>
                    <a:pt x="29" y="135"/>
                  </a:cubicBezTo>
                  <a:cubicBezTo>
                    <a:pt x="101" y="135"/>
                    <a:pt x="101" y="135"/>
                    <a:pt x="101" y="135"/>
                  </a:cubicBezTo>
                  <a:cubicBezTo>
                    <a:pt x="102" y="135"/>
                    <a:pt x="103" y="136"/>
                    <a:pt x="104" y="136"/>
                  </a:cubicBezTo>
                  <a:cubicBezTo>
                    <a:pt x="102" y="128"/>
                    <a:pt x="102" y="121"/>
                    <a:pt x="101" y="117"/>
                  </a:cubicBezTo>
                  <a:cubicBezTo>
                    <a:pt x="101" y="117"/>
                    <a:pt x="101" y="117"/>
                    <a:pt x="101" y="117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27" y="117"/>
                    <a:pt x="25" y="115"/>
                    <a:pt x="25" y="113"/>
                  </a:cubicBezTo>
                  <a:cubicBezTo>
                    <a:pt x="25" y="110"/>
                    <a:pt x="27" y="109"/>
                    <a:pt x="29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2" y="109"/>
                    <a:pt x="102" y="109"/>
                    <a:pt x="103" y="109"/>
                  </a:cubicBezTo>
                  <a:cubicBezTo>
                    <a:pt x="103" y="108"/>
                    <a:pt x="104" y="107"/>
                    <a:pt x="104" y="107"/>
                  </a:cubicBezTo>
                  <a:cubicBezTo>
                    <a:pt x="106" y="105"/>
                    <a:pt x="108" y="105"/>
                    <a:pt x="110" y="105"/>
                  </a:cubicBezTo>
                  <a:cubicBezTo>
                    <a:pt x="111" y="105"/>
                    <a:pt x="111" y="105"/>
                    <a:pt x="111" y="105"/>
                  </a:cubicBezTo>
                  <a:cubicBezTo>
                    <a:pt x="113" y="105"/>
                    <a:pt x="113" y="105"/>
                    <a:pt x="113" y="105"/>
                  </a:cubicBezTo>
                  <a:cubicBezTo>
                    <a:pt x="114" y="105"/>
                    <a:pt x="116" y="106"/>
                    <a:pt x="118" y="106"/>
                  </a:cubicBezTo>
                  <a:cubicBezTo>
                    <a:pt x="123" y="106"/>
                    <a:pt x="127" y="103"/>
                    <a:pt x="131" y="101"/>
                  </a:cubicBezTo>
                  <a:cubicBezTo>
                    <a:pt x="131" y="1"/>
                    <a:pt x="131" y="1"/>
                    <a:pt x="131" y="1"/>
                  </a:cubicBezTo>
                  <a:cubicBezTo>
                    <a:pt x="131" y="1"/>
                    <a:pt x="131" y="0"/>
                    <a:pt x="13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0" y="171"/>
                    <a:pt x="0" y="171"/>
                    <a:pt x="1" y="171"/>
                  </a:cubicBezTo>
                  <a:cubicBezTo>
                    <a:pt x="113" y="171"/>
                    <a:pt x="113" y="171"/>
                    <a:pt x="113" y="171"/>
                  </a:cubicBezTo>
                  <a:cubicBezTo>
                    <a:pt x="113" y="171"/>
                    <a:pt x="112" y="170"/>
                    <a:pt x="112" y="169"/>
                  </a:cubicBezTo>
                  <a:cubicBezTo>
                    <a:pt x="109" y="163"/>
                    <a:pt x="106" y="152"/>
                    <a:pt x="105" y="142"/>
                  </a:cubicBezTo>
                  <a:close/>
                  <a:moveTo>
                    <a:pt x="29" y="28"/>
                  </a:moveTo>
                  <a:cubicBezTo>
                    <a:pt x="101" y="28"/>
                    <a:pt x="101" y="28"/>
                    <a:pt x="101" y="28"/>
                  </a:cubicBezTo>
                  <a:cubicBezTo>
                    <a:pt x="104" y="28"/>
                    <a:pt x="105" y="30"/>
                    <a:pt x="105" y="33"/>
                  </a:cubicBezTo>
                  <a:cubicBezTo>
                    <a:pt x="105" y="35"/>
                    <a:pt x="104" y="37"/>
                    <a:pt x="101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7" y="37"/>
                    <a:pt x="25" y="35"/>
                    <a:pt x="25" y="33"/>
                  </a:cubicBezTo>
                  <a:cubicBezTo>
                    <a:pt x="25" y="30"/>
                    <a:pt x="27" y="28"/>
                    <a:pt x="29" y="28"/>
                  </a:cubicBezTo>
                  <a:close/>
                  <a:moveTo>
                    <a:pt x="29" y="55"/>
                  </a:moveTo>
                  <a:cubicBezTo>
                    <a:pt x="101" y="55"/>
                    <a:pt x="101" y="55"/>
                    <a:pt x="101" y="55"/>
                  </a:cubicBezTo>
                  <a:cubicBezTo>
                    <a:pt x="104" y="55"/>
                    <a:pt x="105" y="57"/>
                    <a:pt x="105" y="59"/>
                  </a:cubicBezTo>
                  <a:cubicBezTo>
                    <a:pt x="105" y="61"/>
                    <a:pt x="104" y="63"/>
                    <a:pt x="101" y="63"/>
                  </a:cubicBezTo>
                  <a:cubicBezTo>
                    <a:pt x="29" y="63"/>
                    <a:pt x="29" y="63"/>
                    <a:pt x="29" y="63"/>
                  </a:cubicBezTo>
                  <a:cubicBezTo>
                    <a:pt x="27" y="63"/>
                    <a:pt x="25" y="61"/>
                    <a:pt x="25" y="59"/>
                  </a:cubicBezTo>
                  <a:cubicBezTo>
                    <a:pt x="25" y="57"/>
                    <a:pt x="27" y="55"/>
                    <a:pt x="29" y="55"/>
                  </a:cubicBezTo>
                  <a:close/>
                  <a:moveTo>
                    <a:pt x="29" y="82"/>
                  </a:moveTo>
                  <a:cubicBezTo>
                    <a:pt x="101" y="82"/>
                    <a:pt x="101" y="82"/>
                    <a:pt x="101" y="82"/>
                  </a:cubicBezTo>
                  <a:cubicBezTo>
                    <a:pt x="104" y="82"/>
                    <a:pt x="105" y="84"/>
                    <a:pt x="105" y="86"/>
                  </a:cubicBezTo>
                  <a:cubicBezTo>
                    <a:pt x="105" y="88"/>
                    <a:pt x="104" y="90"/>
                    <a:pt x="101" y="90"/>
                  </a:cubicBezTo>
                  <a:cubicBezTo>
                    <a:pt x="29" y="90"/>
                    <a:pt x="29" y="90"/>
                    <a:pt x="29" y="90"/>
                  </a:cubicBezTo>
                  <a:cubicBezTo>
                    <a:pt x="27" y="90"/>
                    <a:pt x="25" y="88"/>
                    <a:pt x="25" y="86"/>
                  </a:cubicBezTo>
                  <a:cubicBezTo>
                    <a:pt x="25" y="84"/>
                    <a:pt x="27" y="82"/>
                    <a:pt x="29" y="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99"/>
            <p:cNvSpPr>
              <a:spLocks noEditPoints="1"/>
            </p:cNvSpPr>
            <p:nvPr/>
          </p:nvSpPr>
          <p:spPr bwMode="auto">
            <a:xfrm>
              <a:off x="1656739" y="5519565"/>
              <a:ext cx="197747" cy="240679"/>
            </a:xfrm>
            <a:custGeom>
              <a:avLst/>
              <a:gdLst>
                <a:gd name="T0" fmla="*/ 82 w 83"/>
                <a:gd name="T1" fmla="*/ 22 h 101"/>
                <a:gd name="T2" fmla="*/ 81 w 83"/>
                <a:gd name="T3" fmla="*/ 22 h 101"/>
                <a:gd name="T4" fmla="*/ 74 w 83"/>
                <a:gd name="T5" fmla="*/ 23 h 101"/>
                <a:gd name="T6" fmla="*/ 42 w 83"/>
                <a:gd name="T7" fmla="*/ 1 h 101"/>
                <a:gd name="T8" fmla="*/ 41 w 83"/>
                <a:gd name="T9" fmla="*/ 0 h 101"/>
                <a:gd name="T10" fmla="*/ 41 w 83"/>
                <a:gd name="T11" fmla="*/ 1 h 101"/>
                <a:gd name="T12" fmla="*/ 9 w 83"/>
                <a:gd name="T13" fmla="*/ 23 h 101"/>
                <a:gd name="T14" fmla="*/ 9 w 83"/>
                <a:gd name="T15" fmla="*/ 23 h 101"/>
                <a:gd name="T16" fmla="*/ 2 w 83"/>
                <a:gd name="T17" fmla="*/ 22 h 101"/>
                <a:gd name="T18" fmla="*/ 1 w 83"/>
                <a:gd name="T19" fmla="*/ 22 h 101"/>
                <a:gd name="T20" fmla="*/ 0 w 83"/>
                <a:gd name="T21" fmla="*/ 23 h 101"/>
                <a:gd name="T22" fmla="*/ 10 w 83"/>
                <a:gd name="T23" fmla="*/ 74 h 101"/>
                <a:gd name="T24" fmla="*/ 33 w 83"/>
                <a:gd name="T25" fmla="*/ 94 h 101"/>
                <a:gd name="T26" fmla="*/ 40 w 83"/>
                <a:gd name="T27" fmla="*/ 101 h 101"/>
                <a:gd name="T28" fmla="*/ 41 w 83"/>
                <a:gd name="T29" fmla="*/ 101 h 101"/>
                <a:gd name="T30" fmla="*/ 42 w 83"/>
                <a:gd name="T31" fmla="*/ 101 h 101"/>
                <a:gd name="T32" fmla="*/ 50 w 83"/>
                <a:gd name="T33" fmla="*/ 94 h 101"/>
                <a:gd name="T34" fmla="*/ 73 w 83"/>
                <a:gd name="T35" fmla="*/ 74 h 101"/>
                <a:gd name="T36" fmla="*/ 83 w 83"/>
                <a:gd name="T37" fmla="*/ 23 h 101"/>
                <a:gd name="T38" fmla="*/ 82 w 83"/>
                <a:gd name="T39" fmla="*/ 22 h 101"/>
                <a:gd name="T40" fmla="*/ 54 w 83"/>
                <a:gd name="T41" fmla="*/ 67 h 101"/>
                <a:gd name="T42" fmla="*/ 28 w 83"/>
                <a:gd name="T43" fmla="*/ 67 h 101"/>
                <a:gd name="T44" fmla="*/ 24 w 83"/>
                <a:gd name="T45" fmla="*/ 63 h 101"/>
                <a:gd name="T46" fmla="*/ 28 w 83"/>
                <a:gd name="T47" fmla="*/ 59 h 101"/>
                <a:gd name="T48" fmla="*/ 54 w 83"/>
                <a:gd name="T49" fmla="*/ 59 h 101"/>
                <a:gd name="T50" fmla="*/ 58 w 83"/>
                <a:gd name="T51" fmla="*/ 63 h 101"/>
                <a:gd name="T52" fmla="*/ 54 w 83"/>
                <a:gd name="T53" fmla="*/ 67 h 101"/>
                <a:gd name="T54" fmla="*/ 59 w 83"/>
                <a:gd name="T55" fmla="*/ 48 h 101"/>
                <a:gd name="T56" fmla="*/ 23 w 83"/>
                <a:gd name="T57" fmla="*/ 48 h 101"/>
                <a:gd name="T58" fmla="*/ 19 w 83"/>
                <a:gd name="T59" fmla="*/ 44 h 101"/>
                <a:gd name="T60" fmla="*/ 23 w 83"/>
                <a:gd name="T61" fmla="*/ 40 h 101"/>
                <a:gd name="T62" fmla="*/ 59 w 83"/>
                <a:gd name="T63" fmla="*/ 40 h 101"/>
                <a:gd name="T64" fmla="*/ 63 w 83"/>
                <a:gd name="T65" fmla="*/ 44 h 101"/>
                <a:gd name="T66" fmla="*/ 59 w 83"/>
                <a:gd name="T67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3" h="101">
                  <a:moveTo>
                    <a:pt x="82" y="22"/>
                  </a:moveTo>
                  <a:cubicBezTo>
                    <a:pt x="82" y="22"/>
                    <a:pt x="82" y="22"/>
                    <a:pt x="81" y="22"/>
                  </a:cubicBezTo>
                  <a:cubicBezTo>
                    <a:pt x="79" y="22"/>
                    <a:pt x="77" y="23"/>
                    <a:pt x="74" y="23"/>
                  </a:cubicBezTo>
                  <a:cubicBezTo>
                    <a:pt x="54" y="23"/>
                    <a:pt x="43" y="1"/>
                    <a:pt x="42" y="1"/>
                  </a:cubicBezTo>
                  <a:cubicBezTo>
                    <a:pt x="42" y="0"/>
                    <a:pt x="42" y="0"/>
                    <a:pt x="41" y="0"/>
                  </a:cubicBezTo>
                  <a:cubicBezTo>
                    <a:pt x="41" y="0"/>
                    <a:pt x="41" y="0"/>
                    <a:pt x="41" y="1"/>
                  </a:cubicBezTo>
                  <a:cubicBezTo>
                    <a:pt x="40" y="1"/>
                    <a:pt x="2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6" y="23"/>
                    <a:pt x="4" y="22"/>
                    <a:pt x="2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0" y="23"/>
                    <a:pt x="0" y="23"/>
                  </a:cubicBezTo>
                  <a:cubicBezTo>
                    <a:pt x="1" y="25"/>
                    <a:pt x="3" y="62"/>
                    <a:pt x="10" y="74"/>
                  </a:cubicBezTo>
                  <a:cubicBezTo>
                    <a:pt x="18" y="87"/>
                    <a:pt x="26" y="91"/>
                    <a:pt x="33" y="94"/>
                  </a:cubicBezTo>
                  <a:cubicBezTo>
                    <a:pt x="37" y="96"/>
                    <a:pt x="40" y="98"/>
                    <a:pt x="40" y="101"/>
                  </a:cubicBezTo>
                  <a:cubicBezTo>
                    <a:pt x="41" y="101"/>
                    <a:pt x="41" y="101"/>
                    <a:pt x="41" y="101"/>
                  </a:cubicBezTo>
                  <a:cubicBezTo>
                    <a:pt x="42" y="101"/>
                    <a:pt x="42" y="101"/>
                    <a:pt x="42" y="101"/>
                  </a:cubicBezTo>
                  <a:cubicBezTo>
                    <a:pt x="43" y="98"/>
                    <a:pt x="46" y="96"/>
                    <a:pt x="50" y="94"/>
                  </a:cubicBezTo>
                  <a:cubicBezTo>
                    <a:pt x="57" y="91"/>
                    <a:pt x="65" y="87"/>
                    <a:pt x="73" y="74"/>
                  </a:cubicBezTo>
                  <a:cubicBezTo>
                    <a:pt x="80" y="62"/>
                    <a:pt x="82" y="25"/>
                    <a:pt x="83" y="23"/>
                  </a:cubicBezTo>
                  <a:cubicBezTo>
                    <a:pt x="83" y="23"/>
                    <a:pt x="82" y="22"/>
                    <a:pt x="82" y="22"/>
                  </a:cubicBezTo>
                  <a:close/>
                  <a:moveTo>
                    <a:pt x="54" y="67"/>
                  </a:moveTo>
                  <a:cubicBezTo>
                    <a:pt x="28" y="67"/>
                    <a:pt x="28" y="67"/>
                    <a:pt x="28" y="67"/>
                  </a:cubicBezTo>
                  <a:cubicBezTo>
                    <a:pt x="25" y="67"/>
                    <a:pt x="24" y="66"/>
                    <a:pt x="24" y="63"/>
                  </a:cubicBezTo>
                  <a:cubicBezTo>
                    <a:pt x="24" y="61"/>
                    <a:pt x="25" y="59"/>
                    <a:pt x="28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7" y="59"/>
                    <a:pt x="58" y="61"/>
                    <a:pt x="58" y="63"/>
                  </a:cubicBezTo>
                  <a:cubicBezTo>
                    <a:pt x="58" y="66"/>
                    <a:pt x="57" y="67"/>
                    <a:pt x="54" y="67"/>
                  </a:cubicBezTo>
                  <a:close/>
                  <a:moveTo>
                    <a:pt x="59" y="48"/>
                  </a:moveTo>
                  <a:cubicBezTo>
                    <a:pt x="23" y="48"/>
                    <a:pt x="23" y="48"/>
                    <a:pt x="23" y="48"/>
                  </a:cubicBezTo>
                  <a:cubicBezTo>
                    <a:pt x="21" y="48"/>
                    <a:pt x="19" y="47"/>
                    <a:pt x="19" y="44"/>
                  </a:cubicBezTo>
                  <a:cubicBezTo>
                    <a:pt x="19" y="42"/>
                    <a:pt x="21" y="40"/>
                    <a:pt x="23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61" y="40"/>
                    <a:pt x="63" y="42"/>
                    <a:pt x="63" y="44"/>
                  </a:cubicBezTo>
                  <a:cubicBezTo>
                    <a:pt x="63" y="47"/>
                    <a:pt x="61" y="48"/>
                    <a:pt x="59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9672643" y="5856515"/>
            <a:ext cx="308776" cy="248248"/>
            <a:chOff x="10331583" y="5349139"/>
            <a:chExt cx="457940" cy="368173"/>
          </a:xfrm>
          <a:solidFill>
            <a:schemeClr val="bg1"/>
          </a:solidFill>
        </p:grpSpPr>
        <p:sp>
          <p:nvSpPr>
            <p:cNvPr id="75" name="Freeform 117"/>
            <p:cNvSpPr>
              <a:spLocks noEditPoints="1"/>
            </p:cNvSpPr>
            <p:nvPr/>
          </p:nvSpPr>
          <p:spPr bwMode="auto">
            <a:xfrm>
              <a:off x="10331583" y="5402478"/>
              <a:ext cx="457940" cy="314834"/>
            </a:xfrm>
            <a:custGeom>
              <a:avLst/>
              <a:gdLst>
                <a:gd name="T0" fmla="*/ 177 w 192"/>
                <a:gd name="T1" fmla="*/ 0 h 132"/>
                <a:gd name="T2" fmla="*/ 100 w 192"/>
                <a:gd name="T3" fmla="*/ 0 h 132"/>
                <a:gd name="T4" fmla="*/ 100 w 192"/>
                <a:gd name="T5" fmla="*/ 17 h 132"/>
                <a:gd name="T6" fmla="*/ 96 w 192"/>
                <a:gd name="T7" fmla="*/ 21 h 132"/>
                <a:gd name="T8" fmla="*/ 92 w 192"/>
                <a:gd name="T9" fmla="*/ 17 h 132"/>
                <a:gd name="T10" fmla="*/ 92 w 192"/>
                <a:gd name="T11" fmla="*/ 0 h 132"/>
                <a:gd name="T12" fmla="*/ 14 w 192"/>
                <a:gd name="T13" fmla="*/ 0 h 132"/>
                <a:gd name="T14" fmla="*/ 0 w 192"/>
                <a:gd name="T15" fmla="*/ 15 h 132"/>
                <a:gd name="T16" fmla="*/ 0 w 192"/>
                <a:gd name="T17" fmla="*/ 117 h 132"/>
                <a:gd name="T18" fmla="*/ 14 w 192"/>
                <a:gd name="T19" fmla="*/ 132 h 132"/>
                <a:gd name="T20" fmla="*/ 177 w 192"/>
                <a:gd name="T21" fmla="*/ 132 h 132"/>
                <a:gd name="T22" fmla="*/ 192 w 192"/>
                <a:gd name="T23" fmla="*/ 117 h 132"/>
                <a:gd name="T24" fmla="*/ 192 w 192"/>
                <a:gd name="T25" fmla="*/ 15 h 132"/>
                <a:gd name="T26" fmla="*/ 177 w 192"/>
                <a:gd name="T27" fmla="*/ 0 h 132"/>
                <a:gd name="T28" fmla="*/ 56 w 192"/>
                <a:gd name="T29" fmla="*/ 23 h 132"/>
                <a:gd name="T30" fmla="*/ 73 w 192"/>
                <a:gd name="T31" fmla="*/ 40 h 132"/>
                <a:gd name="T32" fmla="*/ 56 w 192"/>
                <a:gd name="T33" fmla="*/ 57 h 132"/>
                <a:gd name="T34" fmla="*/ 39 w 192"/>
                <a:gd name="T35" fmla="*/ 40 h 132"/>
                <a:gd name="T36" fmla="*/ 56 w 192"/>
                <a:gd name="T37" fmla="*/ 23 h 132"/>
                <a:gd name="T38" fmla="*/ 95 w 192"/>
                <a:gd name="T39" fmla="*/ 108 h 132"/>
                <a:gd name="T40" fmla="*/ 18 w 192"/>
                <a:gd name="T41" fmla="*/ 108 h 132"/>
                <a:gd name="T42" fmla="*/ 17 w 192"/>
                <a:gd name="T43" fmla="*/ 107 h 132"/>
                <a:gd name="T44" fmla="*/ 56 w 192"/>
                <a:gd name="T45" fmla="*/ 68 h 132"/>
                <a:gd name="T46" fmla="*/ 96 w 192"/>
                <a:gd name="T47" fmla="*/ 107 h 132"/>
                <a:gd name="T48" fmla="*/ 95 w 192"/>
                <a:gd name="T49" fmla="*/ 108 h 132"/>
                <a:gd name="T50" fmla="*/ 162 w 192"/>
                <a:gd name="T51" fmla="*/ 83 h 132"/>
                <a:gd name="T52" fmla="*/ 112 w 192"/>
                <a:gd name="T53" fmla="*/ 83 h 132"/>
                <a:gd name="T54" fmla="*/ 108 w 192"/>
                <a:gd name="T55" fmla="*/ 79 h 132"/>
                <a:gd name="T56" fmla="*/ 112 w 192"/>
                <a:gd name="T57" fmla="*/ 75 h 132"/>
                <a:gd name="T58" fmla="*/ 162 w 192"/>
                <a:gd name="T59" fmla="*/ 75 h 132"/>
                <a:gd name="T60" fmla="*/ 166 w 192"/>
                <a:gd name="T61" fmla="*/ 79 h 132"/>
                <a:gd name="T62" fmla="*/ 162 w 192"/>
                <a:gd name="T63" fmla="*/ 83 h 132"/>
                <a:gd name="T64" fmla="*/ 162 w 192"/>
                <a:gd name="T65" fmla="*/ 52 h 132"/>
                <a:gd name="T66" fmla="*/ 112 w 192"/>
                <a:gd name="T67" fmla="*/ 52 h 132"/>
                <a:gd name="T68" fmla="*/ 108 w 192"/>
                <a:gd name="T69" fmla="*/ 49 h 132"/>
                <a:gd name="T70" fmla="*/ 112 w 192"/>
                <a:gd name="T71" fmla="*/ 45 h 132"/>
                <a:gd name="T72" fmla="*/ 162 w 192"/>
                <a:gd name="T73" fmla="*/ 45 h 132"/>
                <a:gd name="T74" fmla="*/ 166 w 192"/>
                <a:gd name="T75" fmla="*/ 49 h 132"/>
                <a:gd name="T76" fmla="*/ 162 w 192"/>
                <a:gd name="T77" fmla="*/ 5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2" h="132">
                  <a:moveTo>
                    <a:pt x="177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17"/>
                    <a:pt x="100" y="17"/>
                    <a:pt x="100" y="17"/>
                  </a:cubicBezTo>
                  <a:cubicBezTo>
                    <a:pt x="100" y="19"/>
                    <a:pt x="98" y="21"/>
                    <a:pt x="96" y="21"/>
                  </a:cubicBezTo>
                  <a:cubicBezTo>
                    <a:pt x="93" y="21"/>
                    <a:pt x="92" y="19"/>
                    <a:pt x="92" y="1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25"/>
                    <a:pt x="6" y="132"/>
                    <a:pt x="14" y="132"/>
                  </a:cubicBezTo>
                  <a:cubicBezTo>
                    <a:pt x="177" y="132"/>
                    <a:pt x="177" y="132"/>
                    <a:pt x="177" y="132"/>
                  </a:cubicBezTo>
                  <a:cubicBezTo>
                    <a:pt x="185" y="132"/>
                    <a:pt x="192" y="125"/>
                    <a:pt x="192" y="117"/>
                  </a:cubicBezTo>
                  <a:cubicBezTo>
                    <a:pt x="192" y="15"/>
                    <a:pt x="192" y="15"/>
                    <a:pt x="192" y="15"/>
                  </a:cubicBezTo>
                  <a:cubicBezTo>
                    <a:pt x="192" y="7"/>
                    <a:pt x="185" y="0"/>
                    <a:pt x="177" y="0"/>
                  </a:cubicBezTo>
                  <a:close/>
                  <a:moveTo>
                    <a:pt x="56" y="23"/>
                  </a:moveTo>
                  <a:cubicBezTo>
                    <a:pt x="66" y="23"/>
                    <a:pt x="73" y="31"/>
                    <a:pt x="73" y="40"/>
                  </a:cubicBezTo>
                  <a:cubicBezTo>
                    <a:pt x="73" y="50"/>
                    <a:pt x="66" y="57"/>
                    <a:pt x="56" y="57"/>
                  </a:cubicBezTo>
                  <a:cubicBezTo>
                    <a:pt x="47" y="57"/>
                    <a:pt x="39" y="50"/>
                    <a:pt x="39" y="40"/>
                  </a:cubicBezTo>
                  <a:cubicBezTo>
                    <a:pt x="39" y="31"/>
                    <a:pt x="47" y="23"/>
                    <a:pt x="56" y="23"/>
                  </a:cubicBezTo>
                  <a:close/>
                  <a:moveTo>
                    <a:pt x="95" y="108"/>
                  </a:moveTo>
                  <a:cubicBezTo>
                    <a:pt x="18" y="108"/>
                    <a:pt x="18" y="108"/>
                    <a:pt x="18" y="108"/>
                  </a:cubicBezTo>
                  <a:cubicBezTo>
                    <a:pt x="17" y="108"/>
                    <a:pt x="17" y="108"/>
                    <a:pt x="17" y="107"/>
                  </a:cubicBezTo>
                  <a:cubicBezTo>
                    <a:pt x="17" y="86"/>
                    <a:pt x="34" y="68"/>
                    <a:pt x="56" y="68"/>
                  </a:cubicBezTo>
                  <a:cubicBezTo>
                    <a:pt x="78" y="68"/>
                    <a:pt x="96" y="86"/>
                    <a:pt x="96" y="107"/>
                  </a:cubicBezTo>
                  <a:cubicBezTo>
                    <a:pt x="96" y="108"/>
                    <a:pt x="95" y="108"/>
                    <a:pt x="95" y="108"/>
                  </a:cubicBezTo>
                  <a:close/>
                  <a:moveTo>
                    <a:pt x="162" y="83"/>
                  </a:moveTo>
                  <a:cubicBezTo>
                    <a:pt x="112" y="83"/>
                    <a:pt x="112" y="83"/>
                    <a:pt x="112" y="83"/>
                  </a:cubicBezTo>
                  <a:cubicBezTo>
                    <a:pt x="110" y="83"/>
                    <a:pt x="108" y="82"/>
                    <a:pt x="108" y="79"/>
                  </a:cubicBezTo>
                  <a:cubicBezTo>
                    <a:pt x="108" y="77"/>
                    <a:pt x="110" y="75"/>
                    <a:pt x="11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4" y="75"/>
                    <a:pt x="166" y="77"/>
                    <a:pt x="166" y="79"/>
                  </a:cubicBezTo>
                  <a:cubicBezTo>
                    <a:pt x="166" y="82"/>
                    <a:pt x="164" y="83"/>
                    <a:pt x="162" y="83"/>
                  </a:cubicBezTo>
                  <a:close/>
                  <a:moveTo>
                    <a:pt x="16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0" y="52"/>
                    <a:pt x="108" y="51"/>
                    <a:pt x="108" y="49"/>
                  </a:cubicBezTo>
                  <a:cubicBezTo>
                    <a:pt x="108" y="46"/>
                    <a:pt x="110" y="45"/>
                    <a:pt x="112" y="45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4" y="45"/>
                    <a:pt x="166" y="46"/>
                    <a:pt x="166" y="49"/>
                  </a:cubicBezTo>
                  <a:cubicBezTo>
                    <a:pt x="166" y="51"/>
                    <a:pt x="164" y="52"/>
                    <a:pt x="162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118"/>
            <p:cNvSpPr/>
            <p:nvPr/>
          </p:nvSpPr>
          <p:spPr bwMode="auto">
            <a:xfrm>
              <a:off x="10551446" y="5349139"/>
              <a:ext cx="18214" cy="53340"/>
            </a:xfrm>
            <a:custGeom>
              <a:avLst/>
              <a:gdLst>
                <a:gd name="T0" fmla="*/ 8 w 8"/>
                <a:gd name="T1" fmla="*/ 4 h 22"/>
                <a:gd name="T2" fmla="*/ 4 w 8"/>
                <a:gd name="T3" fmla="*/ 0 h 22"/>
                <a:gd name="T4" fmla="*/ 0 w 8"/>
                <a:gd name="T5" fmla="*/ 4 h 22"/>
                <a:gd name="T6" fmla="*/ 0 w 8"/>
                <a:gd name="T7" fmla="*/ 22 h 22"/>
                <a:gd name="T8" fmla="*/ 8 w 8"/>
                <a:gd name="T9" fmla="*/ 22 h 22"/>
                <a:gd name="T10" fmla="*/ 8 w 8"/>
                <a:gd name="T11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2">
                  <a:moveTo>
                    <a:pt x="8" y="4"/>
                  </a:moveTo>
                  <a:cubicBezTo>
                    <a:pt x="8" y="1"/>
                    <a:pt x="6" y="0"/>
                    <a:pt x="4" y="0"/>
                  </a:cubicBezTo>
                  <a:cubicBezTo>
                    <a:pt x="1" y="0"/>
                    <a:pt x="0" y="1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8" y="22"/>
                    <a:pt x="8" y="22"/>
                    <a:pt x="8" y="22"/>
                  </a:cubicBezTo>
                  <a:lnTo>
                    <a:pt x="8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55065" y="2380615"/>
            <a:ext cx="1074166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以学习贯彻习近平新时代中国特色社会主义思想为主题主线，及时跟进学习习近平总书记重要讲话和重要指示批示精神，把党性教育和理想信念教育贯穿始终。</a:t>
            </a:r>
            <a:endParaRPr lang="zh-CN" altLang="en-US" sz="20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国务院国资委党委统一负责课程优选或开发，集团公司统一安排。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每次课程上线前，省公司根据集团公司通知要求组织各基层党支部统一开展集中学习。</a:t>
            </a:r>
            <a:endParaRPr lang="zh-CN" altLang="en-US" sz="20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月底，基本培训主要任务是学习党的二十届四中全会精神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/>
          <p:cNvSpPr>
            <a:spLocks noGrp="1"/>
          </p:cNvSpPr>
          <p:nvPr>
            <p:ph type="title"/>
          </p:nvPr>
        </p:nvSpPr>
        <p:spPr>
          <a:xfrm>
            <a:off x="271780" y="165100"/>
            <a:ext cx="8155940" cy="648970"/>
          </a:xfrm>
        </p:spPr>
        <p:txBody>
          <a:bodyPr/>
          <a:lstStyle/>
          <a:p>
            <a:r>
              <a:rPr lang="en-US" altLang="zh-CN" sz="4000" dirty="0">
                <a:solidFill>
                  <a:srgbClr val="C00000"/>
                </a:solidFill>
                <a:sym typeface="+mn-ea"/>
              </a:rPr>
              <a:t>2. </a:t>
            </a:r>
            <a:r>
              <a:rPr lang="en-US" altLang="zh-CN" dirty="0">
                <a:solidFill>
                  <a:srgbClr val="FF0000"/>
                </a:solidFill>
                <a:latin typeface="+mj-ea"/>
                <a:sym typeface="+mn-ea"/>
              </a:rPr>
              <a:t> </a:t>
            </a:r>
            <a:r>
              <a:rPr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基本培训机制</a:t>
            </a:r>
            <a:r>
              <a:rPr lang="zh-CN"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支部工作重点</a:t>
            </a:r>
            <a:endParaRPr lang="zh-CN" sz="2800" kern="120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6" name="Text2"/>
          <p:cNvSpPr txBox="1"/>
          <p:nvPr/>
        </p:nvSpPr>
        <p:spPr>
          <a:xfrm>
            <a:off x="948690" y="1180465"/>
            <a:ext cx="10294620" cy="730885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anchorCtr="0">
            <a:spAutoFit/>
          </a:bodyPr>
          <a:lstStyle/>
          <a:p>
            <a:pPr>
              <a:lnSpc>
                <a:spcPct val="130000"/>
              </a:lnSpc>
              <a:buSzPct val="25000"/>
              <a:defRPr/>
            </a:pPr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学习方式</a:t>
            </a:r>
            <a:endParaRPr 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2991381" y="4497267"/>
            <a:ext cx="308776" cy="309652"/>
            <a:chOff x="1396546" y="5301003"/>
            <a:chExt cx="457940" cy="459241"/>
          </a:xfrm>
          <a:solidFill>
            <a:schemeClr val="bg1"/>
          </a:solidFill>
        </p:grpSpPr>
        <p:sp>
          <p:nvSpPr>
            <p:cNvPr id="69" name="Freeform 98"/>
            <p:cNvSpPr>
              <a:spLocks noEditPoints="1"/>
            </p:cNvSpPr>
            <p:nvPr/>
          </p:nvSpPr>
          <p:spPr bwMode="auto">
            <a:xfrm>
              <a:off x="1396546" y="5301003"/>
              <a:ext cx="312232" cy="408503"/>
            </a:xfrm>
            <a:custGeom>
              <a:avLst/>
              <a:gdLst>
                <a:gd name="T0" fmla="*/ 105 w 131"/>
                <a:gd name="T1" fmla="*/ 142 h 171"/>
                <a:gd name="T2" fmla="*/ 101 w 131"/>
                <a:gd name="T3" fmla="*/ 143 h 171"/>
                <a:gd name="T4" fmla="*/ 29 w 131"/>
                <a:gd name="T5" fmla="*/ 143 h 171"/>
                <a:gd name="T6" fmla="*/ 25 w 131"/>
                <a:gd name="T7" fmla="*/ 139 h 171"/>
                <a:gd name="T8" fmla="*/ 29 w 131"/>
                <a:gd name="T9" fmla="*/ 135 h 171"/>
                <a:gd name="T10" fmla="*/ 101 w 131"/>
                <a:gd name="T11" fmla="*/ 135 h 171"/>
                <a:gd name="T12" fmla="*/ 104 w 131"/>
                <a:gd name="T13" fmla="*/ 136 h 171"/>
                <a:gd name="T14" fmla="*/ 101 w 131"/>
                <a:gd name="T15" fmla="*/ 117 h 171"/>
                <a:gd name="T16" fmla="*/ 101 w 131"/>
                <a:gd name="T17" fmla="*/ 117 h 171"/>
                <a:gd name="T18" fmla="*/ 29 w 131"/>
                <a:gd name="T19" fmla="*/ 117 h 171"/>
                <a:gd name="T20" fmla="*/ 25 w 131"/>
                <a:gd name="T21" fmla="*/ 113 h 171"/>
                <a:gd name="T22" fmla="*/ 29 w 131"/>
                <a:gd name="T23" fmla="*/ 109 h 171"/>
                <a:gd name="T24" fmla="*/ 101 w 131"/>
                <a:gd name="T25" fmla="*/ 109 h 171"/>
                <a:gd name="T26" fmla="*/ 103 w 131"/>
                <a:gd name="T27" fmla="*/ 109 h 171"/>
                <a:gd name="T28" fmla="*/ 104 w 131"/>
                <a:gd name="T29" fmla="*/ 107 h 171"/>
                <a:gd name="T30" fmla="*/ 110 w 131"/>
                <a:gd name="T31" fmla="*/ 105 h 171"/>
                <a:gd name="T32" fmla="*/ 111 w 131"/>
                <a:gd name="T33" fmla="*/ 105 h 171"/>
                <a:gd name="T34" fmla="*/ 113 w 131"/>
                <a:gd name="T35" fmla="*/ 105 h 171"/>
                <a:gd name="T36" fmla="*/ 118 w 131"/>
                <a:gd name="T37" fmla="*/ 106 h 171"/>
                <a:gd name="T38" fmla="*/ 131 w 131"/>
                <a:gd name="T39" fmla="*/ 101 h 171"/>
                <a:gd name="T40" fmla="*/ 131 w 131"/>
                <a:gd name="T41" fmla="*/ 1 h 171"/>
                <a:gd name="T42" fmla="*/ 130 w 131"/>
                <a:gd name="T43" fmla="*/ 0 h 171"/>
                <a:gd name="T44" fmla="*/ 1 w 131"/>
                <a:gd name="T45" fmla="*/ 0 h 171"/>
                <a:gd name="T46" fmla="*/ 0 w 131"/>
                <a:gd name="T47" fmla="*/ 1 h 171"/>
                <a:gd name="T48" fmla="*/ 0 w 131"/>
                <a:gd name="T49" fmla="*/ 170 h 171"/>
                <a:gd name="T50" fmla="*/ 1 w 131"/>
                <a:gd name="T51" fmla="*/ 171 h 171"/>
                <a:gd name="T52" fmla="*/ 113 w 131"/>
                <a:gd name="T53" fmla="*/ 171 h 171"/>
                <a:gd name="T54" fmla="*/ 112 w 131"/>
                <a:gd name="T55" fmla="*/ 169 h 171"/>
                <a:gd name="T56" fmla="*/ 105 w 131"/>
                <a:gd name="T57" fmla="*/ 142 h 171"/>
                <a:gd name="T58" fmla="*/ 29 w 131"/>
                <a:gd name="T59" fmla="*/ 28 h 171"/>
                <a:gd name="T60" fmla="*/ 101 w 131"/>
                <a:gd name="T61" fmla="*/ 28 h 171"/>
                <a:gd name="T62" fmla="*/ 105 w 131"/>
                <a:gd name="T63" fmla="*/ 33 h 171"/>
                <a:gd name="T64" fmla="*/ 101 w 131"/>
                <a:gd name="T65" fmla="*/ 37 h 171"/>
                <a:gd name="T66" fmla="*/ 29 w 131"/>
                <a:gd name="T67" fmla="*/ 37 h 171"/>
                <a:gd name="T68" fmla="*/ 25 w 131"/>
                <a:gd name="T69" fmla="*/ 33 h 171"/>
                <a:gd name="T70" fmla="*/ 29 w 131"/>
                <a:gd name="T71" fmla="*/ 28 h 171"/>
                <a:gd name="T72" fmla="*/ 29 w 131"/>
                <a:gd name="T73" fmla="*/ 55 h 171"/>
                <a:gd name="T74" fmla="*/ 101 w 131"/>
                <a:gd name="T75" fmla="*/ 55 h 171"/>
                <a:gd name="T76" fmla="*/ 105 w 131"/>
                <a:gd name="T77" fmla="*/ 59 h 171"/>
                <a:gd name="T78" fmla="*/ 101 w 131"/>
                <a:gd name="T79" fmla="*/ 63 h 171"/>
                <a:gd name="T80" fmla="*/ 29 w 131"/>
                <a:gd name="T81" fmla="*/ 63 h 171"/>
                <a:gd name="T82" fmla="*/ 25 w 131"/>
                <a:gd name="T83" fmla="*/ 59 h 171"/>
                <a:gd name="T84" fmla="*/ 29 w 131"/>
                <a:gd name="T85" fmla="*/ 55 h 171"/>
                <a:gd name="T86" fmla="*/ 29 w 131"/>
                <a:gd name="T87" fmla="*/ 82 h 171"/>
                <a:gd name="T88" fmla="*/ 101 w 131"/>
                <a:gd name="T89" fmla="*/ 82 h 171"/>
                <a:gd name="T90" fmla="*/ 105 w 131"/>
                <a:gd name="T91" fmla="*/ 86 h 171"/>
                <a:gd name="T92" fmla="*/ 101 w 131"/>
                <a:gd name="T93" fmla="*/ 90 h 171"/>
                <a:gd name="T94" fmla="*/ 29 w 131"/>
                <a:gd name="T95" fmla="*/ 90 h 171"/>
                <a:gd name="T96" fmla="*/ 25 w 131"/>
                <a:gd name="T97" fmla="*/ 86 h 171"/>
                <a:gd name="T98" fmla="*/ 29 w 131"/>
                <a:gd name="T99" fmla="*/ 82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1" h="171">
                  <a:moveTo>
                    <a:pt x="105" y="142"/>
                  </a:moveTo>
                  <a:cubicBezTo>
                    <a:pt x="104" y="143"/>
                    <a:pt x="103" y="143"/>
                    <a:pt x="101" y="143"/>
                  </a:cubicBezTo>
                  <a:cubicBezTo>
                    <a:pt x="29" y="143"/>
                    <a:pt x="29" y="143"/>
                    <a:pt x="29" y="143"/>
                  </a:cubicBezTo>
                  <a:cubicBezTo>
                    <a:pt x="27" y="143"/>
                    <a:pt x="25" y="142"/>
                    <a:pt x="25" y="139"/>
                  </a:cubicBezTo>
                  <a:cubicBezTo>
                    <a:pt x="25" y="137"/>
                    <a:pt x="27" y="135"/>
                    <a:pt x="29" y="135"/>
                  </a:cubicBezTo>
                  <a:cubicBezTo>
                    <a:pt x="101" y="135"/>
                    <a:pt x="101" y="135"/>
                    <a:pt x="101" y="135"/>
                  </a:cubicBezTo>
                  <a:cubicBezTo>
                    <a:pt x="102" y="135"/>
                    <a:pt x="103" y="136"/>
                    <a:pt x="104" y="136"/>
                  </a:cubicBezTo>
                  <a:cubicBezTo>
                    <a:pt x="102" y="128"/>
                    <a:pt x="102" y="121"/>
                    <a:pt x="101" y="117"/>
                  </a:cubicBezTo>
                  <a:cubicBezTo>
                    <a:pt x="101" y="117"/>
                    <a:pt x="101" y="117"/>
                    <a:pt x="101" y="117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27" y="117"/>
                    <a:pt x="25" y="115"/>
                    <a:pt x="25" y="113"/>
                  </a:cubicBezTo>
                  <a:cubicBezTo>
                    <a:pt x="25" y="110"/>
                    <a:pt x="27" y="109"/>
                    <a:pt x="29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2" y="109"/>
                    <a:pt x="102" y="109"/>
                    <a:pt x="103" y="109"/>
                  </a:cubicBezTo>
                  <a:cubicBezTo>
                    <a:pt x="103" y="108"/>
                    <a:pt x="104" y="107"/>
                    <a:pt x="104" y="107"/>
                  </a:cubicBezTo>
                  <a:cubicBezTo>
                    <a:pt x="106" y="105"/>
                    <a:pt x="108" y="105"/>
                    <a:pt x="110" y="105"/>
                  </a:cubicBezTo>
                  <a:cubicBezTo>
                    <a:pt x="111" y="105"/>
                    <a:pt x="111" y="105"/>
                    <a:pt x="111" y="105"/>
                  </a:cubicBezTo>
                  <a:cubicBezTo>
                    <a:pt x="113" y="105"/>
                    <a:pt x="113" y="105"/>
                    <a:pt x="113" y="105"/>
                  </a:cubicBezTo>
                  <a:cubicBezTo>
                    <a:pt x="114" y="105"/>
                    <a:pt x="116" y="106"/>
                    <a:pt x="118" y="106"/>
                  </a:cubicBezTo>
                  <a:cubicBezTo>
                    <a:pt x="123" y="106"/>
                    <a:pt x="127" y="103"/>
                    <a:pt x="131" y="101"/>
                  </a:cubicBezTo>
                  <a:cubicBezTo>
                    <a:pt x="131" y="1"/>
                    <a:pt x="131" y="1"/>
                    <a:pt x="131" y="1"/>
                  </a:cubicBezTo>
                  <a:cubicBezTo>
                    <a:pt x="131" y="1"/>
                    <a:pt x="131" y="0"/>
                    <a:pt x="13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0" y="171"/>
                    <a:pt x="0" y="171"/>
                    <a:pt x="1" y="171"/>
                  </a:cubicBezTo>
                  <a:cubicBezTo>
                    <a:pt x="113" y="171"/>
                    <a:pt x="113" y="171"/>
                    <a:pt x="113" y="171"/>
                  </a:cubicBezTo>
                  <a:cubicBezTo>
                    <a:pt x="113" y="171"/>
                    <a:pt x="112" y="170"/>
                    <a:pt x="112" y="169"/>
                  </a:cubicBezTo>
                  <a:cubicBezTo>
                    <a:pt x="109" y="163"/>
                    <a:pt x="106" y="152"/>
                    <a:pt x="105" y="142"/>
                  </a:cubicBezTo>
                  <a:close/>
                  <a:moveTo>
                    <a:pt x="29" y="28"/>
                  </a:moveTo>
                  <a:cubicBezTo>
                    <a:pt x="101" y="28"/>
                    <a:pt x="101" y="28"/>
                    <a:pt x="101" y="28"/>
                  </a:cubicBezTo>
                  <a:cubicBezTo>
                    <a:pt x="104" y="28"/>
                    <a:pt x="105" y="30"/>
                    <a:pt x="105" y="33"/>
                  </a:cubicBezTo>
                  <a:cubicBezTo>
                    <a:pt x="105" y="35"/>
                    <a:pt x="104" y="37"/>
                    <a:pt x="101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7" y="37"/>
                    <a:pt x="25" y="35"/>
                    <a:pt x="25" y="33"/>
                  </a:cubicBezTo>
                  <a:cubicBezTo>
                    <a:pt x="25" y="30"/>
                    <a:pt x="27" y="28"/>
                    <a:pt x="29" y="28"/>
                  </a:cubicBezTo>
                  <a:close/>
                  <a:moveTo>
                    <a:pt x="29" y="55"/>
                  </a:moveTo>
                  <a:cubicBezTo>
                    <a:pt x="101" y="55"/>
                    <a:pt x="101" y="55"/>
                    <a:pt x="101" y="55"/>
                  </a:cubicBezTo>
                  <a:cubicBezTo>
                    <a:pt x="104" y="55"/>
                    <a:pt x="105" y="57"/>
                    <a:pt x="105" y="59"/>
                  </a:cubicBezTo>
                  <a:cubicBezTo>
                    <a:pt x="105" y="61"/>
                    <a:pt x="104" y="63"/>
                    <a:pt x="101" y="63"/>
                  </a:cubicBezTo>
                  <a:cubicBezTo>
                    <a:pt x="29" y="63"/>
                    <a:pt x="29" y="63"/>
                    <a:pt x="29" y="63"/>
                  </a:cubicBezTo>
                  <a:cubicBezTo>
                    <a:pt x="27" y="63"/>
                    <a:pt x="25" y="61"/>
                    <a:pt x="25" y="59"/>
                  </a:cubicBezTo>
                  <a:cubicBezTo>
                    <a:pt x="25" y="57"/>
                    <a:pt x="27" y="55"/>
                    <a:pt x="29" y="55"/>
                  </a:cubicBezTo>
                  <a:close/>
                  <a:moveTo>
                    <a:pt x="29" y="82"/>
                  </a:moveTo>
                  <a:cubicBezTo>
                    <a:pt x="101" y="82"/>
                    <a:pt x="101" y="82"/>
                    <a:pt x="101" y="82"/>
                  </a:cubicBezTo>
                  <a:cubicBezTo>
                    <a:pt x="104" y="82"/>
                    <a:pt x="105" y="84"/>
                    <a:pt x="105" y="86"/>
                  </a:cubicBezTo>
                  <a:cubicBezTo>
                    <a:pt x="105" y="88"/>
                    <a:pt x="104" y="90"/>
                    <a:pt x="101" y="90"/>
                  </a:cubicBezTo>
                  <a:cubicBezTo>
                    <a:pt x="29" y="90"/>
                    <a:pt x="29" y="90"/>
                    <a:pt x="29" y="90"/>
                  </a:cubicBezTo>
                  <a:cubicBezTo>
                    <a:pt x="27" y="90"/>
                    <a:pt x="25" y="88"/>
                    <a:pt x="25" y="86"/>
                  </a:cubicBezTo>
                  <a:cubicBezTo>
                    <a:pt x="25" y="84"/>
                    <a:pt x="27" y="82"/>
                    <a:pt x="29" y="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99"/>
            <p:cNvSpPr>
              <a:spLocks noEditPoints="1"/>
            </p:cNvSpPr>
            <p:nvPr/>
          </p:nvSpPr>
          <p:spPr bwMode="auto">
            <a:xfrm>
              <a:off x="1656739" y="5519565"/>
              <a:ext cx="197747" cy="240679"/>
            </a:xfrm>
            <a:custGeom>
              <a:avLst/>
              <a:gdLst>
                <a:gd name="T0" fmla="*/ 82 w 83"/>
                <a:gd name="T1" fmla="*/ 22 h 101"/>
                <a:gd name="T2" fmla="*/ 81 w 83"/>
                <a:gd name="T3" fmla="*/ 22 h 101"/>
                <a:gd name="T4" fmla="*/ 74 w 83"/>
                <a:gd name="T5" fmla="*/ 23 h 101"/>
                <a:gd name="T6" fmla="*/ 42 w 83"/>
                <a:gd name="T7" fmla="*/ 1 h 101"/>
                <a:gd name="T8" fmla="*/ 41 w 83"/>
                <a:gd name="T9" fmla="*/ 0 h 101"/>
                <a:gd name="T10" fmla="*/ 41 w 83"/>
                <a:gd name="T11" fmla="*/ 1 h 101"/>
                <a:gd name="T12" fmla="*/ 9 w 83"/>
                <a:gd name="T13" fmla="*/ 23 h 101"/>
                <a:gd name="T14" fmla="*/ 9 w 83"/>
                <a:gd name="T15" fmla="*/ 23 h 101"/>
                <a:gd name="T16" fmla="*/ 2 w 83"/>
                <a:gd name="T17" fmla="*/ 22 h 101"/>
                <a:gd name="T18" fmla="*/ 1 w 83"/>
                <a:gd name="T19" fmla="*/ 22 h 101"/>
                <a:gd name="T20" fmla="*/ 0 w 83"/>
                <a:gd name="T21" fmla="*/ 23 h 101"/>
                <a:gd name="T22" fmla="*/ 10 w 83"/>
                <a:gd name="T23" fmla="*/ 74 h 101"/>
                <a:gd name="T24" fmla="*/ 33 w 83"/>
                <a:gd name="T25" fmla="*/ 94 h 101"/>
                <a:gd name="T26" fmla="*/ 40 w 83"/>
                <a:gd name="T27" fmla="*/ 101 h 101"/>
                <a:gd name="T28" fmla="*/ 41 w 83"/>
                <a:gd name="T29" fmla="*/ 101 h 101"/>
                <a:gd name="T30" fmla="*/ 42 w 83"/>
                <a:gd name="T31" fmla="*/ 101 h 101"/>
                <a:gd name="T32" fmla="*/ 50 w 83"/>
                <a:gd name="T33" fmla="*/ 94 h 101"/>
                <a:gd name="T34" fmla="*/ 73 w 83"/>
                <a:gd name="T35" fmla="*/ 74 h 101"/>
                <a:gd name="T36" fmla="*/ 83 w 83"/>
                <a:gd name="T37" fmla="*/ 23 h 101"/>
                <a:gd name="T38" fmla="*/ 82 w 83"/>
                <a:gd name="T39" fmla="*/ 22 h 101"/>
                <a:gd name="T40" fmla="*/ 54 w 83"/>
                <a:gd name="T41" fmla="*/ 67 h 101"/>
                <a:gd name="T42" fmla="*/ 28 w 83"/>
                <a:gd name="T43" fmla="*/ 67 h 101"/>
                <a:gd name="T44" fmla="*/ 24 w 83"/>
                <a:gd name="T45" fmla="*/ 63 h 101"/>
                <a:gd name="T46" fmla="*/ 28 w 83"/>
                <a:gd name="T47" fmla="*/ 59 h 101"/>
                <a:gd name="T48" fmla="*/ 54 w 83"/>
                <a:gd name="T49" fmla="*/ 59 h 101"/>
                <a:gd name="T50" fmla="*/ 58 w 83"/>
                <a:gd name="T51" fmla="*/ 63 h 101"/>
                <a:gd name="T52" fmla="*/ 54 w 83"/>
                <a:gd name="T53" fmla="*/ 67 h 101"/>
                <a:gd name="T54" fmla="*/ 59 w 83"/>
                <a:gd name="T55" fmla="*/ 48 h 101"/>
                <a:gd name="T56" fmla="*/ 23 w 83"/>
                <a:gd name="T57" fmla="*/ 48 h 101"/>
                <a:gd name="T58" fmla="*/ 19 w 83"/>
                <a:gd name="T59" fmla="*/ 44 h 101"/>
                <a:gd name="T60" fmla="*/ 23 w 83"/>
                <a:gd name="T61" fmla="*/ 40 h 101"/>
                <a:gd name="T62" fmla="*/ 59 w 83"/>
                <a:gd name="T63" fmla="*/ 40 h 101"/>
                <a:gd name="T64" fmla="*/ 63 w 83"/>
                <a:gd name="T65" fmla="*/ 44 h 101"/>
                <a:gd name="T66" fmla="*/ 59 w 83"/>
                <a:gd name="T67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3" h="101">
                  <a:moveTo>
                    <a:pt x="82" y="22"/>
                  </a:moveTo>
                  <a:cubicBezTo>
                    <a:pt x="82" y="22"/>
                    <a:pt x="82" y="22"/>
                    <a:pt x="81" y="22"/>
                  </a:cubicBezTo>
                  <a:cubicBezTo>
                    <a:pt x="79" y="22"/>
                    <a:pt x="77" y="23"/>
                    <a:pt x="74" y="23"/>
                  </a:cubicBezTo>
                  <a:cubicBezTo>
                    <a:pt x="54" y="23"/>
                    <a:pt x="43" y="1"/>
                    <a:pt x="42" y="1"/>
                  </a:cubicBezTo>
                  <a:cubicBezTo>
                    <a:pt x="42" y="0"/>
                    <a:pt x="42" y="0"/>
                    <a:pt x="41" y="0"/>
                  </a:cubicBezTo>
                  <a:cubicBezTo>
                    <a:pt x="41" y="0"/>
                    <a:pt x="41" y="0"/>
                    <a:pt x="41" y="1"/>
                  </a:cubicBezTo>
                  <a:cubicBezTo>
                    <a:pt x="40" y="1"/>
                    <a:pt x="2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6" y="23"/>
                    <a:pt x="4" y="22"/>
                    <a:pt x="2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0" y="23"/>
                    <a:pt x="0" y="23"/>
                  </a:cubicBezTo>
                  <a:cubicBezTo>
                    <a:pt x="1" y="25"/>
                    <a:pt x="3" y="62"/>
                    <a:pt x="10" y="74"/>
                  </a:cubicBezTo>
                  <a:cubicBezTo>
                    <a:pt x="18" y="87"/>
                    <a:pt x="26" y="91"/>
                    <a:pt x="33" y="94"/>
                  </a:cubicBezTo>
                  <a:cubicBezTo>
                    <a:pt x="37" y="96"/>
                    <a:pt x="40" y="98"/>
                    <a:pt x="40" y="101"/>
                  </a:cubicBezTo>
                  <a:cubicBezTo>
                    <a:pt x="41" y="101"/>
                    <a:pt x="41" y="101"/>
                    <a:pt x="41" y="101"/>
                  </a:cubicBezTo>
                  <a:cubicBezTo>
                    <a:pt x="42" y="101"/>
                    <a:pt x="42" y="101"/>
                    <a:pt x="42" y="101"/>
                  </a:cubicBezTo>
                  <a:cubicBezTo>
                    <a:pt x="43" y="98"/>
                    <a:pt x="46" y="96"/>
                    <a:pt x="50" y="94"/>
                  </a:cubicBezTo>
                  <a:cubicBezTo>
                    <a:pt x="57" y="91"/>
                    <a:pt x="65" y="87"/>
                    <a:pt x="73" y="74"/>
                  </a:cubicBezTo>
                  <a:cubicBezTo>
                    <a:pt x="80" y="62"/>
                    <a:pt x="82" y="25"/>
                    <a:pt x="83" y="23"/>
                  </a:cubicBezTo>
                  <a:cubicBezTo>
                    <a:pt x="83" y="23"/>
                    <a:pt x="82" y="22"/>
                    <a:pt x="82" y="22"/>
                  </a:cubicBezTo>
                  <a:close/>
                  <a:moveTo>
                    <a:pt x="54" y="67"/>
                  </a:moveTo>
                  <a:cubicBezTo>
                    <a:pt x="28" y="67"/>
                    <a:pt x="28" y="67"/>
                    <a:pt x="28" y="67"/>
                  </a:cubicBezTo>
                  <a:cubicBezTo>
                    <a:pt x="25" y="67"/>
                    <a:pt x="24" y="66"/>
                    <a:pt x="24" y="63"/>
                  </a:cubicBezTo>
                  <a:cubicBezTo>
                    <a:pt x="24" y="61"/>
                    <a:pt x="25" y="59"/>
                    <a:pt x="28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7" y="59"/>
                    <a:pt x="58" y="61"/>
                    <a:pt x="58" y="63"/>
                  </a:cubicBezTo>
                  <a:cubicBezTo>
                    <a:pt x="58" y="66"/>
                    <a:pt x="57" y="67"/>
                    <a:pt x="54" y="67"/>
                  </a:cubicBezTo>
                  <a:close/>
                  <a:moveTo>
                    <a:pt x="59" y="48"/>
                  </a:moveTo>
                  <a:cubicBezTo>
                    <a:pt x="23" y="48"/>
                    <a:pt x="23" y="48"/>
                    <a:pt x="23" y="48"/>
                  </a:cubicBezTo>
                  <a:cubicBezTo>
                    <a:pt x="21" y="48"/>
                    <a:pt x="19" y="47"/>
                    <a:pt x="19" y="44"/>
                  </a:cubicBezTo>
                  <a:cubicBezTo>
                    <a:pt x="19" y="42"/>
                    <a:pt x="21" y="40"/>
                    <a:pt x="23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61" y="40"/>
                    <a:pt x="63" y="42"/>
                    <a:pt x="63" y="44"/>
                  </a:cubicBezTo>
                  <a:cubicBezTo>
                    <a:pt x="63" y="47"/>
                    <a:pt x="61" y="48"/>
                    <a:pt x="59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9672643" y="5856515"/>
            <a:ext cx="308776" cy="248248"/>
            <a:chOff x="10331583" y="5349139"/>
            <a:chExt cx="457940" cy="368173"/>
          </a:xfrm>
          <a:solidFill>
            <a:schemeClr val="bg1"/>
          </a:solidFill>
        </p:grpSpPr>
        <p:sp>
          <p:nvSpPr>
            <p:cNvPr id="75" name="Freeform 117"/>
            <p:cNvSpPr>
              <a:spLocks noEditPoints="1"/>
            </p:cNvSpPr>
            <p:nvPr/>
          </p:nvSpPr>
          <p:spPr bwMode="auto">
            <a:xfrm>
              <a:off x="10331583" y="5402478"/>
              <a:ext cx="457940" cy="314834"/>
            </a:xfrm>
            <a:custGeom>
              <a:avLst/>
              <a:gdLst>
                <a:gd name="T0" fmla="*/ 177 w 192"/>
                <a:gd name="T1" fmla="*/ 0 h 132"/>
                <a:gd name="T2" fmla="*/ 100 w 192"/>
                <a:gd name="T3" fmla="*/ 0 h 132"/>
                <a:gd name="T4" fmla="*/ 100 w 192"/>
                <a:gd name="T5" fmla="*/ 17 h 132"/>
                <a:gd name="T6" fmla="*/ 96 w 192"/>
                <a:gd name="T7" fmla="*/ 21 h 132"/>
                <a:gd name="T8" fmla="*/ 92 w 192"/>
                <a:gd name="T9" fmla="*/ 17 h 132"/>
                <a:gd name="T10" fmla="*/ 92 w 192"/>
                <a:gd name="T11" fmla="*/ 0 h 132"/>
                <a:gd name="T12" fmla="*/ 14 w 192"/>
                <a:gd name="T13" fmla="*/ 0 h 132"/>
                <a:gd name="T14" fmla="*/ 0 w 192"/>
                <a:gd name="T15" fmla="*/ 15 h 132"/>
                <a:gd name="T16" fmla="*/ 0 w 192"/>
                <a:gd name="T17" fmla="*/ 117 h 132"/>
                <a:gd name="T18" fmla="*/ 14 w 192"/>
                <a:gd name="T19" fmla="*/ 132 h 132"/>
                <a:gd name="T20" fmla="*/ 177 w 192"/>
                <a:gd name="T21" fmla="*/ 132 h 132"/>
                <a:gd name="T22" fmla="*/ 192 w 192"/>
                <a:gd name="T23" fmla="*/ 117 h 132"/>
                <a:gd name="T24" fmla="*/ 192 w 192"/>
                <a:gd name="T25" fmla="*/ 15 h 132"/>
                <a:gd name="T26" fmla="*/ 177 w 192"/>
                <a:gd name="T27" fmla="*/ 0 h 132"/>
                <a:gd name="T28" fmla="*/ 56 w 192"/>
                <a:gd name="T29" fmla="*/ 23 h 132"/>
                <a:gd name="T30" fmla="*/ 73 w 192"/>
                <a:gd name="T31" fmla="*/ 40 h 132"/>
                <a:gd name="T32" fmla="*/ 56 w 192"/>
                <a:gd name="T33" fmla="*/ 57 h 132"/>
                <a:gd name="T34" fmla="*/ 39 w 192"/>
                <a:gd name="T35" fmla="*/ 40 h 132"/>
                <a:gd name="T36" fmla="*/ 56 w 192"/>
                <a:gd name="T37" fmla="*/ 23 h 132"/>
                <a:gd name="T38" fmla="*/ 95 w 192"/>
                <a:gd name="T39" fmla="*/ 108 h 132"/>
                <a:gd name="T40" fmla="*/ 18 w 192"/>
                <a:gd name="T41" fmla="*/ 108 h 132"/>
                <a:gd name="T42" fmla="*/ 17 w 192"/>
                <a:gd name="T43" fmla="*/ 107 h 132"/>
                <a:gd name="T44" fmla="*/ 56 w 192"/>
                <a:gd name="T45" fmla="*/ 68 h 132"/>
                <a:gd name="T46" fmla="*/ 96 w 192"/>
                <a:gd name="T47" fmla="*/ 107 h 132"/>
                <a:gd name="T48" fmla="*/ 95 w 192"/>
                <a:gd name="T49" fmla="*/ 108 h 132"/>
                <a:gd name="T50" fmla="*/ 162 w 192"/>
                <a:gd name="T51" fmla="*/ 83 h 132"/>
                <a:gd name="T52" fmla="*/ 112 w 192"/>
                <a:gd name="T53" fmla="*/ 83 h 132"/>
                <a:gd name="T54" fmla="*/ 108 w 192"/>
                <a:gd name="T55" fmla="*/ 79 h 132"/>
                <a:gd name="T56" fmla="*/ 112 w 192"/>
                <a:gd name="T57" fmla="*/ 75 h 132"/>
                <a:gd name="T58" fmla="*/ 162 w 192"/>
                <a:gd name="T59" fmla="*/ 75 h 132"/>
                <a:gd name="T60" fmla="*/ 166 w 192"/>
                <a:gd name="T61" fmla="*/ 79 h 132"/>
                <a:gd name="T62" fmla="*/ 162 w 192"/>
                <a:gd name="T63" fmla="*/ 83 h 132"/>
                <a:gd name="T64" fmla="*/ 162 w 192"/>
                <a:gd name="T65" fmla="*/ 52 h 132"/>
                <a:gd name="T66" fmla="*/ 112 w 192"/>
                <a:gd name="T67" fmla="*/ 52 h 132"/>
                <a:gd name="T68" fmla="*/ 108 w 192"/>
                <a:gd name="T69" fmla="*/ 49 h 132"/>
                <a:gd name="T70" fmla="*/ 112 w 192"/>
                <a:gd name="T71" fmla="*/ 45 h 132"/>
                <a:gd name="T72" fmla="*/ 162 w 192"/>
                <a:gd name="T73" fmla="*/ 45 h 132"/>
                <a:gd name="T74" fmla="*/ 166 w 192"/>
                <a:gd name="T75" fmla="*/ 49 h 132"/>
                <a:gd name="T76" fmla="*/ 162 w 192"/>
                <a:gd name="T77" fmla="*/ 5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2" h="132">
                  <a:moveTo>
                    <a:pt x="177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17"/>
                    <a:pt x="100" y="17"/>
                    <a:pt x="100" y="17"/>
                  </a:cubicBezTo>
                  <a:cubicBezTo>
                    <a:pt x="100" y="19"/>
                    <a:pt x="98" y="21"/>
                    <a:pt x="96" y="21"/>
                  </a:cubicBezTo>
                  <a:cubicBezTo>
                    <a:pt x="93" y="21"/>
                    <a:pt x="92" y="19"/>
                    <a:pt x="92" y="1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25"/>
                    <a:pt x="6" y="132"/>
                    <a:pt x="14" y="132"/>
                  </a:cubicBezTo>
                  <a:cubicBezTo>
                    <a:pt x="177" y="132"/>
                    <a:pt x="177" y="132"/>
                    <a:pt x="177" y="132"/>
                  </a:cubicBezTo>
                  <a:cubicBezTo>
                    <a:pt x="185" y="132"/>
                    <a:pt x="192" y="125"/>
                    <a:pt x="192" y="117"/>
                  </a:cubicBezTo>
                  <a:cubicBezTo>
                    <a:pt x="192" y="15"/>
                    <a:pt x="192" y="15"/>
                    <a:pt x="192" y="15"/>
                  </a:cubicBezTo>
                  <a:cubicBezTo>
                    <a:pt x="192" y="7"/>
                    <a:pt x="185" y="0"/>
                    <a:pt x="177" y="0"/>
                  </a:cubicBezTo>
                  <a:close/>
                  <a:moveTo>
                    <a:pt x="56" y="23"/>
                  </a:moveTo>
                  <a:cubicBezTo>
                    <a:pt x="66" y="23"/>
                    <a:pt x="73" y="31"/>
                    <a:pt x="73" y="40"/>
                  </a:cubicBezTo>
                  <a:cubicBezTo>
                    <a:pt x="73" y="50"/>
                    <a:pt x="66" y="57"/>
                    <a:pt x="56" y="57"/>
                  </a:cubicBezTo>
                  <a:cubicBezTo>
                    <a:pt x="47" y="57"/>
                    <a:pt x="39" y="50"/>
                    <a:pt x="39" y="40"/>
                  </a:cubicBezTo>
                  <a:cubicBezTo>
                    <a:pt x="39" y="31"/>
                    <a:pt x="47" y="23"/>
                    <a:pt x="56" y="23"/>
                  </a:cubicBezTo>
                  <a:close/>
                  <a:moveTo>
                    <a:pt x="95" y="108"/>
                  </a:moveTo>
                  <a:cubicBezTo>
                    <a:pt x="18" y="108"/>
                    <a:pt x="18" y="108"/>
                    <a:pt x="18" y="108"/>
                  </a:cubicBezTo>
                  <a:cubicBezTo>
                    <a:pt x="17" y="108"/>
                    <a:pt x="17" y="108"/>
                    <a:pt x="17" y="107"/>
                  </a:cubicBezTo>
                  <a:cubicBezTo>
                    <a:pt x="17" y="86"/>
                    <a:pt x="34" y="68"/>
                    <a:pt x="56" y="68"/>
                  </a:cubicBezTo>
                  <a:cubicBezTo>
                    <a:pt x="78" y="68"/>
                    <a:pt x="96" y="86"/>
                    <a:pt x="96" y="107"/>
                  </a:cubicBezTo>
                  <a:cubicBezTo>
                    <a:pt x="96" y="108"/>
                    <a:pt x="95" y="108"/>
                    <a:pt x="95" y="108"/>
                  </a:cubicBezTo>
                  <a:close/>
                  <a:moveTo>
                    <a:pt x="162" y="83"/>
                  </a:moveTo>
                  <a:cubicBezTo>
                    <a:pt x="112" y="83"/>
                    <a:pt x="112" y="83"/>
                    <a:pt x="112" y="83"/>
                  </a:cubicBezTo>
                  <a:cubicBezTo>
                    <a:pt x="110" y="83"/>
                    <a:pt x="108" y="82"/>
                    <a:pt x="108" y="79"/>
                  </a:cubicBezTo>
                  <a:cubicBezTo>
                    <a:pt x="108" y="77"/>
                    <a:pt x="110" y="75"/>
                    <a:pt x="11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4" y="75"/>
                    <a:pt x="166" y="77"/>
                    <a:pt x="166" y="79"/>
                  </a:cubicBezTo>
                  <a:cubicBezTo>
                    <a:pt x="166" y="82"/>
                    <a:pt x="164" y="83"/>
                    <a:pt x="162" y="83"/>
                  </a:cubicBezTo>
                  <a:close/>
                  <a:moveTo>
                    <a:pt x="16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0" y="52"/>
                    <a:pt x="108" y="51"/>
                    <a:pt x="108" y="49"/>
                  </a:cubicBezTo>
                  <a:cubicBezTo>
                    <a:pt x="108" y="46"/>
                    <a:pt x="110" y="45"/>
                    <a:pt x="112" y="45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4" y="45"/>
                    <a:pt x="166" y="46"/>
                    <a:pt x="166" y="49"/>
                  </a:cubicBezTo>
                  <a:cubicBezTo>
                    <a:pt x="166" y="51"/>
                    <a:pt x="164" y="52"/>
                    <a:pt x="162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118"/>
            <p:cNvSpPr/>
            <p:nvPr/>
          </p:nvSpPr>
          <p:spPr bwMode="auto">
            <a:xfrm>
              <a:off x="10551446" y="5349139"/>
              <a:ext cx="18214" cy="53340"/>
            </a:xfrm>
            <a:custGeom>
              <a:avLst/>
              <a:gdLst>
                <a:gd name="T0" fmla="*/ 8 w 8"/>
                <a:gd name="T1" fmla="*/ 4 h 22"/>
                <a:gd name="T2" fmla="*/ 4 w 8"/>
                <a:gd name="T3" fmla="*/ 0 h 22"/>
                <a:gd name="T4" fmla="*/ 0 w 8"/>
                <a:gd name="T5" fmla="*/ 4 h 22"/>
                <a:gd name="T6" fmla="*/ 0 w 8"/>
                <a:gd name="T7" fmla="*/ 22 h 22"/>
                <a:gd name="T8" fmla="*/ 8 w 8"/>
                <a:gd name="T9" fmla="*/ 22 h 22"/>
                <a:gd name="T10" fmla="*/ 8 w 8"/>
                <a:gd name="T11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2">
                  <a:moveTo>
                    <a:pt x="8" y="4"/>
                  </a:moveTo>
                  <a:cubicBezTo>
                    <a:pt x="8" y="1"/>
                    <a:pt x="6" y="0"/>
                    <a:pt x="4" y="0"/>
                  </a:cubicBezTo>
                  <a:cubicBezTo>
                    <a:pt x="1" y="0"/>
                    <a:pt x="0" y="1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8" y="22"/>
                    <a:pt x="8" y="22"/>
                    <a:pt x="8" y="22"/>
                  </a:cubicBezTo>
                  <a:lnTo>
                    <a:pt x="8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270635" y="2245995"/>
            <a:ext cx="1008062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坚持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“多样化集中”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以党支部为基本单位，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三会一课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、主题党日开展。区分不同单位、专业和岗位场景，量身定制方案。</a:t>
            </a: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无法大规模集中的，可划小单元，通过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线上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线下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相结合的方式开展。参加学习的每个分会场原则上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不少于3人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，杜绝“一个人的云课堂”。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实行轮班制的党员，如机房值守、人工客服等岗位，可分批分时组织集中学习研讨；实行项目制办公的党员，集中办公的在工作地、非集中办公利用项目碰头会，开展集中学习研讨。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集中学习研讨不得在外部宾馆酒店开展。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4"/>
          <p:cNvSpPr>
            <a:spLocks noGrp="1"/>
          </p:cNvSpPr>
          <p:nvPr>
            <p:ph type="title"/>
          </p:nvPr>
        </p:nvSpPr>
        <p:spPr>
          <a:xfrm>
            <a:off x="271780" y="165100"/>
            <a:ext cx="8155940" cy="648970"/>
          </a:xfrm>
        </p:spPr>
        <p:txBody>
          <a:bodyPr/>
          <a:p>
            <a:r>
              <a:rPr lang="en-US" altLang="zh-CN" sz="4000" dirty="0">
                <a:solidFill>
                  <a:srgbClr val="C00000"/>
                </a:solidFill>
                <a:sym typeface="+mn-ea"/>
              </a:rPr>
              <a:t>2. </a:t>
            </a:r>
            <a:r>
              <a:rPr lang="en-US" altLang="zh-CN" dirty="0">
                <a:solidFill>
                  <a:srgbClr val="FF0000"/>
                </a:solidFill>
                <a:latin typeface="+mj-ea"/>
                <a:sym typeface="+mn-ea"/>
              </a:rPr>
              <a:t> </a:t>
            </a:r>
            <a:r>
              <a:rPr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基本培训机制</a:t>
            </a:r>
            <a:r>
              <a:rPr lang="zh-CN"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支部工作重点</a:t>
            </a:r>
            <a:endParaRPr lang="zh-CN" sz="2800" kern="120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6" name="Text2"/>
          <p:cNvSpPr txBox="1"/>
          <p:nvPr/>
        </p:nvSpPr>
        <p:spPr>
          <a:xfrm>
            <a:off x="871855" y="1349375"/>
            <a:ext cx="10294620" cy="730885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anchorCtr="0">
            <a:spAutoFit/>
          </a:bodyPr>
          <a:p>
            <a:pPr>
              <a:lnSpc>
                <a:spcPct val="130000"/>
              </a:lnSpc>
              <a:buSzPct val="25000"/>
              <a:defRPr/>
            </a:pPr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四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学习时间</a:t>
            </a:r>
            <a:endParaRPr 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13180" y="2477770"/>
            <a:ext cx="9719310" cy="2145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每季度组织1次集中学习、1次集中研讨。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集中学习、集中研讨一般分开组织。</a:t>
            </a: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当前（从现在到2026年6月底），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基本培训主要任务是学习党的二十届四中全会精神，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其中，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2026年2月、3月以主题党日形式各开展了一次集中学习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-27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日之间要开展一次集中研讨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/>
          <p:cNvSpPr>
            <a:spLocks noGrp="1"/>
          </p:cNvSpPr>
          <p:nvPr>
            <p:ph type="title"/>
          </p:nvPr>
        </p:nvSpPr>
        <p:spPr>
          <a:xfrm>
            <a:off x="271780" y="165100"/>
            <a:ext cx="8155940" cy="648970"/>
          </a:xfrm>
        </p:spPr>
        <p:txBody>
          <a:bodyPr/>
          <a:lstStyle/>
          <a:p>
            <a:r>
              <a:rPr lang="en-US" altLang="zh-CN" sz="4000" dirty="0">
                <a:solidFill>
                  <a:srgbClr val="C00000"/>
                </a:solidFill>
                <a:sym typeface="+mn-ea"/>
              </a:rPr>
              <a:t>2. </a:t>
            </a:r>
            <a:r>
              <a:rPr lang="en-US" altLang="zh-CN" dirty="0">
                <a:solidFill>
                  <a:srgbClr val="FF0000"/>
                </a:solidFill>
                <a:latin typeface="+mj-ea"/>
                <a:sym typeface="+mn-ea"/>
              </a:rPr>
              <a:t> </a:t>
            </a:r>
            <a:r>
              <a:rPr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基本培训机制</a:t>
            </a:r>
            <a:r>
              <a:rPr lang="zh-CN"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支部工作重点</a:t>
            </a:r>
            <a:endParaRPr lang="zh-CN" sz="2800" kern="120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6" name="Text2"/>
          <p:cNvSpPr txBox="1"/>
          <p:nvPr/>
        </p:nvSpPr>
        <p:spPr>
          <a:xfrm>
            <a:off x="948690" y="1231900"/>
            <a:ext cx="10294620" cy="730885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anchorCtr="0">
            <a:spAutoFit/>
          </a:bodyPr>
          <a:lstStyle/>
          <a:p>
            <a:pPr>
              <a:lnSpc>
                <a:spcPct val="130000"/>
              </a:lnSpc>
              <a:buSzPct val="25000"/>
              <a:defRPr/>
            </a:pPr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五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学习研讨（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1/3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zh-CN" altLang="en-US" sz="28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2991381" y="4497267"/>
            <a:ext cx="308776" cy="309652"/>
            <a:chOff x="1396546" y="5301003"/>
            <a:chExt cx="457940" cy="459241"/>
          </a:xfrm>
          <a:solidFill>
            <a:schemeClr val="bg1"/>
          </a:solidFill>
        </p:grpSpPr>
        <p:sp>
          <p:nvSpPr>
            <p:cNvPr id="69" name="Freeform 98"/>
            <p:cNvSpPr>
              <a:spLocks noEditPoints="1"/>
            </p:cNvSpPr>
            <p:nvPr/>
          </p:nvSpPr>
          <p:spPr bwMode="auto">
            <a:xfrm>
              <a:off x="1396546" y="5301003"/>
              <a:ext cx="312232" cy="408503"/>
            </a:xfrm>
            <a:custGeom>
              <a:avLst/>
              <a:gdLst>
                <a:gd name="T0" fmla="*/ 105 w 131"/>
                <a:gd name="T1" fmla="*/ 142 h 171"/>
                <a:gd name="T2" fmla="*/ 101 w 131"/>
                <a:gd name="T3" fmla="*/ 143 h 171"/>
                <a:gd name="T4" fmla="*/ 29 w 131"/>
                <a:gd name="T5" fmla="*/ 143 h 171"/>
                <a:gd name="T6" fmla="*/ 25 w 131"/>
                <a:gd name="T7" fmla="*/ 139 h 171"/>
                <a:gd name="T8" fmla="*/ 29 w 131"/>
                <a:gd name="T9" fmla="*/ 135 h 171"/>
                <a:gd name="T10" fmla="*/ 101 w 131"/>
                <a:gd name="T11" fmla="*/ 135 h 171"/>
                <a:gd name="T12" fmla="*/ 104 w 131"/>
                <a:gd name="T13" fmla="*/ 136 h 171"/>
                <a:gd name="T14" fmla="*/ 101 w 131"/>
                <a:gd name="T15" fmla="*/ 117 h 171"/>
                <a:gd name="T16" fmla="*/ 101 w 131"/>
                <a:gd name="T17" fmla="*/ 117 h 171"/>
                <a:gd name="T18" fmla="*/ 29 w 131"/>
                <a:gd name="T19" fmla="*/ 117 h 171"/>
                <a:gd name="T20" fmla="*/ 25 w 131"/>
                <a:gd name="T21" fmla="*/ 113 h 171"/>
                <a:gd name="T22" fmla="*/ 29 w 131"/>
                <a:gd name="T23" fmla="*/ 109 h 171"/>
                <a:gd name="T24" fmla="*/ 101 w 131"/>
                <a:gd name="T25" fmla="*/ 109 h 171"/>
                <a:gd name="T26" fmla="*/ 103 w 131"/>
                <a:gd name="T27" fmla="*/ 109 h 171"/>
                <a:gd name="T28" fmla="*/ 104 w 131"/>
                <a:gd name="T29" fmla="*/ 107 h 171"/>
                <a:gd name="T30" fmla="*/ 110 w 131"/>
                <a:gd name="T31" fmla="*/ 105 h 171"/>
                <a:gd name="T32" fmla="*/ 111 w 131"/>
                <a:gd name="T33" fmla="*/ 105 h 171"/>
                <a:gd name="T34" fmla="*/ 113 w 131"/>
                <a:gd name="T35" fmla="*/ 105 h 171"/>
                <a:gd name="T36" fmla="*/ 118 w 131"/>
                <a:gd name="T37" fmla="*/ 106 h 171"/>
                <a:gd name="T38" fmla="*/ 131 w 131"/>
                <a:gd name="T39" fmla="*/ 101 h 171"/>
                <a:gd name="T40" fmla="*/ 131 w 131"/>
                <a:gd name="T41" fmla="*/ 1 h 171"/>
                <a:gd name="T42" fmla="*/ 130 w 131"/>
                <a:gd name="T43" fmla="*/ 0 h 171"/>
                <a:gd name="T44" fmla="*/ 1 w 131"/>
                <a:gd name="T45" fmla="*/ 0 h 171"/>
                <a:gd name="T46" fmla="*/ 0 w 131"/>
                <a:gd name="T47" fmla="*/ 1 h 171"/>
                <a:gd name="T48" fmla="*/ 0 w 131"/>
                <a:gd name="T49" fmla="*/ 170 h 171"/>
                <a:gd name="T50" fmla="*/ 1 w 131"/>
                <a:gd name="T51" fmla="*/ 171 h 171"/>
                <a:gd name="T52" fmla="*/ 113 w 131"/>
                <a:gd name="T53" fmla="*/ 171 h 171"/>
                <a:gd name="T54" fmla="*/ 112 w 131"/>
                <a:gd name="T55" fmla="*/ 169 h 171"/>
                <a:gd name="T56" fmla="*/ 105 w 131"/>
                <a:gd name="T57" fmla="*/ 142 h 171"/>
                <a:gd name="T58" fmla="*/ 29 w 131"/>
                <a:gd name="T59" fmla="*/ 28 h 171"/>
                <a:gd name="T60" fmla="*/ 101 w 131"/>
                <a:gd name="T61" fmla="*/ 28 h 171"/>
                <a:gd name="T62" fmla="*/ 105 w 131"/>
                <a:gd name="T63" fmla="*/ 33 h 171"/>
                <a:gd name="T64" fmla="*/ 101 w 131"/>
                <a:gd name="T65" fmla="*/ 37 h 171"/>
                <a:gd name="T66" fmla="*/ 29 w 131"/>
                <a:gd name="T67" fmla="*/ 37 h 171"/>
                <a:gd name="T68" fmla="*/ 25 w 131"/>
                <a:gd name="T69" fmla="*/ 33 h 171"/>
                <a:gd name="T70" fmla="*/ 29 w 131"/>
                <a:gd name="T71" fmla="*/ 28 h 171"/>
                <a:gd name="T72" fmla="*/ 29 w 131"/>
                <a:gd name="T73" fmla="*/ 55 h 171"/>
                <a:gd name="T74" fmla="*/ 101 w 131"/>
                <a:gd name="T75" fmla="*/ 55 h 171"/>
                <a:gd name="T76" fmla="*/ 105 w 131"/>
                <a:gd name="T77" fmla="*/ 59 h 171"/>
                <a:gd name="T78" fmla="*/ 101 w 131"/>
                <a:gd name="T79" fmla="*/ 63 h 171"/>
                <a:gd name="T80" fmla="*/ 29 w 131"/>
                <a:gd name="T81" fmla="*/ 63 h 171"/>
                <a:gd name="T82" fmla="*/ 25 w 131"/>
                <a:gd name="T83" fmla="*/ 59 h 171"/>
                <a:gd name="T84" fmla="*/ 29 w 131"/>
                <a:gd name="T85" fmla="*/ 55 h 171"/>
                <a:gd name="T86" fmla="*/ 29 w 131"/>
                <a:gd name="T87" fmla="*/ 82 h 171"/>
                <a:gd name="T88" fmla="*/ 101 w 131"/>
                <a:gd name="T89" fmla="*/ 82 h 171"/>
                <a:gd name="T90" fmla="*/ 105 w 131"/>
                <a:gd name="T91" fmla="*/ 86 h 171"/>
                <a:gd name="T92" fmla="*/ 101 w 131"/>
                <a:gd name="T93" fmla="*/ 90 h 171"/>
                <a:gd name="T94" fmla="*/ 29 w 131"/>
                <a:gd name="T95" fmla="*/ 90 h 171"/>
                <a:gd name="T96" fmla="*/ 25 w 131"/>
                <a:gd name="T97" fmla="*/ 86 h 171"/>
                <a:gd name="T98" fmla="*/ 29 w 131"/>
                <a:gd name="T99" fmla="*/ 82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1" h="171">
                  <a:moveTo>
                    <a:pt x="105" y="142"/>
                  </a:moveTo>
                  <a:cubicBezTo>
                    <a:pt x="104" y="143"/>
                    <a:pt x="103" y="143"/>
                    <a:pt x="101" y="143"/>
                  </a:cubicBezTo>
                  <a:cubicBezTo>
                    <a:pt x="29" y="143"/>
                    <a:pt x="29" y="143"/>
                    <a:pt x="29" y="143"/>
                  </a:cubicBezTo>
                  <a:cubicBezTo>
                    <a:pt x="27" y="143"/>
                    <a:pt x="25" y="142"/>
                    <a:pt x="25" y="139"/>
                  </a:cubicBezTo>
                  <a:cubicBezTo>
                    <a:pt x="25" y="137"/>
                    <a:pt x="27" y="135"/>
                    <a:pt x="29" y="135"/>
                  </a:cubicBezTo>
                  <a:cubicBezTo>
                    <a:pt x="101" y="135"/>
                    <a:pt x="101" y="135"/>
                    <a:pt x="101" y="135"/>
                  </a:cubicBezTo>
                  <a:cubicBezTo>
                    <a:pt x="102" y="135"/>
                    <a:pt x="103" y="136"/>
                    <a:pt x="104" y="136"/>
                  </a:cubicBezTo>
                  <a:cubicBezTo>
                    <a:pt x="102" y="128"/>
                    <a:pt x="102" y="121"/>
                    <a:pt x="101" y="117"/>
                  </a:cubicBezTo>
                  <a:cubicBezTo>
                    <a:pt x="101" y="117"/>
                    <a:pt x="101" y="117"/>
                    <a:pt x="101" y="117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27" y="117"/>
                    <a:pt x="25" y="115"/>
                    <a:pt x="25" y="113"/>
                  </a:cubicBezTo>
                  <a:cubicBezTo>
                    <a:pt x="25" y="110"/>
                    <a:pt x="27" y="109"/>
                    <a:pt x="29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2" y="109"/>
                    <a:pt x="102" y="109"/>
                    <a:pt x="103" y="109"/>
                  </a:cubicBezTo>
                  <a:cubicBezTo>
                    <a:pt x="103" y="108"/>
                    <a:pt x="104" y="107"/>
                    <a:pt x="104" y="107"/>
                  </a:cubicBezTo>
                  <a:cubicBezTo>
                    <a:pt x="106" y="105"/>
                    <a:pt x="108" y="105"/>
                    <a:pt x="110" y="105"/>
                  </a:cubicBezTo>
                  <a:cubicBezTo>
                    <a:pt x="111" y="105"/>
                    <a:pt x="111" y="105"/>
                    <a:pt x="111" y="105"/>
                  </a:cubicBezTo>
                  <a:cubicBezTo>
                    <a:pt x="113" y="105"/>
                    <a:pt x="113" y="105"/>
                    <a:pt x="113" y="105"/>
                  </a:cubicBezTo>
                  <a:cubicBezTo>
                    <a:pt x="114" y="105"/>
                    <a:pt x="116" y="106"/>
                    <a:pt x="118" y="106"/>
                  </a:cubicBezTo>
                  <a:cubicBezTo>
                    <a:pt x="123" y="106"/>
                    <a:pt x="127" y="103"/>
                    <a:pt x="131" y="101"/>
                  </a:cubicBezTo>
                  <a:cubicBezTo>
                    <a:pt x="131" y="1"/>
                    <a:pt x="131" y="1"/>
                    <a:pt x="131" y="1"/>
                  </a:cubicBezTo>
                  <a:cubicBezTo>
                    <a:pt x="131" y="1"/>
                    <a:pt x="131" y="0"/>
                    <a:pt x="13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0" y="171"/>
                    <a:pt x="0" y="171"/>
                    <a:pt x="1" y="171"/>
                  </a:cubicBezTo>
                  <a:cubicBezTo>
                    <a:pt x="113" y="171"/>
                    <a:pt x="113" y="171"/>
                    <a:pt x="113" y="171"/>
                  </a:cubicBezTo>
                  <a:cubicBezTo>
                    <a:pt x="113" y="171"/>
                    <a:pt x="112" y="170"/>
                    <a:pt x="112" y="169"/>
                  </a:cubicBezTo>
                  <a:cubicBezTo>
                    <a:pt x="109" y="163"/>
                    <a:pt x="106" y="152"/>
                    <a:pt x="105" y="142"/>
                  </a:cubicBezTo>
                  <a:close/>
                  <a:moveTo>
                    <a:pt x="29" y="28"/>
                  </a:moveTo>
                  <a:cubicBezTo>
                    <a:pt x="101" y="28"/>
                    <a:pt x="101" y="28"/>
                    <a:pt x="101" y="28"/>
                  </a:cubicBezTo>
                  <a:cubicBezTo>
                    <a:pt x="104" y="28"/>
                    <a:pt x="105" y="30"/>
                    <a:pt x="105" y="33"/>
                  </a:cubicBezTo>
                  <a:cubicBezTo>
                    <a:pt x="105" y="35"/>
                    <a:pt x="104" y="37"/>
                    <a:pt x="101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7" y="37"/>
                    <a:pt x="25" y="35"/>
                    <a:pt x="25" y="33"/>
                  </a:cubicBezTo>
                  <a:cubicBezTo>
                    <a:pt x="25" y="30"/>
                    <a:pt x="27" y="28"/>
                    <a:pt x="29" y="28"/>
                  </a:cubicBezTo>
                  <a:close/>
                  <a:moveTo>
                    <a:pt x="29" y="55"/>
                  </a:moveTo>
                  <a:cubicBezTo>
                    <a:pt x="101" y="55"/>
                    <a:pt x="101" y="55"/>
                    <a:pt x="101" y="55"/>
                  </a:cubicBezTo>
                  <a:cubicBezTo>
                    <a:pt x="104" y="55"/>
                    <a:pt x="105" y="57"/>
                    <a:pt x="105" y="59"/>
                  </a:cubicBezTo>
                  <a:cubicBezTo>
                    <a:pt x="105" y="61"/>
                    <a:pt x="104" y="63"/>
                    <a:pt x="101" y="63"/>
                  </a:cubicBezTo>
                  <a:cubicBezTo>
                    <a:pt x="29" y="63"/>
                    <a:pt x="29" y="63"/>
                    <a:pt x="29" y="63"/>
                  </a:cubicBezTo>
                  <a:cubicBezTo>
                    <a:pt x="27" y="63"/>
                    <a:pt x="25" y="61"/>
                    <a:pt x="25" y="59"/>
                  </a:cubicBezTo>
                  <a:cubicBezTo>
                    <a:pt x="25" y="57"/>
                    <a:pt x="27" y="55"/>
                    <a:pt x="29" y="55"/>
                  </a:cubicBezTo>
                  <a:close/>
                  <a:moveTo>
                    <a:pt x="29" y="82"/>
                  </a:moveTo>
                  <a:cubicBezTo>
                    <a:pt x="101" y="82"/>
                    <a:pt x="101" y="82"/>
                    <a:pt x="101" y="82"/>
                  </a:cubicBezTo>
                  <a:cubicBezTo>
                    <a:pt x="104" y="82"/>
                    <a:pt x="105" y="84"/>
                    <a:pt x="105" y="86"/>
                  </a:cubicBezTo>
                  <a:cubicBezTo>
                    <a:pt x="105" y="88"/>
                    <a:pt x="104" y="90"/>
                    <a:pt x="101" y="90"/>
                  </a:cubicBezTo>
                  <a:cubicBezTo>
                    <a:pt x="29" y="90"/>
                    <a:pt x="29" y="90"/>
                    <a:pt x="29" y="90"/>
                  </a:cubicBezTo>
                  <a:cubicBezTo>
                    <a:pt x="27" y="90"/>
                    <a:pt x="25" y="88"/>
                    <a:pt x="25" y="86"/>
                  </a:cubicBezTo>
                  <a:cubicBezTo>
                    <a:pt x="25" y="84"/>
                    <a:pt x="27" y="82"/>
                    <a:pt x="29" y="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99"/>
            <p:cNvSpPr>
              <a:spLocks noEditPoints="1"/>
            </p:cNvSpPr>
            <p:nvPr/>
          </p:nvSpPr>
          <p:spPr bwMode="auto">
            <a:xfrm>
              <a:off x="1656739" y="5519565"/>
              <a:ext cx="197747" cy="240679"/>
            </a:xfrm>
            <a:custGeom>
              <a:avLst/>
              <a:gdLst>
                <a:gd name="T0" fmla="*/ 82 w 83"/>
                <a:gd name="T1" fmla="*/ 22 h 101"/>
                <a:gd name="T2" fmla="*/ 81 w 83"/>
                <a:gd name="T3" fmla="*/ 22 h 101"/>
                <a:gd name="T4" fmla="*/ 74 w 83"/>
                <a:gd name="T5" fmla="*/ 23 h 101"/>
                <a:gd name="T6" fmla="*/ 42 w 83"/>
                <a:gd name="T7" fmla="*/ 1 h 101"/>
                <a:gd name="T8" fmla="*/ 41 w 83"/>
                <a:gd name="T9" fmla="*/ 0 h 101"/>
                <a:gd name="T10" fmla="*/ 41 w 83"/>
                <a:gd name="T11" fmla="*/ 1 h 101"/>
                <a:gd name="T12" fmla="*/ 9 w 83"/>
                <a:gd name="T13" fmla="*/ 23 h 101"/>
                <a:gd name="T14" fmla="*/ 9 w 83"/>
                <a:gd name="T15" fmla="*/ 23 h 101"/>
                <a:gd name="T16" fmla="*/ 2 w 83"/>
                <a:gd name="T17" fmla="*/ 22 h 101"/>
                <a:gd name="T18" fmla="*/ 1 w 83"/>
                <a:gd name="T19" fmla="*/ 22 h 101"/>
                <a:gd name="T20" fmla="*/ 0 w 83"/>
                <a:gd name="T21" fmla="*/ 23 h 101"/>
                <a:gd name="T22" fmla="*/ 10 w 83"/>
                <a:gd name="T23" fmla="*/ 74 h 101"/>
                <a:gd name="T24" fmla="*/ 33 w 83"/>
                <a:gd name="T25" fmla="*/ 94 h 101"/>
                <a:gd name="T26" fmla="*/ 40 w 83"/>
                <a:gd name="T27" fmla="*/ 101 h 101"/>
                <a:gd name="T28" fmla="*/ 41 w 83"/>
                <a:gd name="T29" fmla="*/ 101 h 101"/>
                <a:gd name="T30" fmla="*/ 42 w 83"/>
                <a:gd name="T31" fmla="*/ 101 h 101"/>
                <a:gd name="T32" fmla="*/ 50 w 83"/>
                <a:gd name="T33" fmla="*/ 94 h 101"/>
                <a:gd name="T34" fmla="*/ 73 w 83"/>
                <a:gd name="T35" fmla="*/ 74 h 101"/>
                <a:gd name="T36" fmla="*/ 83 w 83"/>
                <a:gd name="T37" fmla="*/ 23 h 101"/>
                <a:gd name="T38" fmla="*/ 82 w 83"/>
                <a:gd name="T39" fmla="*/ 22 h 101"/>
                <a:gd name="T40" fmla="*/ 54 w 83"/>
                <a:gd name="T41" fmla="*/ 67 h 101"/>
                <a:gd name="T42" fmla="*/ 28 w 83"/>
                <a:gd name="T43" fmla="*/ 67 h 101"/>
                <a:gd name="T44" fmla="*/ 24 w 83"/>
                <a:gd name="T45" fmla="*/ 63 h 101"/>
                <a:gd name="T46" fmla="*/ 28 w 83"/>
                <a:gd name="T47" fmla="*/ 59 h 101"/>
                <a:gd name="T48" fmla="*/ 54 w 83"/>
                <a:gd name="T49" fmla="*/ 59 h 101"/>
                <a:gd name="T50" fmla="*/ 58 w 83"/>
                <a:gd name="T51" fmla="*/ 63 h 101"/>
                <a:gd name="T52" fmla="*/ 54 w 83"/>
                <a:gd name="T53" fmla="*/ 67 h 101"/>
                <a:gd name="T54" fmla="*/ 59 w 83"/>
                <a:gd name="T55" fmla="*/ 48 h 101"/>
                <a:gd name="T56" fmla="*/ 23 w 83"/>
                <a:gd name="T57" fmla="*/ 48 h 101"/>
                <a:gd name="T58" fmla="*/ 19 w 83"/>
                <a:gd name="T59" fmla="*/ 44 h 101"/>
                <a:gd name="T60" fmla="*/ 23 w 83"/>
                <a:gd name="T61" fmla="*/ 40 h 101"/>
                <a:gd name="T62" fmla="*/ 59 w 83"/>
                <a:gd name="T63" fmla="*/ 40 h 101"/>
                <a:gd name="T64" fmla="*/ 63 w 83"/>
                <a:gd name="T65" fmla="*/ 44 h 101"/>
                <a:gd name="T66" fmla="*/ 59 w 83"/>
                <a:gd name="T67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3" h="101">
                  <a:moveTo>
                    <a:pt x="82" y="22"/>
                  </a:moveTo>
                  <a:cubicBezTo>
                    <a:pt x="82" y="22"/>
                    <a:pt x="82" y="22"/>
                    <a:pt x="81" y="22"/>
                  </a:cubicBezTo>
                  <a:cubicBezTo>
                    <a:pt x="79" y="22"/>
                    <a:pt x="77" y="23"/>
                    <a:pt x="74" y="23"/>
                  </a:cubicBezTo>
                  <a:cubicBezTo>
                    <a:pt x="54" y="23"/>
                    <a:pt x="43" y="1"/>
                    <a:pt x="42" y="1"/>
                  </a:cubicBezTo>
                  <a:cubicBezTo>
                    <a:pt x="42" y="0"/>
                    <a:pt x="42" y="0"/>
                    <a:pt x="41" y="0"/>
                  </a:cubicBezTo>
                  <a:cubicBezTo>
                    <a:pt x="41" y="0"/>
                    <a:pt x="41" y="0"/>
                    <a:pt x="41" y="1"/>
                  </a:cubicBezTo>
                  <a:cubicBezTo>
                    <a:pt x="40" y="1"/>
                    <a:pt x="2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6" y="23"/>
                    <a:pt x="4" y="22"/>
                    <a:pt x="2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0" y="23"/>
                    <a:pt x="0" y="23"/>
                  </a:cubicBezTo>
                  <a:cubicBezTo>
                    <a:pt x="1" y="25"/>
                    <a:pt x="3" y="62"/>
                    <a:pt x="10" y="74"/>
                  </a:cubicBezTo>
                  <a:cubicBezTo>
                    <a:pt x="18" y="87"/>
                    <a:pt x="26" y="91"/>
                    <a:pt x="33" y="94"/>
                  </a:cubicBezTo>
                  <a:cubicBezTo>
                    <a:pt x="37" y="96"/>
                    <a:pt x="40" y="98"/>
                    <a:pt x="40" y="101"/>
                  </a:cubicBezTo>
                  <a:cubicBezTo>
                    <a:pt x="41" y="101"/>
                    <a:pt x="41" y="101"/>
                    <a:pt x="41" y="101"/>
                  </a:cubicBezTo>
                  <a:cubicBezTo>
                    <a:pt x="42" y="101"/>
                    <a:pt x="42" y="101"/>
                    <a:pt x="42" y="101"/>
                  </a:cubicBezTo>
                  <a:cubicBezTo>
                    <a:pt x="43" y="98"/>
                    <a:pt x="46" y="96"/>
                    <a:pt x="50" y="94"/>
                  </a:cubicBezTo>
                  <a:cubicBezTo>
                    <a:pt x="57" y="91"/>
                    <a:pt x="65" y="87"/>
                    <a:pt x="73" y="74"/>
                  </a:cubicBezTo>
                  <a:cubicBezTo>
                    <a:pt x="80" y="62"/>
                    <a:pt x="82" y="25"/>
                    <a:pt x="83" y="23"/>
                  </a:cubicBezTo>
                  <a:cubicBezTo>
                    <a:pt x="83" y="23"/>
                    <a:pt x="82" y="22"/>
                    <a:pt x="82" y="22"/>
                  </a:cubicBezTo>
                  <a:close/>
                  <a:moveTo>
                    <a:pt x="54" y="67"/>
                  </a:moveTo>
                  <a:cubicBezTo>
                    <a:pt x="28" y="67"/>
                    <a:pt x="28" y="67"/>
                    <a:pt x="28" y="67"/>
                  </a:cubicBezTo>
                  <a:cubicBezTo>
                    <a:pt x="25" y="67"/>
                    <a:pt x="24" y="66"/>
                    <a:pt x="24" y="63"/>
                  </a:cubicBezTo>
                  <a:cubicBezTo>
                    <a:pt x="24" y="61"/>
                    <a:pt x="25" y="59"/>
                    <a:pt x="28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7" y="59"/>
                    <a:pt x="58" y="61"/>
                    <a:pt x="58" y="63"/>
                  </a:cubicBezTo>
                  <a:cubicBezTo>
                    <a:pt x="58" y="66"/>
                    <a:pt x="57" y="67"/>
                    <a:pt x="54" y="67"/>
                  </a:cubicBezTo>
                  <a:close/>
                  <a:moveTo>
                    <a:pt x="59" y="48"/>
                  </a:moveTo>
                  <a:cubicBezTo>
                    <a:pt x="23" y="48"/>
                    <a:pt x="23" y="48"/>
                    <a:pt x="23" y="48"/>
                  </a:cubicBezTo>
                  <a:cubicBezTo>
                    <a:pt x="21" y="48"/>
                    <a:pt x="19" y="47"/>
                    <a:pt x="19" y="44"/>
                  </a:cubicBezTo>
                  <a:cubicBezTo>
                    <a:pt x="19" y="42"/>
                    <a:pt x="21" y="40"/>
                    <a:pt x="23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61" y="40"/>
                    <a:pt x="63" y="42"/>
                    <a:pt x="63" y="44"/>
                  </a:cubicBezTo>
                  <a:cubicBezTo>
                    <a:pt x="63" y="47"/>
                    <a:pt x="61" y="48"/>
                    <a:pt x="59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9672643" y="5856515"/>
            <a:ext cx="308776" cy="248248"/>
            <a:chOff x="10331583" y="5349139"/>
            <a:chExt cx="457940" cy="368173"/>
          </a:xfrm>
          <a:solidFill>
            <a:schemeClr val="bg1"/>
          </a:solidFill>
        </p:grpSpPr>
        <p:sp>
          <p:nvSpPr>
            <p:cNvPr id="75" name="Freeform 117"/>
            <p:cNvSpPr>
              <a:spLocks noEditPoints="1"/>
            </p:cNvSpPr>
            <p:nvPr/>
          </p:nvSpPr>
          <p:spPr bwMode="auto">
            <a:xfrm>
              <a:off x="10331583" y="5402478"/>
              <a:ext cx="457940" cy="314834"/>
            </a:xfrm>
            <a:custGeom>
              <a:avLst/>
              <a:gdLst>
                <a:gd name="T0" fmla="*/ 177 w 192"/>
                <a:gd name="T1" fmla="*/ 0 h 132"/>
                <a:gd name="T2" fmla="*/ 100 w 192"/>
                <a:gd name="T3" fmla="*/ 0 h 132"/>
                <a:gd name="T4" fmla="*/ 100 w 192"/>
                <a:gd name="T5" fmla="*/ 17 h 132"/>
                <a:gd name="T6" fmla="*/ 96 w 192"/>
                <a:gd name="T7" fmla="*/ 21 h 132"/>
                <a:gd name="T8" fmla="*/ 92 w 192"/>
                <a:gd name="T9" fmla="*/ 17 h 132"/>
                <a:gd name="T10" fmla="*/ 92 w 192"/>
                <a:gd name="T11" fmla="*/ 0 h 132"/>
                <a:gd name="T12" fmla="*/ 14 w 192"/>
                <a:gd name="T13" fmla="*/ 0 h 132"/>
                <a:gd name="T14" fmla="*/ 0 w 192"/>
                <a:gd name="T15" fmla="*/ 15 h 132"/>
                <a:gd name="T16" fmla="*/ 0 w 192"/>
                <a:gd name="T17" fmla="*/ 117 h 132"/>
                <a:gd name="T18" fmla="*/ 14 w 192"/>
                <a:gd name="T19" fmla="*/ 132 h 132"/>
                <a:gd name="T20" fmla="*/ 177 w 192"/>
                <a:gd name="T21" fmla="*/ 132 h 132"/>
                <a:gd name="T22" fmla="*/ 192 w 192"/>
                <a:gd name="T23" fmla="*/ 117 h 132"/>
                <a:gd name="T24" fmla="*/ 192 w 192"/>
                <a:gd name="T25" fmla="*/ 15 h 132"/>
                <a:gd name="T26" fmla="*/ 177 w 192"/>
                <a:gd name="T27" fmla="*/ 0 h 132"/>
                <a:gd name="T28" fmla="*/ 56 w 192"/>
                <a:gd name="T29" fmla="*/ 23 h 132"/>
                <a:gd name="T30" fmla="*/ 73 w 192"/>
                <a:gd name="T31" fmla="*/ 40 h 132"/>
                <a:gd name="T32" fmla="*/ 56 w 192"/>
                <a:gd name="T33" fmla="*/ 57 h 132"/>
                <a:gd name="T34" fmla="*/ 39 w 192"/>
                <a:gd name="T35" fmla="*/ 40 h 132"/>
                <a:gd name="T36" fmla="*/ 56 w 192"/>
                <a:gd name="T37" fmla="*/ 23 h 132"/>
                <a:gd name="T38" fmla="*/ 95 w 192"/>
                <a:gd name="T39" fmla="*/ 108 h 132"/>
                <a:gd name="T40" fmla="*/ 18 w 192"/>
                <a:gd name="T41" fmla="*/ 108 h 132"/>
                <a:gd name="T42" fmla="*/ 17 w 192"/>
                <a:gd name="T43" fmla="*/ 107 h 132"/>
                <a:gd name="T44" fmla="*/ 56 w 192"/>
                <a:gd name="T45" fmla="*/ 68 h 132"/>
                <a:gd name="T46" fmla="*/ 96 w 192"/>
                <a:gd name="T47" fmla="*/ 107 h 132"/>
                <a:gd name="T48" fmla="*/ 95 w 192"/>
                <a:gd name="T49" fmla="*/ 108 h 132"/>
                <a:gd name="T50" fmla="*/ 162 w 192"/>
                <a:gd name="T51" fmla="*/ 83 h 132"/>
                <a:gd name="T52" fmla="*/ 112 w 192"/>
                <a:gd name="T53" fmla="*/ 83 h 132"/>
                <a:gd name="T54" fmla="*/ 108 w 192"/>
                <a:gd name="T55" fmla="*/ 79 h 132"/>
                <a:gd name="T56" fmla="*/ 112 w 192"/>
                <a:gd name="T57" fmla="*/ 75 h 132"/>
                <a:gd name="T58" fmla="*/ 162 w 192"/>
                <a:gd name="T59" fmla="*/ 75 h 132"/>
                <a:gd name="T60" fmla="*/ 166 w 192"/>
                <a:gd name="T61" fmla="*/ 79 h 132"/>
                <a:gd name="T62" fmla="*/ 162 w 192"/>
                <a:gd name="T63" fmla="*/ 83 h 132"/>
                <a:gd name="T64" fmla="*/ 162 w 192"/>
                <a:gd name="T65" fmla="*/ 52 h 132"/>
                <a:gd name="T66" fmla="*/ 112 w 192"/>
                <a:gd name="T67" fmla="*/ 52 h 132"/>
                <a:gd name="T68" fmla="*/ 108 w 192"/>
                <a:gd name="T69" fmla="*/ 49 h 132"/>
                <a:gd name="T70" fmla="*/ 112 w 192"/>
                <a:gd name="T71" fmla="*/ 45 h 132"/>
                <a:gd name="T72" fmla="*/ 162 w 192"/>
                <a:gd name="T73" fmla="*/ 45 h 132"/>
                <a:gd name="T74" fmla="*/ 166 w 192"/>
                <a:gd name="T75" fmla="*/ 49 h 132"/>
                <a:gd name="T76" fmla="*/ 162 w 192"/>
                <a:gd name="T77" fmla="*/ 5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2" h="132">
                  <a:moveTo>
                    <a:pt x="177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17"/>
                    <a:pt x="100" y="17"/>
                    <a:pt x="100" y="17"/>
                  </a:cubicBezTo>
                  <a:cubicBezTo>
                    <a:pt x="100" y="19"/>
                    <a:pt x="98" y="21"/>
                    <a:pt x="96" y="21"/>
                  </a:cubicBezTo>
                  <a:cubicBezTo>
                    <a:pt x="93" y="21"/>
                    <a:pt x="92" y="19"/>
                    <a:pt x="92" y="1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25"/>
                    <a:pt x="6" y="132"/>
                    <a:pt x="14" y="132"/>
                  </a:cubicBezTo>
                  <a:cubicBezTo>
                    <a:pt x="177" y="132"/>
                    <a:pt x="177" y="132"/>
                    <a:pt x="177" y="132"/>
                  </a:cubicBezTo>
                  <a:cubicBezTo>
                    <a:pt x="185" y="132"/>
                    <a:pt x="192" y="125"/>
                    <a:pt x="192" y="117"/>
                  </a:cubicBezTo>
                  <a:cubicBezTo>
                    <a:pt x="192" y="15"/>
                    <a:pt x="192" y="15"/>
                    <a:pt x="192" y="15"/>
                  </a:cubicBezTo>
                  <a:cubicBezTo>
                    <a:pt x="192" y="7"/>
                    <a:pt x="185" y="0"/>
                    <a:pt x="177" y="0"/>
                  </a:cubicBezTo>
                  <a:close/>
                  <a:moveTo>
                    <a:pt x="56" y="23"/>
                  </a:moveTo>
                  <a:cubicBezTo>
                    <a:pt x="66" y="23"/>
                    <a:pt x="73" y="31"/>
                    <a:pt x="73" y="40"/>
                  </a:cubicBezTo>
                  <a:cubicBezTo>
                    <a:pt x="73" y="50"/>
                    <a:pt x="66" y="57"/>
                    <a:pt x="56" y="57"/>
                  </a:cubicBezTo>
                  <a:cubicBezTo>
                    <a:pt x="47" y="57"/>
                    <a:pt x="39" y="50"/>
                    <a:pt x="39" y="40"/>
                  </a:cubicBezTo>
                  <a:cubicBezTo>
                    <a:pt x="39" y="31"/>
                    <a:pt x="47" y="23"/>
                    <a:pt x="56" y="23"/>
                  </a:cubicBezTo>
                  <a:close/>
                  <a:moveTo>
                    <a:pt x="95" y="108"/>
                  </a:moveTo>
                  <a:cubicBezTo>
                    <a:pt x="18" y="108"/>
                    <a:pt x="18" y="108"/>
                    <a:pt x="18" y="108"/>
                  </a:cubicBezTo>
                  <a:cubicBezTo>
                    <a:pt x="17" y="108"/>
                    <a:pt x="17" y="108"/>
                    <a:pt x="17" y="107"/>
                  </a:cubicBezTo>
                  <a:cubicBezTo>
                    <a:pt x="17" y="86"/>
                    <a:pt x="34" y="68"/>
                    <a:pt x="56" y="68"/>
                  </a:cubicBezTo>
                  <a:cubicBezTo>
                    <a:pt x="78" y="68"/>
                    <a:pt x="96" y="86"/>
                    <a:pt x="96" y="107"/>
                  </a:cubicBezTo>
                  <a:cubicBezTo>
                    <a:pt x="96" y="108"/>
                    <a:pt x="95" y="108"/>
                    <a:pt x="95" y="108"/>
                  </a:cubicBezTo>
                  <a:close/>
                  <a:moveTo>
                    <a:pt x="162" y="83"/>
                  </a:moveTo>
                  <a:cubicBezTo>
                    <a:pt x="112" y="83"/>
                    <a:pt x="112" y="83"/>
                    <a:pt x="112" y="83"/>
                  </a:cubicBezTo>
                  <a:cubicBezTo>
                    <a:pt x="110" y="83"/>
                    <a:pt x="108" y="82"/>
                    <a:pt x="108" y="79"/>
                  </a:cubicBezTo>
                  <a:cubicBezTo>
                    <a:pt x="108" y="77"/>
                    <a:pt x="110" y="75"/>
                    <a:pt x="11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4" y="75"/>
                    <a:pt x="166" y="77"/>
                    <a:pt x="166" y="79"/>
                  </a:cubicBezTo>
                  <a:cubicBezTo>
                    <a:pt x="166" y="82"/>
                    <a:pt x="164" y="83"/>
                    <a:pt x="162" y="83"/>
                  </a:cubicBezTo>
                  <a:close/>
                  <a:moveTo>
                    <a:pt x="16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0" y="52"/>
                    <a:pt x="108" y="51"/>
                    <a:pt x="108" y="49"/>
                  </a:cubicBezTo>
                  <a:cubicBezTo>
                    <a:pt x="108" y="46"/>
                    <a:pt x="110" y="45"/>
                    <a:pt x="112" y="45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4" y="45"/>
                    <a:pt x="166" y="46"/>
                    <a:pt x="166" y="49"/>
                  </a:cubicBezTo>
                  <a:cubicBezTo>
                    <a:pt x="166" y="51"/>
                    <a:pt x="164" y="52"/>
                    <a:pt x="162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118"/>
            <p:cNvSpPr/>
            <p:nvPr/>
          </p:nvSpPr>
          <p:spPr bwMode="auto">
            <a:xfrm>
              <a:off x="10551446" y="5349139"/>
              <a:ext cx="18214" cy="53340"/>
            </a:xfrm>
            <a:custGeom>
              <a:avLst/>
              <a:gdLst>
                <a:gd name="T0" fmla="*/ 8 w 8"/>
                <a:gd name="T1" fmla="*/ 4 h 22"/>
                <a:gd name="T2" fmla="*/ 4 w 8"/>
                <a:gd name="T3" fmla="*/ 0 h 22"/>
                <a:gd name="T4" fmla="*/ 0 w 8"/>
                <a:gd name="T5" fmla="*/ 4 h 22"/>
                <a:gd name="T6" fmla="*/ 0 w 8"/>
                <a:gd name="T7" fmla="*/ 22 h 22"/>
                <a:gd name="T8" fmla="*/ 8 w 8"/>
                <a:gd name="T9" fmla="*/ 22 h 22"/>
                <a:gd name="T10" fmla="*/ 8 w 8"/>
                <a:gd name="T11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2">
                  <a:moveTo>
                    <a:pt x="8" y="4"/>
                  </a:moveTo>
                  <a:cubicBezTo>
                    <a:pt x="8" y="1"/>
                    <a:pt x="6" y="0"/>
                    <a:pt x="4" y="0"/>
                  </a:cubicBezTo>
                  <a:cubicBezTo>
                    <a:pt x="1" y="0"/>
                    <a:pt x="0" y="1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8" y="22"/>
                    <a:pt x="8" y="22"/>
                    <a:pt x="8" y="22"/>
                  </a:cubicBezTo>
                  <a:lnTo>
                    <a:pt x="8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224280" y="1951355"/>
            <a:ext cx="1059561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支部在集中学习研讨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，要制定学习计划、研讨计划。集中学习和集中研讨的计划要</a:t>
            </a:r>
            <a:r>
              <a:rPr lang="zh-CN" altLang="en-US" sz="1800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分别制定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，报上一级党委和学习评估组备案后实施。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学习计划一般包括时间、地点、主持人、参加人员、学习内容等信息，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集中研讨计划还要包括研讨主题（有模板）。</a:t>
            </a:r>
            <a:endParaRPr lang="zh-CN" altLang="en-US" sz="18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8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抓实集中研讨。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党支部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要引导党员结合工作实际深化对学习内容的理解认识，找准研讨切入点，多组织开展启发式、互动式的交流研讨。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党支部书记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要发挥带头作用，一方面提高站位、学深悟透，另一方面引导党员弘扬马克思主义学风，端正学习态度，帮助党员联系实际学习研讨。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党员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应在研讨时，结合学习内容谈收获，结合岗位实际谈认识，发言内容要立足本单位、本支部、本岗位工作实际。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研讨发言顺序从前到后一般是领导干部、党支部书记、支委委员、普通党员，每一位党员都要发言。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None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/>
          <p:cNvSpPr>
            <a:spLocks noGrp="1"/>
          </p:cNvSpPr>
          <p:nvPr>
            <p:ph type="title"/>
          </p:nvPr>
        </p:nvSpPr>
        <p:spPr>
          <a:xfrm>
            <a:off x="271780" y="165100"/>
            <a:ext cx="8155940" cy="648970"/>
          </a:xfrm>
        </p:spPr>
        <p:txBody>
          <a:bodyPr/>
          <a:lstStyle/>
          <a:p>
            <a:r>
              <a:rPr lang="en-US" altLang="zh-CN" sz="4000" dirty="0">
                <a:solidFill>
                  <a:srgbClr val="C00000"/>
                </a:solidFill>
                <a:sym typeface="+mn-ea"/>
              </a:rPr>
              <a:t>2. </a:t>
            </a:r>
            <a:r>
              <a:rPr lang="en-US" altLang="zh-CN" dirty="0">
                <a:solidFill>
                  <a:srgbClr val="FF0000"/>
                </a:solidFill>
                <a:latin typeface="+mj-ea"/>
                <a:sym typeface="+mn-ea"/>
              </a:rPr>
              <a:t> </a:t>
            </a:r>
            <a:r>
              <a:rPr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基本培训机制</a:t>
            </a:r>
            <a:r>
              <a:rPr lang="zh-CN"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支部工作重点</a:t>
            </a:r>
            <a:endParaRPr lang="zh-CN" sz="2800" kern="120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6" name="Text2"/>
          <p:cNvSpPr txBox="1"/>
          <p:nvPr/>
        </p:nvSpPr>
        <p:spPr>
          <a:xfrm>
            <a:off x="948690" y="1231900"/>
            <a:ext cx="10294620" cy="730885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anchorCtr="0">
            <a:spAutoFit/>
          </a:bodyPr>
          <a:lstStyle/>
          <a:p>
            <a:pPr>
              <a:lnSpc>
                <a:spcPct val="130000"/>
              </a:lnSpc>
              <a:buSzPct val="25000"/>
              <a:defRPr/>
            </a:pPr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五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学习研讨（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2/3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zh-CN" altLang="en-US" sz="28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2991381" y="4497267"/>
            <a:ext cx="308776" cy="309652"/>
            <a:chOff x="1396546" y="5301003"/>
            <a:chExt cx="457940" cy="459241"/>
          </a:xfrm>
          <a:solidFill>
            <a:schemeClr val="bg1"/>
          </a:solidFill>
        </p:grpSpPr>
        <p:sp>
          <p:nvSpPr>
            <p:cNvPr id="69" name="Freeform 98"/>
            <p:cNvSpPr>
              <a:spLocks noEditPoints="1"/>
            </p:cNvSpPr>
            <p:nvPr/>
          </p:nvSpPr>
          <p:spPr bwMode="auto">
            <a:xfrm>
              <a:off x="1396546" y="5301003"/>
              <a:ext cx="312232" cy="408503"/>
            </a:xfrm>
            <a:custGeom>
              <a:avLst/>
              <a:gdLst>
                <a:gd name="T0" fmla="*/ 105 w 131"/>
                <a:gd name="T1" fmla="*/ 142 h 171"/>
                <a:gd name="T2" fmla="*/ 101 w 131"/>
                <a:gd name="T3" fmla="*/ 143 h 171"/>
                <a:gd name="T4" fmla="*/ 29 w 131"/>
                <a:gd name="T5" fmla="*/ 143 h 171"/>
                <a:gd name="T6" fmla="*/ 25 w 131"/>
                <a:gd name="T7" fmla="*/ 139 h 171"/>
                <a:gd name="T8" fmla="*/ 29 w 131"/>
                <a:gd name="T9" fmla="*/ 135 h 171"/>
                <a:gd name="T10" fmla="*/ 101 w 131"/>
                <a:gd name="T11" fmla="*/ 135 h 171"/>
                <a:gd name="T12" fmla="*/ 104 w 131"/>
                <a:gd name="T13" fmla="*/ 136 h 171"/>
                <a:gd name="T14" fmla="*/ 101 w 131"/>
                <a:gd name="T15" fmla="*/ 117 h 171"/>
                <a:gd name="T16" fmla="*/ 101 w 131"/>
                <a:gd name="T17" fmla="*/ 117 h 171"/>
                <a:gd name="T18" fmla="*/ 29 w 131"/>
                <a:gd name="T19" fmla="*/ 117 h 171"/>
                <a:gd name="T20" fmla="*/ 25 w 131"/>
                <a:gd name="T21" fmla="*/ 113 h 171"/>
                <a:gd name="T22" fmla="*/ 29 w 131"/>
                <a:gd name="T23" fmla="*/ 109 h 171"/>
                <a:gd name="T24" fmla="*/ 101 w 131"/>
                <a:gd name="T25" fmla="*/ 109 h 171"/>
                <a:gd name="T26" fmla="*/ 103 w 131"/>
                <a:gd name="T27" fmla="*/ 109 h 171"/>
                <a:gd name="T28" fmla="*/ 104 w 131"/>
                <a:gd name="T29" fmla="*/ 107 h 171"/>
                <a:gd name="T30" fmla="*/ 110 w 131"/>
                <a:gd name="T31" fmla="*/ 105 h 171"/>
                <a:gd name="T32" fmla="*/ 111 w 131"/>
                <a:gd name="T33" fmla="*/ 105 h 171"/>
                <a:gd name="T34" fmla="*/ 113 w 131"/>
                <a:gd name="T35" fmla="*/ 105 h 171"/>
                <a:gd name="T36" fmla="*/ 118 w 131"/>
                <a:gd name="T37" fmla="*/ 106 h 171"/>
                <a:gd name="T38" fmla="*/ 131 w 131"/>
                <a:gd name="T39" fmla="*/ 101 h 171"/>
                <a:gd name="T40" fmla="*/ 131 w 131"/>
                <a:gd name="T41" fmla="*/ 1 h 171"/>
                <a:gd name="T42" fmla="*/ 130 w 131"/>
                <a:gd name="T43" fmla="*/ 0 h 171"/>
                <a:gd name="T44" fmla="*/ 1 w 131"/>
                <a:gd name="T45" fmla="*/ 0 h 171"/>
                <a:gd name="T46" fmla="*/ 0 w 131"/>
                <a:gd name="T47" fmla="*/ 1 h 171"/>
                <a:gd name="T48" fmla="*/ 0 w 131"/>
                <a:gd name="T49" fmla="*/ 170 h 171"/>
                <a:gd name="T50" fmla="*/ 1 w 131"/>
                <a:gd name="T51" fmla="*/ 171 h 171"/>
                <a:gd name="T52" fmla="*/ 113 w 131"/>
                <a:gd name="T53" fmla="*/ 171 h 171"/>
                <a:gd name="T54" fmla="*/ 112 w 131"/>
                <a:gd name="T55" fmla="*/ 169 h 171"/>
                <a:gd name="T56" fmla="*/ 105 w 131"/>
                <a:gd name="T57" fmla="*/ 142 h 171"/>
                <a:gd name="T58" fmla="*/ 29 w 131"/>
                <a:gd name="T59" fmla="*/ 28 h 171"/>
                <a:gd name="T60" fmla="*/ 101 w 131"/>
                <a:gd name="T61" fmla="*/ 28 h 171"/>
                <a:gd name="T62" fmla="*/ 105 w 131"/>
                <a:gd name="T63" fmla="*/ 33 h 171"/>
                <a:gd name="T64" fmla="*/ 101 w 131"/>
                <a:gd name="T65" fmla="*/ 37 h 171"/>
                <a:gd name="T66" fmla="*/ 29 w 131"/>
                <a:gd name="T67" fmla="*/ 37 h 171"/>
                <a:gd name="T68" fmla="*/ 25 w 131"/>
                <a:gd name="T69" fmla="*/ 33 h 171"/>
                <a:gd name="T70" fmla="*/ 29 w 131"/>
                <a:gd name="T71" fmla="*/ 28 h 171"/>
                <a:gd name="T72" fmla="*/ 29 w 131"/>
                <a:gd name="T73" fmla="*/ 55 h 171"/>
                <a:gd name="T74" fmla="*/ 101 w 131"/>
                <a:gd name="T75" fmla="*/ 55 h 171"/>
                <a:gd name="T76" fmla="*/ 105 w 131"/>
                <a:gd name="T77" fmla="*/ 59 h 171"/>
                <a:gd name="T78" fmla="*/ 101 w 131"/>
                <a:gd name="T79" fmla="*/ 63 h 171"/>
                <a:gd name="T80" fmla="*/ 29 w 131"/>
                <a:gd name="T81" fmla="*/ 63 h 171"/>
                <a:gd name="T82" fmla="*/ 25 w 131"/>
                <a:gd name="T83" fmla="*/ 59 h 171"/>
                <a:gd name="T84" fmla="*/ 29 w 131"/>
                <a:gd name="T85" fmla="*/ 55 h 171"/>
                <a:gd name="T86" fmla="*/ 29 w 131"/>
                <a:gd name="T87" fmla="*/ 82 h 171"/>
                <a:gd name="T88" fmla="*/ 101 w 131"/>
                <a:gd name="T89" fmla="*/ 82 h 171"/>
                <a:gd name="T90" fmla="*/ 105 w 131"/>
                <a:gd name="T91" fmla="*/ 86 h 171"/>
                <a:gd name="T92" fmla="*/ 101 w 131"/>
                <a:gd name="T93" fmla="*/ 90 h 171"/>
                <a:gd name="T94" fmla="*/ 29 w 131"/>
                <a:gd name="T95" fmla="*/ 90 h 171"/>
                <a:gd name="T96" fmla="*/ 25 w 131"/>
                <a:gd name="T97" fmla="*/ 86 h 171"/>
                <a:gd name="T98" fmla="*/ 29 w 131"/>
                <a:gd name="T99" fmla="*/ 82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1" h="171">
                  <a:moveTo>
                    <a:pt x="105" y="142"/>
                  </a:moveTo>
                  <a:cubicBezTo>
                    <a:pt x="104" y="143"/>
                    <a:pt x="103" y="143"/>
                    <a:pt x="101" y="143"/>
                  </a:cubicBezTo>
                  <a:cubicBezTo>
                    <a:pt x="29" y="143"/>
                    <a:pt x="29" y="143"/>
                    <a:pt x="29" y="143"/>
                  </a:cubicBezTo>
                  <a:cubicBezTo>
                    <a:pt x="27" y="143"/>
                    <a:pt x="25" y="142"/>
                    <a:pt x="25" y="139"/>
                  </a:cubicBezTo>
                  <a:cubicBezTo>
                    <a:pt x="25" y="137"/>
                    <a:pt x="27" y="135"/>
                    <a:pt x="29" y="135"/>
                  </a:cubicBezTo>
                  <a:cubicBezTo>
                    <a:pt x="101" y="135"/>
                    <a:pt x="101" y="135"/>
                    <a:pt x="101" y="135"/>
                  </a:cubicBezTo>
                  <a:cubicBezTo>
                    <a:pt x="102" y="135"/>
                    <a:pt x="103" y="136"/>
                    <a:pt x="104" y="136"/>
                  </a:cubicBezTo>
                  <a:cubicBezTo>
                    <a:pt x="102" y="128"/>
                    <a:pt x="102" y="121"/>
                    <a:pt x="101" y="117"/>
                  </a:cubicBezTo>
                  <a:cubicBezTo>
                    <a:pt x="101" y="117"/>
                    <a:pt x="101" y="117"/>
                    <a:pt x="101" y="117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27" y="117"/>
                    <a:pt x="25" y="115"/>
                    <a:pt x="25" y="113"/>
                  </a:cubicBezTo>
                  <a:cubicBezTo>
                    <a:pt x="25" y="110"/>
                    <a:pt x="27" y="109"/>
                    <a:pt x="29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2" y="109"/>
                    <a:pt x="102" y="109"/>
                    <a:pt x="103" y="109"/>
                  </a:cubicBezTo>
                  <a:cubicBezTo>
                    <a:pt x="103" y="108"/>
                    <a:pt x="104" y="107"/>
                    <a:pt x="104" y="107"/>
                  </a:cubicBezTo>
                  <a:cubicBezTo>
                    <a:pt x="106" y="105"/>
                    <a:pt x="108" y="105"/>
                    <a:pt x="110" y="105"/>
                  </a:cubicBezTo>
                  <a:cubicBezTo>
                    <a:pt x="111" y="105"/>
                    <a:pt x="111" y="105"/>
                    <a:pt x="111" y="105"/>
                  </a:cubicBezTo>
                  <a:cubicBezTo>
                    <a:pt x="113" y="105"/>
                    <a:pt x="113" y="105"/>
                    <a:pt x="113" y="105"/>
                  </a:cubicBezTo>
                  <a:cubicBezTo>
                    <a:pt x="114" y="105"/>
                    <a:pt x="116" y="106"/>
                    <a:pt x="118" y="106"/>
                  </a:cubicBezTo>
                  <a:cubicBezTo>
                    <a:pt x="123" y="106"/>
                    <a:pt x="127" y="103"/>
                    <a:pt x="131" y="101"/>
                  </a:cubicBezTo>
                  <a:cubicBezTo>
                    <a:pt x="131" y="1"/>
                    <a:pt x="131" y="1"/>
                    <a:pt x="131" y="1"/>
                  </a:cubicBezTo>
                  <a:cubicBezTo>
                    <a:pt x="131" y="1"/>
                    <a:pt x="131" y="0"/>
                    <a:pt x="13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0" y="171"/>
                    <a:pt x="0" y="171"/>
                    <a:pt x="1" y="171"/>
                  </a:cubicBezTo>
                  <a:cubicBezTo>
                    <a:pt x="113" y="171"/>
                    <a:pt x="113" y="171"/>
                    <a:pt x="113" y="171"/>
                  </a:cubicBezTo>
                  <a:cubicBezTo>
                    <a:pt x="113" y="171"/>
                    <a:pt x="112" y="170"/>
                    <a:pt x="112" y="169"/>
                  </a:cubicBezTo>
                  <a:cubicBezTo>
                    <a:pt x="109" y="163"/>
                    <a:pt x="106" y="152"/>
                    <a:pt x="105" y="142"/>
                  </a:cubicBezTo>
                  <a:close/>
                  <a:moveTo>
                    <a:pt x="29" y="28"/>
                  </a:moveTo>
                  <a:cubicBezTo>
                    <a:pt x="101" y="28"/>
                    <a:pt x="101" y="28"/>
                    <a:pt x="101" y="28"/>
                  </a:cubicBezTo>
                  <a:cubicBezTo>
                    <a:pt x="104" y="28"/>
                    <a:pt x="105" y="30"/>
                    <a:pt x="105" y="33"/>
                  </a:cubicBezTo>
                  <a:cubicBezTo>
                    <a:pt x="105" y="35"/>
                    <a:pt x="104" y="37"/>
                    <a:pt x="101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7" y="37"/>
                    <a:pt x="25" y="35"/>
                    <a:pt x="25" y="33"/>
                  </a:cubicBezTo>
                  <a:cubicBezTo>
                    <a:pt x="25" y="30"/>
                    <a:pt x="27" y="28"/>
                    <a:pt x="29" y="28"/>
                  </a:cubicBezTo>
                  <a:close/>
                  <a:moveTo>
                    <a:pt x="29" y="55"/>
                  </a:moveTo>
                  <a:cubicBezTo>
                    <a:pt x="101" y="55"/>
                    <a:pt x="101" y="55"/>
                    <a:pt x="101" y="55"/>
                  </a:cubicBezTo>
                  <a:cubicBezTo>
                    <a:pt x="104" y="55"/>
                    <a:pt x="105" y="57"/>
                    <a:pt x="105" y="59"/>
                  </a:cubicBezTo>
                  <a:cubicBezTo>
                    <a:pt x="105" y="61"/>
                    <a:pt x="104" y="63"/>
                    <a:pt x="101" y="63"/>
                  </a:cubicBezTo>
                  <a:cubicBezTo>
                    <a:pt x="29" y="63"/>
                    <a:pt x="29" y="63"/>
                    <a:pt x="29" y="63"/>
                  </a:cubicBezTo>
                  <a:cubicBezTo>
                    <a:pt x="27" y="63"/>
                    <a:pt x="25" y="61"/>
                    <a:pt x="25" y="59"/>
                  </a:cubicBezTo>
                  <a:cubicBezTo>
                    <a:pt x="25" y="57"/>
                    <a:pt x="27" y="55"/>
                    <a:pt x="29" y="55"/>
                  </a:cubicBezTo>
                  <a:close/>
                  <a:moveTo>
                    <a:pt x="29" y="82"/>
                  </a:moveTo>
                  <a:cubicBezTo>
                    <a:pt x="101" y="82"/>
                    <a:pt x="101" y="82"/>
                    <a:pt x="101" y="82"/>
                  </a:cubicBezTo>
                  <a:cubicBezTo>
                    <a:pt x="104" y="82"/>
                    <a:pt x="105" y="84"/>
                    <a:pt x="105" y="86"/>
                  </a:cubicBezTo>
                  <a:cubicBezTo>
                    <a:pt x="105" y="88"/>
                    <a:pt x="104" y="90"/>
                    <a:pt x="101" y="90"/>
                  </a:cubicBezTo>
                  <a:cubicBezTo>
                    <a:pt x="29" y="90"/>
                    <a:pt x="29" y="90"/>
                    <a:pt x="29" y="90"/>
                  </a:cubicBezTo>
                  <a:cubicBezTo>
                    <a:pt x="27" y="90"/>
                    <a:pt x="25" y="88"/>
                    <a:pt x="25" y="86"/>
                  </a:cubicBezTo>
                  <a:cubicBezTo>
                    <a:pt x="25" y="84"/>
                    <a:pt x="27" y="82"/>
                    <a:pt x="29" y="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99"/>
            <p:cNvSpPr>
              <a:spLocks noEditPoints="1"/>
            </p:cNvSpPr>
            <p:nvPr/>
          </p:nvSpPr>
          <p:spPr bwMode="auto">
            <a:xfrm>
              <a:off x="1656739" y="5519565"/>
              <a:ext cx="197747" cy="240679"/>
            </a:xfrm>
            <a:custGeom>
              <a:avLst/>
              <a:gdLst>
                <a:gd name="T0" fmla="*/ 82 w 83"/>
                <a:gd name="T1" fmla="*/ 22 h 101"/>
                <a:gd name="T2" fmla="*/ 81 w 83"/>
                <a:gd name="T3" fmla="*/ 22 h 101"/>
                <a:gd name="T4" fmla="*/ 74 w 83"/>
                <a:gd name="T5" fmla="*/ 23 h 101"/>
                <a:gd name="T6" fmla="*/ 42 w 83"/>
                <a:gd name="T7" fmla="*/ 1 h 101"/>
                <a:gd name="T8" fmla="*/ 41 w 83"/>
                <a:gd name="T9" fmla="*/ 0 h 101"/>
                <a:gd name="T10" fmla="*/ 41 w 83"/>
                <a:gd name="T11" fmla="*/ 1 h 101"/>
                <a:gd name="T12" fmla="*/ 9 w 83"/>
                <a:gd name="T13" fmla="*/ 23 h 101"/>
                <a:gd name="T14" fmla="*/ 9 w 83"/>
                <a:gd name="T15" fmla="*/ 23 h 101"/>
                <a:gd name="T16" fmla="*/ 2 w 83"/>
                <a:gd name="T17" fmla="*/ 22 h 101"/>
                <a:gd name="T18" fmla="*/ 1 w 83"/>
                <a:gd name="T19" fmla="*/ 22 h 101"/>
                <a:gd name="T20" fmla="*/ 0 w 83"/>
                <a:gd name="T21" fmla="*/ 23 h 101"/>
                <a:gd name="T22" fmla="*/ 10 w 83"/>
                <a:gd name="T23" fmla="*/ 74 h 101"/>
                <a:gd name="T24" fmla="*/ 33 w 83"/>
                <a:gd name="T25" fmla="*/ 94 h 101"/>
                <a:gd name="T26" fmla="*/ 40 w 83"/>
                <a:gd name="T27" fmla="*/ 101 h 101"/>
                <a:gd name="T28" fmla="*/ 41 w 83"/>
                <a:gd name="T29" fmla="*/ 101 h 101"/>
                <a:gd name="T30" fmla="*/ 42 w 83"/>
                <a:gd name="T31" fmla="*/ 101 h 101"/>
                <a:gd name="T32" fmla="*/ 50 w 83"/>
                <a:gd name="T33" fmla="*/ 94 h 101"/>
                <a:gd name="T34" fmla="*/ 73 w 83"/>
                <a:gd name="T35" fmla="*/ 74 h 101"/>
                <a:gd name="T36" fmla="*/ 83 w 83"/>
                <a:gd name="T37" fmla="*/ 23 h 101"/>
                <a:gd name="T38" fmla="*/ 82 w 83"/>
                <a:gd name="T39" fmla="*/ 22 h 101"/>
                <a:gd name="T40" fmla="*/ 54 w 83"/>
                <a:gd name="T41" fmla="*/ 67 h 101"/>
                <a:gd name="T42" fmla="*/ 28 w 83"/>
                <a:gd name="T43" fmla="*/ 67 h 101"/>
                <a:gd name="T44" fmla="*/ 24 w 83"/>
                <a:gd name="T45" fmla="*/ 63 h 101"/>
                <a:gd name="T46" fmla="*/ 28 w 83"/>
                <a:gd name="T47" fmla="*/ 59 h 101"/>
                <a:gd name="T48" fmla="*/ 54 w 83"/>
                <a:gd name="T49" fmla="*/ 59 h 101"/>
                <a:gd name="T50" fmla="*/ 58 w 83"/>
                <a:gd name="T51" fmla="*/ 63 h 101"/>
                <a:gd name="T52" fmla="*/ 54 w 83"/>
                <a:gd name="T53" fmla="*/ 67 h 101"/>
                <a:gd name="T54" fmla="*/ 59 w 83"/>
                <a:gd name="T55" fmla="*/ 48 h 101"/>
                <a:gd name="T56" fmla="*/ 23 w 83"/>
                <a:gd name="T57" fmla="*/ 48 h 101"/>
                <a:gd name="T58" fmla="*/ 19 w 83"/>
                <a:gd name="T59" fmla="*/ 44 h 101"/>
                <a:gd name="T60" fmla="*/ 23 w 83"/>
                <a:gd name="T61" fmla="*/ 40 h 101"/>
                <a:gd name="T62" fmla="*/ 59 w 83"/>
                <a:gd name="T63" fmla="*/ 40 h 101"/>
                <a:gd name="T64" fmla="*/ 63 w 83"/>
                <a:gd name="T65" fmla="*/ 44 h 101"/>
                <a:gd name="T66" fmla="*/ 59 w 83"/>
                <a:gd name="T67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3" h="101">
                  <a:moveTo>
                    <a:pt x="82" y="22"/>
                  </a:moveTo>
                  <a:cubicBezTo>
                    <a:pt x="82" y="22"/>
                    <a:pt x="82" y="22"/>
                    <a:pt x="81" y="22"/>
                  </a:cubicBezTo>
                  <a:cubicBezTo>
                    <a:pt x="79" y="22"/>
                    <a:pt x="77" y="23"/>
                    <a:pt x="74" y="23"/>
                  </a:cubicBezTo>
                  <a:cubicBezTo>
                    <a:pt x="54" y="23"/>
                    <a:pt x="43" y="1"/>
                    <a:pt x="42" y="1"/>
                  </a:cubicBezTo>
                  <a:cubicBezTo>
                    <a:pt x="42" y="0"/>
                    <a:pt x="42" y="0"/>
                    <a:pt x="41" y="0"/>
                  </a:cubicBezTo>
                  <a:cubicBezTo>
                    <a:pt x="41" y="0"/>
                    <a:pt x="41" y="0"/>
                    <a:pt x="41" y="1"/>
                  </a:cubicBezTo>
                  <a:cubicBezTo>
                    <a:pt x="40" y="1"/>
                    <a:pt x="2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6" y="23"/>
                    <a:pt x="4" y="22"/>
                    <a:pt x="2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0" y="23"/>
                    <a:pt x="0" y="23"/>
                  </a:cubicBezTo>
                  <a:cubicBezTo>
                    <a:pt x="1" y="25"/>
                    <a:pt x="3" y="62"/>
                    <a:pt x="10" y="74"/>
                  </a:cubicBezTo>
                  <a:cubicBezTo>
                    <a:pt x="18" y="87"/>
                    <a:pt x="26" y="91"/>
                    <a:pt x="33" y="94"/>
                  </a:cubicBezTo>
                  <a:cubicBezTo>
                    <a:pt x="37" y="96"/>
                    <a:pt x="40" y="98"/>
                    <a:pt x="40" y="101"/>
                  </a:cubicBezTo>
                  <a:cubicBezTo>
                    <a:pt x="41" y="101"/>
                    <a:pt x="41" y="101"/>
                    <a:pt x="41" y="101"/>
                  </a:cubicBezTo>
                  <a:cubicBezTo>
                    <a:pt x="42" y="101"/>
                    <a:pt x="42" y="101"/>
                    <a:pt x="42" y="101"/>
                  </a:cubicBezTo>
                  <a:cubicBezTo>
                    <a:pt x="43" y="98"/>
                    <a:pt x="46" y="96"/>
                    <a:pt x="50" y="94"/>
                  </a:cubicBezTo>
                  <a:cubicBezTo>
                    <a:pt x="57" y="91"/>
                    <a:pt x="65" y="87"/>
                    <a:pt x="73" y="74"/>
                  </a:cubicBezTo>
                  <a:cubicBezTo>
                    <a:pt x="80" y="62"/>
                    <a:pt x="82" y="25"/>
                    <a:pt x="83" y="23"/>
                  </a:cubicBezTo>
                  <a:cubicBezTo>
                    <a:pt x="83" y="23"/>
                    <a:pt x="82" y="22"/>
                    <a:pt x="82" y="22"/>
                  </a:cubicBezTo>
                  <a:close/>
                  <a:moveTo>
                    <a:pt x="54" y="67"/>
                  </a:moveTo>
                  <a:cubicBezTo>
                    <a:pt x="28" y="67"/>
                    <a:pt x="28" y="67"/>
                    <a:pt x="28" y="67"/>
                  </a:cubicBezTo>
                  <a:cubicBezTo>
                    <a:pt x="25" y="67"/>
                    <a:pt x="24" y="66"/>
                    <a:pt x="24" y="63"/>
                  </a:cubicBezTo>
                  <a:cubicBezTo>
                    <a:pt x="24" y="61"/>
                    <a:pt x="25" y="59"/>
                    <a:pt x="28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7" y="59"/>
                    <a:pt x="58" y="61"/>
                    <a:pt x="58" y="63"/>
                  </a:cubicBezTo>
                  <a:cubicBezTo>
                    <a:pt x="58" y="66"/>
                    <a:pt x="57" y="67"/>
                    <a:pt x="54" y="67"/>
                  </a:cubicBezTo>
                  <a:close/>
                  <a:moveTo>
                    <a:pt x="59" y="48"/>
                  </a:moveTo>
                  <a:cubicBezTo>
                    <a:pt x="23" y="48"/>
                    <a:pt x="23" y="48"/>
                    <a:pt x="23" y="48"/>
                  </a:cubicBezTo>
                  <a:cubicBezTo>
                    <a:pt x="21" y="48"/>
                    <a:pt x="19" y="47"/>
                    <a:pt x="19" y="44"/>
                  </a:cubicBezTo>
                  <a:cubicBezTo>
                    <a:pt x="19" y="42"/>
                    <a:pt x="21" y="40"/>
                    <a:pt x="23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61" y="40"/>
                    <a:pt x="63" y="42"/>
                    <a:pt x="63" y="44"/>
                  </a:cubicBezTo>
                  <a:cubicBezTo>
                    <a:pt x="63" y="47"/>
                    <a:pt x="61" y="48"/>
                    <a:pt x="59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9672643" y="5856515"/>
            <a:ext cx="308776" cy="248248"/>
            <a:chOff x="10331583" y="5349139"/>
            <a:chExt cx="457940" cy="368173"/>
          </a:xfrm>
          <a:solidFill>
            <a:schemeClr val="bg1"/>
          </a:solidFill>
        </p:grpSpPr>
        <p:sp>
          <p:nvSpPr>
            <p:cNvPr id="75" name="Freeform 117"/>
            <p:cNvSpPr>
              <a:spLocks noEditPoints="1"/>
            </p:cNvSpPr>
            <p:nvPr/>
          </p:nvSpPr>
          <p:spPr bwMode="auto">
            <a:xfrm>
              <a:off x="10331583" y="5402478"/>
              <a:ext cx="457940" cy="314834"/>
            </a:xfrm>
            <a:custGeom>
              <a:avLst/>
              <a:gdLst>
                <a:gd name="T0" fmla="*/ 177 w 192"/>
                <a:gd name="T1" fmla="*/ 0 h 132"/>
                <a:gd name="T2" fmla="*/ 100 w 192"/>
                <a:gd name="T3" fmla="*/ 0 h 132"/>
                <a:gd name="T4" fmla="*/ 100 w 192"/>
                <a:gd name="T5" fmla="*/ 17 h 132"/>
                <a:gd name="T6" fmla="*/ 96 w 192"/>
                <a:gd name="T7" fmla="*/ 21 h 132"/>
                <a:gd name="T8" fmla="*/ 92 w 192"/>
                <a:gd name="T9" fmla="*/ 17 h 132"/>
                <a:gd name="T10" fmla="*/ 92 w 192"/>
                <a:gd name="T11" fmla="*/ 0 h 132"/>
                <a:gd name="T12" fmla="*/ 14 w 192"/>
                <a:gd name="T13" fmla="*/ 0 h 132"/>
                <a:gd name="T14" fmla="*/ 0 w 192"/>
                <a:gd name="T15" fmla="*/ 15 h 132"/>
                <a:gd name="T16" fmla="*/ 0 w 192"/>
                <a:gd name="T17" fmla="*/ 117 h 132"/>
                <a:gd name="T18" fmla="*/ 14 w 192"/>
                <a:gd name="T19" fmla="*/ 132 h 132"/>
                <a:gd name="T20" fmla="*/ 177 w 192"/>
                <a:gd name="T21" fmla="*/ 132 h 132"/>
                <a:gd name="T22" fmla="*/ 192 w 192"/>
                <a:gd name="T23" fmla="*/ 117 h 132"/>
                <a:gd name="T24" fmla="*/ 192 w 192"/>
                <a:gd name="T25" fmla="*/ 15 h 132"/>
                <a:gd name="T26" fmla="*/ 177 w 192"/>
                <a:gd name="T27" fmla="*/ 0 h 132"/>
                <a:gd name="T28" fmla="*/ 56 w 192"/>
                <a:gd name="T29" fmla="*/ 23 h 132"/>
                <a:gd name="T30" fmla="*/ 73 w 192"/>
                <a:gd name="T31" fmla="*/ 40 h 132"/>
                <a:gd name="T32" fmla="*/ 56 w 192"/>
                <a:gd name="T33" fmla="*/ 57 h 132"/>
                <a:gd name="T34" fmla="*/ 39 w 192"/>
                <a:gd name="T35" fmla="*/ 40 h 132"/>
                <a:gd name="T36" fmla="*/ 56 w 192"/>
                <a:gd name="T37" fmla="*/ 23 h 132"/>
                <a:gd name="T38" fmla="*/ 95 w 192"/>
                <a:gd name="T39" fmla="*/ 108 h 132"/>
                <a:gd name="T40" fmla="*/ 18 w 192"/>
                <a:gd name="T41" fmla="*/ 108 h 132"/>
                <a:gd name="T42" fmla="*/ 17 w 192"/>
                <a:gd name="T43" fmla="*/ 107 h 132"/>
                <a:gd name="T44" fmla="*/ 56 w 192"/>
                <a:gd name="T45" fmla="*/ 68 h 132"/>
                <a:gd name="T46" fmla="*/ 96 w 192"/>
                <a:gd name="T47" fmla="*/ 107 h 132"/>
                <a:gd name="T48" fmla="*/ 95 w 192"/>
                <a:gd name="T49" fmla="*/ 108 h 132"/>
                <a:gd name="T50" fmla="*/ 162 w 192"/>
                <a:gd name="T51" fmla="*/ 83 h 132"/>
                <a:gd name="T52" fmla="*/ 112 w 192"/>
                <a:gd name="T53" fmla="*/ 83 h 132"/>
                <a:gd name="T54" fmla="*/ 108 w 192"/>
                <a:gd name="T55" fmla="*/ 79 h 132"/>
                <a:gd name="T56" fmla="*/ 112 w 192"/>
                <a:gd name="T57" fmla="*/ 75 h 132"/>
                <a:gd name="T58" fmla="*/ 162 w 192"/>
                <a:gd name="T59" fmla="*/ 75 h 132"/>
                <a:gd name="T60" fmla="*/ 166 w 192"/>
                <a:gd name="T61" fmla="*/ 79 h 132"/>
                <a:gd name="T62" fmla="*/ 162 w 192"/>
                <a:gd name="T63" fmla="*/ 83 h 132"/>
                <a:gd name="T64" fmla="*/ 162 w 192"/>
                <a:gd name="T65" fmla="*/ 52 h 132"/>
                <a:gd name="T66" fmla="*/ 112 w 192"/>
                <a:gd name="T67" fmla="*/ 52 h 132"/>
                <a:gd name="T68" fmla="*/ 108 w 192"/>
                <a:gd name="T69" fmla="*/ 49 h 132"/>
                <a:gd name="T70" fmla="*/ 112 w 192"/>
                <a:gd name="T71" fmla="*/ 45 h 132"/>
                <a:gd name="T72" fmla="*/ 162 w 192"/>
                <a:gd name="T73" fmla="*/ 45 h 132"/>
                <a:gd name="T74" fmla="*/ 166 w 192"/>
                <a:gd name="T75" fmla="*/ 49 h 132"/>
                <a:gd name="T76" fmla="*/ 162 w 192"/>
                <a:gd name="T77" fmla="*/ 5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2" h="132">
                  <a:moveTo>
                    <a:pt x="177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17"/>
                    <a:pt x="100" y="17"/>
                    <a:pt x="100" y="17"/>
                  </a:cubicBezTo>
                  <a:cubicBezTo>
                    <a:pt x="100" y="19"/>
                    <a:pt x="98" y="21"/>
                    <a:pt x="96" y="21"/>
                  </a:cubicBezTo>
                  <a:cubicBezTo>
                    <a:pt x="93" y="21"/>
                    <a:pt x="92" y="19"/>
                    <a:pt x="92" y="1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25"/>
                    <a:pt x="6" y="132"/>
                    <a:pt x="14" y="132"/>
                  </a:cubicBezTo>
                  <a:cubicBezTo>
                    <a:pt x="177" y="132"/>
                    <a:pt x="177" y="132"/>
                    <a:pt x="177" y="132"/>
                  </a:cubicBezTo>
                  <a:cubicBezTo>
                    <a:pt x="185" y="132"/>
                    <a:pt x="192" y="125"/>
                    <a:pt x="192" y="117"/>
                  </a:cubicBezTo>
                  <a:cubicBezTo>
                    <a:pt x="192" y="15"/>
                    <a:pt x="192" y="15"/>
                    <a:pt x="192" y="15"/>
                  </a:cubicBezTo>
                  <a:cubicBezTo>
                    <a:pt x="192" y="7"/>
                    <a:pt x="185" y="0"/>
                    <a:pt x="177" y="0"/>
                  </a:cubicBezTo>
                  <a:close/>
                  <a:moveTo>
                    <a:pt x="56" y="23"/>
                  </a:moveTo>
                  <a:cubicBezTo>
                    <a:pt x="66" y="23"/>
                    <a:pt x="73" y="31"/>
                    <a:pt x="73" y="40"/>
                  </a:cubicBezTo>
                  <a:cubicBezTo>
                    <a:pt x="73" y="50"/>
                    <a:pt x="66" y="57"/>
                    <a:pt x="56" y="57"/>
                  </a:cubicBezTo>
                  <a:cubicBezTo>
                    <a:pt x="47" y="57"/>
                    <a:pt x="39" y="50"/>
                    <a:pt x="39" y="40"/>
                  </a:cubicBezTo>
                  <a:cubicBezTo>
                    <a:pt x="39" y="31"/>
                    <a:pt x="47" y="23"/>
                    <a:pt x="56" y="23"/>
                  </a:cubicBezTo>
                  <a:close/>
                  <a:moveTo>
                    <a:pt x="95" y="108"/>
                  </a:moveTo>
                  <a:cubicBezTo>
                    <a:pt x="18" y="108"/>
                    <a:pt x="18" y="108"/>
                    <a:pt x="18" y="108"/>
                  </a:cubicBezTo>
                  <a:cubicBezTo>
                    <a:pt x="17" y="108"/>
                    <a:pt x="17" y="108"/>
                    <a:pt x="17" y="107"/>
                  </a:cubicBezTo>
                  <a:cubicBezTo>
                    <a:pt x="17" y="86"/>
                    <a:pt x="34" y="68"/>
                    <a:pt x="56" y="68"/>
                  </a:cubicBezTo>
                  <a:cubicBezTo>
                    <a:pt x="78" y="68"/>
                    <a:pt x="96" y="86"/>
                    <a:pt x="96" y="107"/>
                  </a:cubicBezTo>
                  <a:cubicBezTo>
                    <a:pt x="96" y="108"/>
                    <a:pt x="95" y="108"/>
                    <a:pt x="95" y="108"/>
                  </a:cubicBezTo>
                  <a:close/>
                  <a:moveTo>
                    <a:pt x="162" y="83"/>
                  </a:moveTo>
                  <a:cubicBezTo>
                    <a:pt x="112" y="83"/>
                    <a:pt x="112" y="83"/>
                    <a:pt x="112" y="83"/>
                  </a:cubicBezTo>
                  <a:cubicBezTo>
                    <a:pt x="110" y="83"/>
                    <a:pt x="108" y="82"/>
                    <a:pt x="108" y="79"/>
                  </a:cubicBezTo>
                  <a:cubicBezTo>
                    <a:pt x="108" y="77"/>
                    <a:pt x="110" y="75"/>
                    <a:pt x="11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4" y="75"/>
                    <a:pt x="166" y="77"/>
                    <a:pt x="166" y="79"/>
                  </a:cubicBezTo>
                  <a:cubicBezTo>
                    <a:pt x="166" y="82"/>
                    <a:pt x="164" y="83"/>
                    <a:pt x="162" y="83"/>
                  </a:cubicBezTo>
                  <a:close/>
                  <a:moveTo>
                    <a:pt x="16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0" y="52"/>
                    <a:pt x="108" y="51"/>
                    <a:pt x="108" y="49"/>
                  </a:cubicBezTo>
                  <a:cubicBezTo>
                    <a:pt x="108" y="46"/>
                    <a:pt x="110" y="45"/>
                    <a:pt x="112" y="45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4" y="45"/>
                    <a:pt x="166" y="46"/>
                    <a:pt x="166" y="49"/>
                  </a:cubicBezTo>
                  <a:cubicBezTo>
                    <a:pt x="166" y="51"/>
                    <a:pt x="164" y="52"/>
                    <a:pt x="162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118"/>
            <p:cNvSpPr/>
            <p:nvPr/>
          </p:nvSpPr>
          <p:spPr bwMode="auto">
            <a:xfrm>
              <a:off x="10551446" y="5349139"/>
              <a:ext cx="18214" cy="53340"/>
            </a:xfrm>
            <a:custGeom>
              <a:avLst/>
              <a:gdLst>
                <a:gd name="T0" fmla="*/ 8 w 8"/>
                <a:gd name="T1" fmla="*/ 4 h 22"/>
                <a:gd name="T2" fmla="*/ 4 w 8"/>
                <a:gd name="T3" fmla="*/ 0 h 22"/>
                <a:gd name="T4" fmla="*/ 0 w 8"/>
                <a:gd name="T5" fmla="*/ 4 h 22"/>
                <a:gd name="T6" fmla="*/ 0 w 8"/>
                <a:gd name="T7" fmla="*/ 22 h 22"/>
                <a:gd name="T8" fmla="*/ 8 w 8"/>
                <a:gd name="T9" fmla="*/ 22 h 22"/>
                <a:gd name="T10" fmla="*/ 8 w 8"/>
                <a:gd name="T11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2">
                  <a:moveTo>
                    <a:pt x="8" y="4"/>
                  </a:moveTo>
                  <a:cubicBezTo>
                    <a:pt x="8" y="1"/>
                    <a:pt x="6" y="0"/>
                    <a:pt x="4" y="0"/>
                  </a:cubicBezTo>
                  <a:cubicBezTo>
                    <a:pt x="1" y="0"/>
                    <a:pt x="0" y="1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8" y="22"/>
                    <a:pt x="8" y="22"/>
                    <a:pt x="8" y="22"/>
                  </a:cubicBezTo>
                  <a:lnTo>
                    <a:pt x="8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224280" y="2111375"/>
            <a:ext cx="10164445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8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抓实学用转化。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党支部要派人记录研讨发言内容，根据研讨发言，通过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制定支部举措清单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的方式做好跟踪落实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，将学习研讨成效及时转化为推动企业高质量发展的成效。清单落实情况将作为评价学用转化的重要依据。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8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做好补学。无法参加集中学习的，由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所在党支部上一级党委在1个月内</a:t>
            </a:r>
            <a:r>
              <a:rPr lang="zh-CN" altLang="en-US" sz="18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安排集中补学和研讨。其中，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在集中研讨时，党员无法在现场参加的，可以通过线上参加集中研讨。</a:t>
            </a:r>
            <a:endParaRPr lang="zh-CN" altLang="en-US" sz="18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以“三会一课”、主题党日形式开展的基本培训，在学习或研讨结束后</a:t>
            </a:r>
            <a:r>
              <a:rPr lang="zh-CN" altLang="en-US" sz="1800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七个工作日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内录入联通先锋平台。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/>
          <p:cNvSpPr>
            <a:spLocks noGrp="1"/>
          </p:cNvSpPr>
          <p:nvPr>
            <p:ph type="title"/>
          </p:nvPr>
        </p:nvSpPr>
        <p:spPr>
          <a:xfrm>
            <a:off x="271780" y="165100"/>
            <a:ext cx="8155940" cy="648970"/>
          </a:xfrm>
        </p:spPr>
        <p:txBody>
          <a:bodyPr/>
          <a:lstStyle/>
          <a:p>
            <a:r>
              <a:rPr lang="en-US" altLang="zh-CN" sz="4000" dirty="0">
                <a:solidFill>
                  <a:srgbClr val="C00000"/>
                </a:solidFill>
                <a:sym typeface="+mn-ea"/>
              </a:rPr>
              <a:t>2. </a:t>
            </a:r>
            <a:r>
              <a:rPr lang="en-US" altLang="zh-CN" dirty="0">
                <a:solidFill>
                  <a:srgbClr val="FF0000"/>
                </a:solidFill>
                <a:latin typeface="+mj-ea"/>
                <a:sym typeface="+mn-ea"/>
              </a:rPr>
              <a:t> </a:t>
            </a:r>
            <a:r>
              <a:rPr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基本培训机制</a:t>
            </a:r>
            <a:r>
              <a:rPr lang="zh-CN"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支部工作重点</a:t>
            </a:r>
            <a:endParaRPr lang="zh-CN" sz="2800" kern="120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2984396" y="5810447"/>
            <a:ext cx="308776" cy="309652"/>
            <a:chOff x="1396546" y="5301003"/>
            <a:chExt cx="457940" cy="459241"/>
          </a:xfrm>
          <a:solidFill>
            <a:schemeClr val="bg1"/>
          </a:solidFill>
        </p:grpSpPr>
        <p:sp>
          <p:nvSpPr>
            <p:cNvPr id="69" name="Freeform 98"/>
            <p:cNvSpPr>
              <a:spLocks noEditPoints="1"/>
            </p:cNvSpPr>
            <p:nvPr/>
          </p:nvSpPr>
          <p:spPr bwMode="auto">
            <a:xfrm>
              <a:off x="1396546" y="5301003"/>
              <a:ext cx="312232" cy="408503"/>
            </a:xfrm>
            <a:custGeom>
              <a:avLst/>
              <a:gdLst>
                <a:gd name="T0" fmla="*/ 105 w 131"/>
                <a:gd name="T1" fmla="*/ 142 h 171"/>
                <a:gd name="T2" fmla="*/ 101 w 131"/>
                <a:gd name="T3" fmla="*/ 143 h 171"/>
                <a:gd name="T4" fmla="*/ 29 w 131"/>
                <a:gd name="T5" fmla="*/ 143 h 171"/>
                <a:gd name="T6" fmla="*/ 25 w 131"/>
                <a:gd name="T7" fmla="*/ 139 h 171"/>
                <a:gd name="T8" fmla="*/ 29 w 131"/>
                <a:gd name="T9" fmla="*/ 135 h 171"/>
                <a:gd name="T10" fmla="*/ 101 w 131"/>
                <a:gd name="T11" fmla="*/ 135 h 171"/>
                <a:gd name="T12" fmla="*/ 104 w 131"/>
                <a:gd name="T13" fmla="*/ 136 h 171"/>
                <a:gd name="T14" fmla="*/ 101 w 131"/>
                <a:gd name="T15" fmla="*/ 117 h 171"/>
                <a:gd name="T16" fmla="*/ 101 w 131"/>
                <a:gd name="T17" fmla="*/ 117 h 171"/>
                <a:gd name="T18" fmla="*/ 29 w 131"/>
                <a:gd name="T19" fmla="*/ 117 h 171"/>
                <a:gd name="T20" fmla="*/ 25 w 131"/>
                <a:gd name="T21" fmla="*/ 113 h 171"/>
                <a:gd name="T22" fmla="*/ 29 w 131"/>
                <a:gd name="T23" fmla="*/ 109 h 171"/>
                <a:gd name="T24" fmla="*/ 101 w 131"/>
                <a:gd name="T25" fmla="*/ 109 h 171"/>
                <a:gd name="T26" fmla="*/ 103 w 131"/>
                <a:gd name="T27" fmla="*/ 109 h 171"/>
                <a:gd name="T28" fmla="*/ 104 w 131"/>
                <a:gd name="T29" fmla="*/ 107 h 171"/>
                <a:gd name="T30" fmla="*/ 110 w 131"/>
                <a:gd name="T31" fmla="*/ 105 h 171"/>
                <a:gd name="T32" fmla="*/ 111 w 131"/>
                <a:gd name="T33" fmla="*/ 105 h 171"/>
                <a:gd name="T34" fmla="*/ 113 w 131"/>
                <a:gd name="T35" fmla="*/ 105 h 171"/>
                <a:gd name="T36" fmla="*/ 118 w 131"/>
                <a:gd name="T37" fmla="*/ 106 h 171"/>
                <a:gd name="T38" fmla="*/ 131 w 131"/>
                <a:gd name="T39" fmla="*/ 101 h 171"/>
                <a:gd name="T40" fmla="*/ 131 w 131"/>
                <a:gd name="T41" fmla="*/ 1 h 171"/>
                <a:gd name="T42" fmla="*/ 130 w 131"/>
                <a:gd name="T43" fmla="*/ 0 h 171"/>
                <a:gd name="T44" fmla="*/ 1 w 131"/>
                <a:gd name="T45" fmla="*/ 0 h 171"/>
                <a:gd name="T46" fmla="*/ 0 w 131"/>
                <a:gd name="T47" fmla="*/ 1 h 171"/>
                <a:gd name="T48" fmla="*/ 0 w 131"/>
                <a:gd name="T49" fmla="*/ 170 h 171"/>
                <a:gd name="T50" fmla="*/ 1 w 131"/>
                <a:gd name="T51" fmla="*/ 171 h 171"/>
                <a:gd name="T52" fmla="*/ 113 w 131"/>
                <a:gd name="T53" fmla="*/ 171 h 171"/>
                <a:gd name="T54" fmla="*/ 112 w 131"/>
                <a:gd name="T55" fmla="*/ 169 h 171"/>
                <a:gd name="T56" fmla="*/ 105 w 131"/>
                <a:gd name="T57" fmla="*/ 142 h 171"/>
                <a:gd name="T58" fmla="*/ 29 w 131"/>
                <a:gd name="T59" fmla="*/ 28 h 171"/>
                <a:gd name="T60" fmla="*/ 101 w 131"/>
                <a:gd name="T61" fmla="*/ 28 h 171"/>
                <a:gd name="T62" fmla="*/ 105 w 131"/>
                <a:gd name="T63" fmla="*/ 33 h 171"/>
                <a:gd name="T64" fmla="*/ 101 w 131"/>
                <a:gd name="T65" fmla="*/ 37 h 171"/>
                <a:gd name="T66" fmla="*/ 29 w 131"/>
                <a:gd name="T67" fmla="*/ 37 h 171"/>
                <a:gd name="T68" fmla="*/ 25 w 131"/>
                <a:gd name="T69" fmla="*/ 33 h 171"/>
                <a:gd name="T70" fmla="*/ 29 w 131"/>
                <a:gd name="T71" fmla="*/ 28 h 171"/>
                <a:gd name="T72" fmla="*/ 29 w 131"/>
                <a:gd name="T73" fmla="*/ 55 h 171"/>
                <a:gd name="T74" fmla="*/ 101 w 131"/>
                <a:gd name="T75" fmla="*/ 55 h 171"/>
                <a:gd name="T76" fmla="*/ 105 w 131"/>
                <a:gd name="T77" fmla="*/ 59 h 171"/>
                <a:gd name="T78" fmla="*/ 101 w 131"/>
                <a:gd name="T79" fmla="*/ 63 h 171"/>
                <a:gd name="T80" fmla="*/ 29 w 131"/>
                <a:gd name="T81" fmla="*/ 63 h 171"/>
                <a:gd name="T82" fmla="*/ 25 w 131"/>
                <a:gd name="T83" fmla="*/ 59 h 171"/>
                <a:gd name="T84" fmla="*/ 29 w 131"/>
                <a:gd name="T85" fmla="*/ 55 h 171"/>
                <a:gd name="T86" fmla="*/ 29 w 131"/>
                <a:gd name="T87" fmla="*/ 82 h 171"/>
                <a:gd name="T88" fmla="*/ 101 w 131"/>
                <a:gd name="T89" fmla="*/ 82 h 171"/>
                <a:gd name="T90" fmla="*/ 105 w 131"/>
                <a:gd name="T91" fmla="*/ 86 h 171"/>
                <a:gd name="T92" fmla="*/ 101 w 131"/>
                <a:gd name="T93" fmla="*/ 90 h 171"/>
                <a:gd name="T94" fmla="*/ 29 w 131"/>
                <a:gd name="T95" fmla="*/ 90 h 171"/>
                <a:gd name="T96" fmla="*/ 25 w 131"/>
                <a:gd name="T97" fmla="*/ 86 h 171"/>
                <a:gd name="T98" fmla="*/ 29 w 131"/>
                <a:gd name="T99" fmla="*/ 82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1" h="171">
                  <a:moveTo>
                    <a:pt x="105" y="142"/>
                  </a:moveTo>
                  <a:cubicBezTo>
                    <a:pt x="104" y="143"/>
                    <a:pt x="103" y="143"/>
                    <a:pt x="101" y="143"/>
                  </a:cubicBezTo>
                  <a:cubicBezTo>
                    <a:pt x="29" y="143"/>
                    <a:pt x="29" y="143"/>
                    <a:pt x="29" y="143"/>
                  </a:cubicBezTo>
                  <a:cubicBezTo>
                    <a:pt x="27" y="143"/>
                    <a:pt x="25" y="142"/>
                    <a:pt x="25" y="139"/>
                  </a:cubicBezTo>
                  <a:cubicBezTo>
                    <a:pt x="25" y="137"/>
                    <a:pt x="27" y="135"/>
                    <a:pt x="29" y="135"/>
                  </a:cubicBezTo>
                  <a:cubicBezTo>
                    <a:pt x="101" y="135"/>
                    <a:pt x="101" y="135"/>
                    <a:pt x="101" y="135"/>
                  </a:cubicBezTo>
                  <a:cubicBezTo>
                    <a:pt x="102" y="135"/>
                    <a:pt x="103" y="136"/>
                    <a:pt x="104" y="136"/>
                  </a:cubicBezTo>
                  <a:cubicBezTo>
                    <a:pt x="102" y="128"/>
                    <a:pt x="102" y="121"/>
                    <a:pt x="101" y="117"/>
                  </a:cubicBezTo>
                  <a:cubicBezTo>
                    <a:pt x="101" y="117"/>
                    <a:pt x="101" y="117"/>
                    <a:pt x="101" y="117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27" y="117"/>
                    <a:pt x="25" y="115"/>
                    <a:pt x="25" y="113"/>
                  </a:cubicBezTo>
                  <a:cubicBezTo>
                    <a:pt x="25" y="110"/>
                    <a:pt x="27" y="109"/>
                    <a:pt x="29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2" y="109"/>
                    <a:pt x="102" y="109"/>
                    <a:pt x="103" y="109"/>
                  </a:cubicBezTo>
                  <a:cubicBezTo>
                    <a:pt x="103" y="108"/>
                    <a:pt x="104" y="107"/>
                    <a:pt x="104" y="107"/>
                  </a:cubicBezTo>
                  <a:cubicBezTo>
                    <a:pt x="106" y="105"/>
                    <a:pt x="108" y="105"/>
                    <a:pt x="110" y="105"/>
                  </a:cubicBezTo>
                  <a:cubicBezTo>
                    <a:pt x="111" y="105"/>
                    <a:pt x="111" y="105"/>
                    <a:pt x="111" y="105"/>
                  </a:cubicBezTo>
                  <a:cubicBezTo>
                    <a:pt x="113" y="105"/>
                    <a:pt x="113" y="105"/>
                    <a:pt x="113" y="105"/>
                  </a:cubicBezTo>
                  <a:cubicBezTo>
                    <a:pt x="114" y="105"/>
                    <a:pt x="116" y="106"/>
                    <a:pt x="118" y="106"/>
                  </a:cubicBezTo>
                  <a:cubicBezTo>
                    <a:pt x="123" y="106"/>
                    <a:pt x="127" y="103"/>
                    <a:pt x="131" y="101"/>
                  </a:cubicBezTo>
                  <a:cubicBezTo>
                    <a:pt x="131" y="1"/>
                    <a:pt x="131" y="1"/>
                    <a:pt x="131" y="1"/>
                  </a:cubicBezTo>
                  <a:cubicBezTo>
                    <a:pt x="131" y="1"/>
                    <a:pt x="131" y="0"/>
                    <a:pt x="13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0" y="171"/>
                    <a:pt x="0" y="171"/>
                    <a:pt x="1" y="171"/>
                  </a:cubicBezTo>
                  <a:cubicBezTo>
                    <a:pt x="113" y="171"/>
                    <a:pt x="113" y="171"/>
                    <a:pt x="113" y="171"/>
                  </a:cubicBezTo>
                  <a:cubicBezTo>
                    <a:pt x="113" y="171"/>
                    <a:pt x="112" y="170"/>
                    <a:pt x="112" y="169"/>
                  </a:cubicBezTo>
                  <a:cubicBezTo>
                    <a:pt x="109" y="163"/>
                    <a:pt x="106" y="152"/>
                    <a:pt x="105" y="142"/>
                  </a:cubicBezTo>
                  <a:close/>
                  <a:moveTo>
                    <a:pt x="29" y="28"/>
                  </a:moveTo>
                  <a:cubicBezTo>
                    <a:pt x="101" y="28"/>
                    <a:pt x="101" y="28"/>
                    <a:pt x="101" y="28"/>
                  </a:cubicBezTo>
                  <a:cubicBezTo>
                    <a:pt x="104" y="28"/>
                    <a:pt x="105" y="30"/>
                    <a:pt x="105" y="33"/>
                  </a:cubicBezTo>
                  <a:cubicBezTo>
                    <a:pt x="105" y="35"/>
                    <a:pt x="104" y="37"/>
                    <a:pt x="101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7" y="37"/>
                    <a:pt x="25" y="35"/>
                    <a:pt x="25" y="33"/>
                  </a:cubicBezTo>
                  <a:cubicBezTo>
                    <a:pt x="25" y="30"/>
                    <a:pt x="27" y="28"/>
                    <a:pt x="29" y="28"/>
                  </a:cubicBezTo>
                  <a:close/>
                  <a:moveTo>
                    <a:pt x="29" y="55"/>
                  </a:moveTo>
                  <a:cubicBezTo>
                    <a:pt x="101" y="55"/>
                    <a:pt x="101" y="55"/>
                    <a:pt x="101" y="55"/>
                  </a:cubicBezTo>
                  <a:cubicBezTo>
                    <a:pt x="104" y="55"/>
                    <a:pt x="105" y="57"/>
                    <a:pt x="105" y="59"/>
                  </a:cubicBezTo>
                  <a:cubicBezTo>
                    <a:pt x="105" y="61"/>
                    <a:pt x="104" y="63"/>
                    <a:pt x="101" y="63"/>
                  </a:cubicBezTo>
                  <a:cubicBezTo>
                    <a:pt x="29" y="63"/>
                    <a:pt x="29" y="63"/>
                    <a:pt x="29" y="63"/>
                  </a:cubicBezTo>
                  <a:cubicBezTo>
                    <a:pt x="27" y="63"/>
                    <a:pt x="25" y="61"/>
                    <a:pt x="25" y="59"/>
                  </a:cubicBezTo>
                  <a:cubicBezTo>
                    <a:pt x="25" y="57"/>
                    <a:pt x="27" y="55"/>
                    <a:pt x="29" y="55"/>
                  </a:cubicBezTo>
                  <a:close/>
                  <a:moveTo>
                    <a:pt x="29" y="82"/>
                  </a:moveTo>
                  <a:cubicBezTo>
                    <a:pt x="101" y="82"/>
                    <a:pt x="101" y="82"/>
                    <a:pt x="101" y="82"/>
                  </a:cubicBezTo>
                  <a:cubicBezTo>
                    <a:pt x="104" y="82"/>
                    <a:pt x="105" y="84"/>
                    <a:pt x="105" y="86"/>
                  </a:cubicBezTo>
                  <a:cubicBezTo>
                    <a:pt x="105" y="88"/>
                    <a:pt x="104" y="90"/>
                    <a:pt x="101" y="90"/>
                  </a:cubicBezTo>
                  <a:cubicBezTo>
                    <a:pt x="29" y="90"/>
                    <a:pt x="29" y="90"/>
                    <a:pt x="29" y="90"/>
                  </a:cubicBezTo>
                  <a:cubicBezTo>
                    <a:pt x="27" y="90"/>
                    <a:pt x="25" y="88"/>
                    <a:pt x="25" y="86"/>
                  </a:cubicBezTo>
                  <a:cubicBezTo>
                    <a:pt x="25" y="84"/>
                    <a:pt x="27" y="82"/>
                    <a:pt x="29" y="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99"/>
            <p:cNvSpPr>
              <a:spLocks noEditPoints="1"/>
            </p:cNvSpPr>
            <p:nvPr/>
          </p:nvSpPr>
          <p:spPr bwMode="auto">
            <a:xfrm>
              <a:off x="1656739" y="5519565"/>
              <a:ext cx="197747" cy="240679"/>
            </a:xfrm>
            <a:custGeom>
              <a:avLst/>
              <a:gdLst>
                <a:gd name="T0" fmla="*/ 82 w 83"/>
                <a:gd name="T1" fmla="*/ 22 h 101"/>
                <a:gd name="T2" fmla="*/ 81 w 83"/>
                <a:gd name="T3" fmla="*/ 22 h 101"/>
                <a:gd name="T4" fmla="*/ 74 w 83"/>
                <a:gd name="T5" fmla="*/ 23 h 101"/>
                <a:gd name="T6" fmla="*/ 42 w 83"/>
                <a:gd name="T7" fmla="*/ 1 h 101"/>
                <a:gd name="T8" fmla="*/ 41 w 83"/>
                <a:gd name="T9" fmla="*/ 0 h 101"/>
                <a:gd name="T10" fmla="*/ 41 w 83"/>
                <a:gd name="T11" fmla="*/ 1 h 101"/>
                <a:gd name="T12" fmla="*/ 9 w 83"/>
                <a:gd name="T13" fmla="*/ 23 h 101"/>
                <a:gd name="T14" fmla="*/ 9 w 83"/>
                <a:gd name="T15" fmla="*/ 23 h 101"/>
                <a:gd name="T16" fmla="*/ 2 w 83"/>
                <a:gd name="T17" fmla="*/ 22 h 101"/>
                <a:gd name="T18" fmla="*/ 1 w 83"/>
                <a:gd name="T19" fmla="*/ 22 h 101"/>
                <a:gd name="T20" fmla="*/ 0 w 83"/>
                <a:gd name="T21" fmla="*/ 23 h 101"/>
                <a:gd name="T22" fmla="*/ 10 w 83"/>
                <a:gd name="T23" fmla="*/ 74 h 101"/>
                <a:gd name="T24" fmla="*/ 33 w 83"/>
                <a:gd name="T25" fmla="*/ 94 h 101"/>
                <a:gd name="T26" fmla="*/ 40 w 83"/>
                <a:gd name="T27" fmla="*/ 101 h 101"/>
                <a:gd name="T28" fmla="*/ 41 w 83"/>
                <a:gd name="T29" fmla="*/ 101 h 101"/>
                <a:gd name="T30" fmla="*/ 42 w 83"/>
                <a:gd name="T31" fmla="*/ 101 h 101"/>
                <a:gd name="T32" fmla="*/ 50 w 83"/>
                <a:gd name="T33" fmla="*/ 94 h 101"/>
                <a:gd name="T34" fmla="*/ 73 w 83"/>
                <a:gd name="T35" fmla="*/ 74 h 101"/>
                <a:gd name="T36" fmla="*/ 83 w 83"/>
                <a:gd name="T37" fmla="*/ 23 h 101"/>
                <a:gd name="T38" fmla="*/ 82 w 83"/>
                <a:gd name="T39" fmla="*/ 22 h 101"/>
                <a:gd name="T40" fmla="*/ 54 w 83"/>
                <a:gd name="T41" fmla="*/ 67 h 101"/>
                <a:gd name="T42" fmla="*/ 28 w 83"/>
                <a:gd name="T43" fmla="*/ 67 h 101"/>
                <a:gd name="T44" fmla="*/ 24 w 83"/>
                <a:gd name="T45" fmla="*/ 63 h 101"/>
                <a:gd name="T46" fmla="*/ 28 w 83"/>
                <a:gd name="T47" fmla="*/ 59 h 101"/>
                <a:gd name="T48" fmla="*/ 54 w 83"/>
                <a:gd name="T49" fmla="*/ 59 h 101"/>
                <a:gd name="T50" fmla="*/ 58 w 83"/>
                <a:gd name="T51" fmla="*/ 63 h 101"/>
                <a:gd name="T52" fmla="*/ 54 w 83"/>
                <a:gd name="T53" fmla="*/ 67 h 101"/>
                <a:gd name="T54" fmla="*/ 59 w 83"/>
                <a:gd name="T55" fmla="*/ 48 h 101"/>
                <a:gd name="T56" fmla="*/ 23 w 83"/>
                <a:gd name="T57" fmla="*/ 48 h 101"/>
                <a:gd name="T58" fmla="*/ 19 w 83"/>
                <a:gd name="T59" fmla="*/ 44 h 101"/>
                <a:gd name="T60" fmla="*/ 23 w 83"/>
                <a:gd name="T61" fmla="*/ 40 h 101"/>
                <a:gd name="T62" fmla="*/ 59 w 83"/>
                <a:gd name="T63" fmla="*/ 40 h 101"/>
                <a:gd name="T64" fmla="*/ 63 w 83"/>
                <a:gd name="T65" fmla="*/ 44 h 101"/>
                <a:gd name="T66" fmla="*/ 59 w 83"/>
                <a:gd name="T67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3" h="101">
                  <a:moveTo>
                    <a:pt x="82" y="22"/>
                  </a:moveTo>
                  <a:cubicBezTo>
                    <a:pt x="82" y="22"/>
                    <a:pt x="82" y="22"/>
                    <a:pt x="81" y="22"/>
                  </a:cubicBezTo>
                  <a:cubicBezTo>
                    <a:pt x="79" y="22"/>
                    <a:pt x="77" y="23"/>
                    <a:pt x="74" y="23"/>
                  </a:cubicBezTo>
                  <a:cubicBezTo>
                    <a:pt x="54" y="23"/>
                    <a:pt x="43" y="1"/>
                    <a:pt x="42" y="1"/>
                  </a:cubicBezTo>
                  <a:cubicBezTo>
                    <a:pt x="42" y="0"/>
                    <a:pt x="42" y="0"/>
                    <a:pt x="41" y="0"/>
                  </a:cubicBezTo>
                  <a:cubicBezTo>
                    <a:pt x="41" y="0"/>
                    <a:pt x="41" y="0"/>
                    <a:pt x="41" y="1"/>
                  </a:cubicBezTo>
                  <a:cubicBezTo>
                    <a:pt x="40" y="1"/>
                    <a:pt x="2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6" y="23"/>
                    <a:pt x="4" y="22"/>
                    <a:pt x="2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0" y="23"/>
                    <a:pt x="0" y="23"/>
                  </a:cubicBezTo>
                  <a:cubicBezTo>
                    <a:pt x="1" y="25"/>
                    <a:pt x="3" y="62"/>
                    <a:pt x="10" y="74"/>
                  </a:cubicBezTo>
                  <a:cubicBezTo>
                    <a:pt x="18" y="87"/>
                    <a:pt x="26" y="91"/>
                    <a:pt x="33" y="94"/>
                  </a:cubicBezTo>
                  <a:cubicBezTo>
                    <a:pt x="37" y="96"/>
                    <a:pt x="40" y="98"/>
                    <a:pt x="40" y="101"/>
                  </a:cubicBezTo>
                  <a:cubicBezTo>
                    <a:pt x="41" y="101"/>
                    <a:pt x="41" y="101"/>
                    <a:pt x="41" y="101"/>
                  </a:cubicBezTo>
                  <a:cubicBezTo>
                    <a:pt x="42" y="101"/>
                    <a:pt x="42" y="101"/>
                    <a:pt x="42" y="101"/>
                  </a:cubicBezTo>
                  <a:cubicBezTo>
                    <a:pt x="43" y="98"/>
                    <a:pt x="46" y="96"/>
                    <a:pt x="50" y="94"/>
                  </a:cubicBezTo>
                  <a:cubicBezTo>
                    <a:pt x="57" y="91"/>
                    <a:pt x="65" y="87"/>
                    <a:pt x="73" y="74"/>
                  </a:cubicBezTo>
                  <a:cubicBezTo>
                    <a:pt x="80" y="62"/>
                    <a:pt x="82" y="25"/>
                    <a:pt x="83" y="23"/>
                  </a:cubicBezTo>
                  <a:cubicBezTo>
                    <a:pt x="83" y="23"/>
                    <a:pt x="82" y="22"/>
                    <a:pt x="82" y="22"/>
                  </a:cubicBezTo>
                  <a:close/>
                  <a:moveTo>
                    <a:pt x="54" y="67"/>
                  </a:moveTo>
                  <a:cubicBezTo>
                    <a:pt x="28" y="67"/>
                    <a:pt x="28" y="67"/>
                    <a:pt x="28" y="67"/>
                  </a:cubicBezTo>
                  <a:cubicBezTo>
                    <a:pt x="25" y="67"/>
                    <a:pt x="24" y="66"/>
                    <a:pt x="24" y="63"/>
                  </a:cubicBezTo>
                  <a:cubicBezTo>
                    <a:pt x="24" y="61"/>
                    <a:pt x="25" y="59"/>
                    <a:pt x="28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7" y="59"/>
                    <a:pt x="58" y="61"/>
                    <a:pt x="58" y="63"/>
                  </a:cubicBezTo>
                  <a:cubicBezTo>
                    <a:pt x="58" y="66"/>
                    <a:pt x="57" y="67"/>
                    <a:pt x="54" y="67"/>
                  </a:cubicBezTo>
                  <a:close/>
                  <a:moveTo>
                    <a:pt x="59" y="48"/>
                  </a:moveTo>
                  <a:cubicBezTo>
                    <a:pt x="23" y="48"/>
                    <a:pt x="23" y="48"/>
                    <a:pt x="23" y="48"/>
                  </a:cubicBezTo>
                  <a:cubicBezTo>
                    <a:pt x="21" y="48"/>
                    <a:pt x="19" y="47"/>
                    <a:pt x="19" y="44"/>
                  </a:cubicBezTo>
                  <a:cubicBezTo>
                    <a:pt x="19" y="42"/>
                    <a:pt x="21" y="40"/>
                    <a:pt x="23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61" y="40"/>
                    <a:pt x="63" y="42"/>
                    <a:pt x="63" y="44"/>
                  </a:cubicBezTo>
                  <a:cubicBezTo>
                    <a:pt x="63" y="47"/>
                    <a:pt x="61" y="48"/>
                    <a:pt x="59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9672643" y="5856515"/>
            <a:ext cx="308776" cy="248248"/>
            <a:chOff x="10331583" y="5349139"/>
            <a:chExt cx="457940" cy="368173"/>
          </a:xfrm>
          <a:solidFill>
            <a:schemeClr val="bg1"/>
          </a:solidFill>
        </p:grpSpPr>
        <p:sp>
          <p:nvSpPr>
            <p:cNvPr id="75" name="Freeform 117"/>
            <p:cNvSpPr>
              <a:spLocks noEditPoints="1"/>
            </p:cNvSpPr>
            <p:nvPr/>
          </p:nvSpPr>
          <p:spPr bwMode="auto">
            <a:xfrm>
              <a:off x="10331583" y="5402478"/>
              <a:ext cx="457940" cy="314834"/>
            </a:xfrm>
            <a:custGeom>
              <a:avLst/>
              <a:gdLst>
                <a:gd name="T0" fmla="*/ 177 w 192"/>
                <a:gd name="T1" fmla="*/ 0 h 132"/>
                <a:gd name="T2" fmla="*/ 100 w 192"/>
                <a:gd name="T3" fmla="*/ 0 h 132"/>
                <a:gd name="T4" fmla="*/ 100 w 192"/>
                <a:gd name="T5" fmla="*/ 17 h 132"/>
                <a:gd name="T6" fmla="*/ 96 w 192"/>
                <a:gd name="T7" fmla="*/ 21 h 132"/>
                <a:gd name="T8" fmla="*/ 92 w 192"/>
                <a:gd name="T9" fmla="*/ 17 h 132"/>
                <a:gd name="T10" fmla="*/ 92 w 192"/>
                <a:gd name="T11" fmla="*/ 0 h 132"/>
                <a:gd name="T12" fmla="*/ 14 w 192"/>
                <a:gd name="T13" fmla="*/ 0 h 132"/>
                <a:gd name="T14" fmla="*/ 0 w 192"/>
                <a:gd name="T15" fmla="*/ 15 h 132"/>
                <a:gd name="T16" fmla="*/ 0 w 192"/>
                <a:gd name="T17" fmla="*/ 117 h 132"/>
                <a:gd name="T18" fmla="*/ 14 w 192"/>
                <a:gd name="T19" fmla="*/ 132 h 132"/>
                <a:gd name="T20" fmla="*/ 177 w 192"/>
                <a:gd name="T21" fmla="*/ 132 h 132"/>
                <a:gd name="T22" fmla="*/ 192 w 192"/>
                <a:gd name="T23" fmla="*/ 117 h 132"/>
                <a:gd name="T24" fmla="*/ 192 w 192"/>
                <a:gd name="T25" fmla="*/ 15 h 132"/>
                <a:gd name="T26" fmla="*/ 177 w 192"/>
                <a:gd name="T27" fmla="*/ 0 h 132"/>
                <a:gd name="T28" fmla="*/ 56 w 192"/>
                <a:gd name="T29" fmla="*/ 23 h 132"/>
                <a:gd name="T30" fmla="*/ 73 w 192"/>
                <a:gd name="T31" fmla="*/ 40 h 132"/>
                <a:gd name="T32" fmla="*/ 56 w 192"/>
                <a:gd name="T33" fmla="*/ 57 h 132"/>
                <a:gd name="T34" fmla="*/ 39 w 192"/>
                <a:gd name="T35" fmla="*/ 40 h 132"/>
                <a:gd name="T36" fmla="*/ 56 w 192"/>
                <a:gd name="T37" fmla="*/ 23 h 132"/>
                <a:gd name="T38" fmla="*/ 95 w 192"/>
                <a:gd name="T39" fmla="*/ 108 h 132"/>
                <a:gd name="T40" fmla="*/ 18 w 192"/>
                <a:gd name="T41" fmla="*/ 108 h 132"/>
                <a:gd name="T42" fmla="*/ 17 w 192"/>
                <a:gd name="T43" fmla="*/ 107 h 132"/>
                <a:gd name="T44" fmla="*/ 56 w 192"/>
                <a:gd name="T45" fmla="*/ 68 h 132"/>
                <a:gd name="T46" fmla="*/ 96 w 192"/>
                <a:gd name="T47" fmla="*/ 107 h 132"/>
                <a:gd name="T48" fmla="*/ 95 w 192"/>
                <a:gd name="T49" fmla="*/ 108 h 132"/>
                <a:gd name="T50" fmla="*/ 162 w 192"/>
                <a:gd name="T51" fmla="*/ 83 h 132"/>
                <a:gd name="T52" fmla="*/ 112 w 192"/>
                <a:gd name="T53" fmla="*/ 83 h 132"/>
                <a:gd name="T54" fmla="*/ 108 w 192"/>
                <a:gd name="T55" fmla="*/ 79 h 132"/>
                <a:gd name="T56" fmla="*/ 112 w 192"/>
                <a:gd name="T57" fmla="*/ 75 h 132"/>
                <a:gd name="T58" fmla="*/ 162 w 192"/>
                <a:gd name="T59" fmla="*/ 75 h 132"/>
                <a:gd name="T60" fmla="*/ 166 w 192"/>
                <a:gd name="T61" fmla="*/ 79 h 132"/>
                <a:gd name="T62" fmla="*/ 162 w 192"/>
                <a:gd name="T63" fmla="*/ 83 h 132"/>
                <a:gd name="T64" fmla="*/ 162 w 192"/>
                <a:gd name="T65" fmla="*/ 52 h 132"/>
                <a:gd name="T66" fmla="*/ 112 w 192"/>
                <a:gd name="T67" fmla="*/ 52 h 132"/>
                <a:gd name="T68" fmla="*/ 108 w 192"/>
                <a:gd name="T69" fmla="*/ 49 h 132"/>
                <a:gd name="T70" fmla="*/ 112 w 192"/>
                <a:gd name="T71" fmla="*/ 45 h 132"/>
                <a:gd name="T72" fmla="*/ 162 w 192"/>
                <a:gd name="T73" fmla="*/ 45 h 132"/>
                <a:gd name="T74" fmla="*/ 166 w 192"/>
                <a:gd name="T75" fmla="*/ 49 h 132"/>
                <a:gd name="T76" fmla="*/ 162 w 192"/>
                <a:gd name="T77" fmla="*/ 5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2" h="132">
                  <a:moveTo>
                    <a:pt x="177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17"/>
                    <a:pt x="100" y="17"/>
                    <a:pt x="100" y="17"/>
                  </a:cubicBezTo>
                  <a:cubicBezTo>
                    <a:pt x="100" y="19"/>
                    <a:pt x="98" y="21"/>
                    <a:pt x="96" y="21"/>
                  </a:cubicBezTo>
                  <a:cubicBezTo>
                    <a:pt x="93" y="21"/>
                    <a:pt x="92" y="19"/>
                    <a:pt x="92" y="1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25"/>
                    <a:pt x="6" y="132"/>
                    <a:pt x="14" y="132"/>
                  </a:cubicBezTo>
                  <a:cubicBezTo>
                    <a:pt x="177" y="132"/>
                    <a:pt x="177" y="132"/>
                    <a:pt x="177" y="132"/>
                  </a:cubicBezTo>
                  <a:cubicBezTo>
                    <a:pt x="185" y="132"/>
                    <a:pt x="192" y="125"/>
                    <a:pt x="192" y="117"/>
                  </a:cubicBezTo>
                  <a:cubicBezTo>
                    <a:pt x="192" y="15"/>
                    <a:pt x="192" y="15"/>
                    <a:pt x="192" y="15"/>
                  </a:cubicBezTo>
                  <a:cubicBezTo>
                    <a:pt x="192" y="7"/>
                    <a:pt x="185" y="0"/>
                    <a:pt x="177" y="0"/>
                  </a:cubicBezTo>
                  <a:close/>
                  <a:moveTo>
                    <a:pt x="56" y="23"/>
                  </a:moveTo>
                  <a:cubicBezTo>
                    <a:pt x="66" y="23"/>
                    <a:pt x="73" y="31"/>
                    <a:pt x="73" y="40"/>
                  </a:cubicBezTo>
                  <a:cubicBezTo>
                    <a:pt x="73" y="50"/>
                    <a:pt x="66" y="57"/>
                    <a:pt x="56" y="57"/>
                  </a:cubicBezTo>
                  <a:cubicBezTo>
                    <a:pt x="47" y="57"/>
                    <a:pt x="39" y="50"/>
                    <a:pt x="39" y="40"/>
                  </a:cubicBezTo>
                  <a:cubicBezTo>
                    <a:pt x="39" y="31"/>
                    <a:pt x="47" y="23"/>
                    <a:pt x="56" y="23"/>
                  </a:cubicBezTo>
                  <a:close/>
                  <a:moveTo>
                    <a:pt x="95" y="108"/>
                  </a:moveTo>
                  <a:cubicBezTo>
                    <a:pt x="18" y="108"/>
                    <a:pt x="18" y="108"/>
                    <a:pt x="18" y="108"/>
                  </a:cubicBezTo>
                  <a:cubicBezTo>
                    <a:pt x="17" y="108"/>
                    <a:pt x="17" y="108"/>
                    <a:pt x="17" y="107"/>
                  </a:cubicBezTo>
                  <a:cubicBezTo>
                    <a:pt x="17" y="86"/>
                    <a:pt x="34" y="68"/>
                    <a:pt x="56" y="68"/>
                  </a:cubicBezTo>
                  <a:cubicBezTo>
                    <a:pt x="78" y="68"/>
                    <a:pt x="96" y="86"/>
                    <a:pt x="96" y="107"/>
                  </a:cubicBezTo>
                  <a:cubicBezTo>
                    <a:pt x="96" y="108"/>
                    <a:pt x="95" y="108"/>
                    <a:pt x="95" y="108"/>
                  </a:cubicBezTo>
                  <a:close/>
                  <a:moveTo>
                    <a:pt x="162" y="83"/>
                  </a:moveTo>
                  <a:cubicBezTo>
                    <a:pt x="112" y="83"/>
                    <a:pt x="112" y="83"/>
                    <a:pt x="112" y="83"/>
                  </a:cubicBezTo>
                  <a:cubicBezTo>
                    <a:pt x="110" y="83"/>
                    <a:pt x="108" y="82"/>
                    <a:pt x="108" y="79"/>
                  </a:cubicBezTo>
                  <a:cubicBezTo>
                    <a:pt x="108" y="77"/>
                    <a:pt x="110" y="75"/>
                    <a:pt x="11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4" y="75"/>
                    <a:pt x="166" y="77"/>
                    <a:pt x="166" y="79"/>
                  </a:cubicBezTo>
                  <a:cubicBezTo>
                    <a:pt x="166" y="82"/>
                    <a:pt x="164" y="83"/>
                    <a:pt x="162" y="83"/>
                  </a:cubicBezTo>
                  <a:close/>
                  <a:moveTo>
                    <a:pt x="16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0" y="52"/>
                    <a:pt x="108" y="51"/>
                    <a:pt x="108" y="49"/>
                  </a:cubicBezTo>
                  <a:cubicBezTo>
                    <a:pt x="108" y="46"/>
                    <a:pt x="110" y="45"/>
                    <a:pt x="112" y="45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4" y="45"/>
                    <a:pt x="166" y="46"/>
                    <a:pt x="166" y="49"/>
                  </a:cubicBezTo>
                  <a:cubicBezTo>
                    <a:pt x="166" y="51"/>
                    <a:pt x="164" y="52"/>
                    <a:pt x="162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118"/>
            <p:cNvSpPr/>
            <p:nvPr/>
          </p:nvSpPr>
          <p:spPr bwMode="auto">
            <a:xfrm>
              <a:off x="10551446" y="5349139"/>
              <a:ext cx="18214" cy="53340"/>
            </a:xfrm>
            <a:custGeom>
              <a:avLst/>
              <a:gdLst>
                <a:gd name="T0" fmla="*/ 8 w 8"/>
                <a:gd name="T1" fmla="*/ 4 h 22"/>
                <a:gd name="T2" fmla="*/ 4 w 8"/>
                <a:gd name="T3" fmla="*/ 0 h 22"/>
                <a:gd name="T4" fmla="*/ 0 w 8"/>
                <a:gd name="T5" fmla="*/ 4 h 22"/>
                <a:gd name="T6" fmla="*/ 0 w 8"/>
                <a:gd name="T7" fmla="*/ 22 h 22"/>
                <a:gd name="T8" fmla="*/ 8 w 8"/>
                <a:gd name="T9" fmla="*/ 22 h 22"/>
                <a:gd name="T10" fmla="*/ 8 w 8"/>
                <a:gd name="T11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2">
                  <a:moveTo>
                    <a:pt x="8" y="4"/>
                  </a:moveTo>
                  <a:cubicBezTo>
                    <a:pt x="8" y="1"/>
                    <a:pt x="6" y="0"/>
                    <a:pt x="4" y="0"/>
                  </a:cubicBezTo>
                  <a:cubicBezTo>
                    <a:pt x="1" y="0"/>
                    <a:pt x="0" y="1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8" y="22"/>
                    <a:pt x="8" y="22"/>
                    <a:pt x="8" y="22"/>
                  </a:cubicBezTo>
                  <a:lnTo>
                    <a:pt x="8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50620" y="2872105"/>
            <a:ext cx="9758045" cy="1614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组织集中学习，有3个关键点：</a:t>
            </a:r>
            <a:r>
              <a:rPr lang="zh-CN" altLang="en-US" sz="2200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集中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2200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全体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2200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分会场人数不少于3人。</a:t>
            </a:r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组织集中研讨，有2个关键点：</a:t>
            </a:r>
            <a:r>
              <a:rPr lang="zh-CN" altLang="en-US" sz="2200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要有研讨主题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2200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每一名党员都要发言。</a:t>
            </a:r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2"/>
          <p:cNvSpPr txBox="1"/>
          <p:nvPr/>
        </p:nvSpPr>
        <p:spPr>
          <a:xfrm>
            <a:off x="948690" y="1477645"/>
            <a:ext cx="10294620" cy="730885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anchorCtr="0">
            <a:spAutoFit/>
          </a:bodyPr>
          <a:p>
            <a:pPr>
              <a:lnSpc>
                <a:spcPct val="130000"/>
              </a:lnSpc>
              <a:buSzPct val="25000"/>
              <a:defRPr/>
            </a:pPr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五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学习研讨（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/3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zh-CN" altLang="en-US" sz="28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/>
          <p:cNvSpPr>
            <a:spLocks noGrp="1"/>
          </p:cNvSpPr>
          <p:nvPr>
            <p:ph type="title"/>
          </p:nvPr>
        </p:nvSpPr>
        <p:spPr>
          <a:xfrm>
            <a:off x="271780" y="165100"/>
            <a:ext cx="8155940" cy="648970"/>
          </a:xfrm>
        </p:spPr>
        <p:txBody>
          <a:bodyPr/>
          <a:lstStyle/>
          <a:p>
            <a:r>
              <a:rPr lang="en-US" altLang="zh-CN" sz="4000" dirty="0">
                <a:solidFill>
                  <a:srgbClr val="C00000"/>
                </a:solidFill>
                <a:sym typeface="+mn-ea"/>
              </a:rPr>
              <a:t>2. </a:t>
            </a:r>
            <a:r>
              <a:rPr lang="en-US" altLang="zh-CN" dirty="0">
                <a:solidFill>
                  <a:srgbClr val="FF0000"/>
                </a:solidFill>
                <a:latin typeface="+mj-ea"/>
                <a:sym typeface="+mn-ea"/>
              </a:rPr>
              <a:t> </a:t>
            </a:r>
            <a:r>
              <a:rPr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基本培训机制</a:t>
            </a:r>
            <a:r>
              <a:rPr lang="zh-CN"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支部工作重点</a:t>
            </a:r>
            <a:endParaRPr lang="zh-CN" sz="2800" kern="120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6" name="Text2"/>
          <p:cNvSpPr txBox="1"/>
          <p:nvPr/>
        </p:nvSpPr>
        <p:spPr>
          <a:xfrm>
            <a:off x="948690" y="1231900"/>
            <a:ext cx="10294620" cy="730885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anchorCtr="0">
            <a:spAutoFit/>
          </a:bodyPr>
          <a:lstStyle/>
          <a:p>
            <a:pPr>
              <a:lnSpc>
                <a:spcPct val="130000"/>
              </a:lnSpc>
              <a:buSzPct val="25000"/>
              <a:defRPr/>
            </a:pPr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六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，以学用转化成效检验学习研讨成果</a:t>
            </a:r>
            <a:endParaRPr sz="28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2991381" y="4497267"/>
            <a:ext cx="308776" cy="309652"/>
            <a:chOff x="1396546" y="5301003"/>
            <a:chExt cx="457940" cy="459241"/>
          </a:xfrm>
          <a:solidFill>
            <a:schemeClr val="bg1"/>
          </a:solidFill>
        </p:grpSpPr>
        <p:sp>
          <p:nvSpPr>
            <p:cNvPr id="69" name="Freeform 98"/>
            <p:cNvSpPr>
              <a:spLocks noEditPoints="1"/>
            </p:cNvSpPr>
            <p:nvPr/>
          </p:nvSpPr>
          <p:spPr bwMode="auto">
            <a:xfrm>
              <a:off x="1396546" y="5301003"/>
              <a:ext cx="312232" cy="408503"/>
            </a:xfrm>
            <a:custGeom>
              <a:avLst/>
              <a:gdLst>
                <a:gd name="T0" fmla="*/ 105 w 131"/>
                <a:gd name="T1" fmla="*/ 142 h 171"/>
                <a:gd name="T2" fmla="*/ 101 w 131"/>
                <a:gd name="T3" fmla="*/ 143 h 171"/>
                <a:gd name="T4" fmla="*/ 29 w 131"/>
                <a:gd name="T5" fmla="*/ 143 h 171"/>
                <a:gd name="T6" fmla="*/ 25 w 131"/>
                <a:gd name="T7" fmla="*/ 139 h 171"/>
                <a:gd name="T8" fmla="*/ 29 w 131"/>
                <a:gd name="T9" fmla="*/ 135 h 171"/>
                <a:gd name="T10" fmla="*/ 101 w 131"/>
                <a:gd name="T11" fmla="*/ 135 h 171"/>
                <a:gd name="T12" fmla="*/ 104 w 131"/>
                <a:gd name="T13" fmla="*/ 136 h 171"/>
                <a:gd name="T14" fmla="*/ 101 w 131"/>
                <a:gd name="T15" fmla="*/ 117 h 171"/>
                <a:gd name="T16" fmla="*/ 101 w 131"/>
                <a:gd name="T17" fmla="*/ 117 h 171"/>
                <a:gd name="T18" fmla="*/ 29 w 131"/>
                <a:gd name="T19" fmla="*/ 117 h 171"/>
                <a:gd name="T20" fmla="*/ 25 w 131"/>
                <a:gd name="T21" fmla="*/ 113 h 171"/>
                <a:gd name="T22" fmla="*/ 29 w 131"/>
                <a:gd name="T23" fmla="*/ 109 h 171"/>
                <a:gd name="T24" fmla="*/ 101 w 131"/>
                <a:gd name="T25" fmla="*/ 109 h 171"/>
                <a:gd name="T26" fmla="*/ 103 w 131"/>
                <a:gd name="T27" fmla="*/ 109 h 171"/>
                <a:gd name="T28" fmla="*/ 104 w 131"/>
                <a:gd name="T29" fmla="*/ 107 h 171"/>
                <a:gd name="T30" fmla="*/ 110 w 131"/>
                <a:gd name="T31" fmla="*/ 105 h 171"/>
                <a:gd name="T32" fmla="*/ 111 w 131"/>
                <a:gd name="T33" fmla="*/ 105 h 171"/>
                <a:gd name="T34" fmla="*/ 113 w 131"/>
                <a:gd name="T35" fmla="*/ 105 h 171"/>
                <a:gd name="T36" fmla="*/ 118 w 131"/>
                <a:gd name="T37" fmla="*/ 106 h 171"/>
                <a:gd name="T38" fmla="*/ 131 w 131"/>
                <a:gd name="T39" fmla="*/ 101 h 171"/>
                <a:gd name="T40" fmla="*/ 131 w 131"/>
                <a:gd name="T41" fmla="*/ 1 h 171"/>
                <a:gd name="T42" fmla="*/ 130 w 131"/>
                <a:gd name="T43" fmla="*/ 0 h 171"/>
                <a:gd name="T44" fmla="*/ 1 w 131"/>
                <a:gd name="T45" fmla="*/ 0 h 171"/>
                <a:gd name="T46" fmla="*/ 0 w 131"/>
                <a:gd name="T47" fmla="*/ 1 h 171"/>
                <a:gd name="T48" fmla="*/ 0 w 131"/>
                <a:gd name="T49" fmla="*/ 170 h 171"/>
                <a:gd name="T50" fmla="*/ 1 w 131"/>
                <a:gd name="T51" fmla="*/ 171 h 171"/>
                <a:gd name="T52" fmla="*/ 113 w 131"/>
                <a:gd name="T53" fmla="*/ 171 h 171"/>
                <a:gd name="T54" fmla="*/ 112 w 131"/>
                <a:gd name="T55" fmla="*/ 169 h 171"/>
                <a:gd name="T56" fmla="*/ 105 w 131"/>
                <a:gd name="T57" fmla="*/ 142 h 171"/>
                <a:gd name="T58" fmla="*/ 29 w 131"/>
                <a:gd name="T59" fmla="*/ 28 h 171"/>
                <a:gd name="T60" fmla="*/ 101 w 131"/>
                <a:gd name="T61" fmla="*/ 28 h 171"/>
                <a:gd name="T62" fmla="*/ 105 w 131"/>
                <a:gd name="T63" fmla="*/ 33 h 171"/>
                <a:gd name="T64" fmla="*/ 101 w 131"/>
                <a:gd name="T65" fmla="*/ 37 h 171"/>
                <a:gd name="T66" fmla="*/ 29 w 131"/>
                <a:gd name="T67" fmla="*/ 37 h 171"/>
                <a:gd name="T68" fmla="*/ 25 w 131"/>
                <a:gd name="T69" fmla="*/ 33 h 171"/>
                <a:gd name="T70" fmla="*/ 29 w 131"/>
                <a:gd name="T71" fmla="*/ 28 h 171"/>
                <a:gd name="T72" fmla="*/ 29 w 131"/>
                <a:gd name="T73" fmla="*/ 55 h 171"/>
                <a:gd name="T74" fmla="*/ 101 w 131"/>
                <a:gd name="T75" fmla="*/ 55 h 171"/>
                <a:gd name="T76" fmla="*/ 105 w 131"/>
                <a:gd name="T77" fmla="*/ 59 h 171"/>
                <a:gd name="T78" fmla="*/ 101 w 131"/>
                <a:gd name="T79" fmla="*/ 63 h 171"/>
                <a:gd name="T80" fmla="*/ 29 w 131"/>
                <a:gd name="T81" fmla="*/ 63 h 171"/>
                <a:gd name="T82" fmla="*/ 25 w 131"/>
                <a:gd name="T83" fmla="*/ 59 h 171"/>
                <a:gd name="T84" fmla="*/ 29 w 131"/>
                <a:gd name="T85" fmla="*/ 55 h 171"/>
                <a:gd name="T86" fmla="*/ 29 w 131"/>
                <a:gd name="T87" fmla="*/ 82 h 171"/>
                <a:gd name="T88" fmla="*/ 101 w 131"/>
                <a:gd name="T89" fmla="*/ 82 h 171"/>
                <a:gd name="T90" fmla="*/ 105 w 131"/>
                <a:gd name="T91" fmla="*/ 86 h 171"/>
                <a:gd name="T92" fmla="*/ 101 w 131"/>
                <a:gd name="T93" fmla="*/ 90 h 171"/>
                <a:gd name="T94" fmla="*/ 29 w 131"/>
                <a:gd name="T95" fmla="*/ 90 h 171"/>
                <a:gd name="T96" fmla="*/ 25 w 131"/>
                <a:gd name="T97" fmla="*/ 86 h 171"/>
                <a:gd name="T98" fmla="*/ 29 w 131"/>
                <a:gd name="T99" fmla="*/ 82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1" h="171">
                  <a:moveTo>
                    <a:pt x="105" y="142"/>
                  </a:moveTo>
                  <a:cubicBezTo>
                    <a:pt x="104" y="143"/>
                    <a:pt x="103" y="143"/>
                    <a:pt x="101" y="143"/>
                  </a:cubicBezTo>
                  <a:cubicBezTo>
                    <a:pt x="29" y="143"/>
                    <a:pt x="29" y="143"/>
                    <a:pt x="29" y="143"/>
                  </a:cubicBezTo>
                  <a:cubicBezTo>
                    <a:pt x="27" y="143"/>
                    <a:pt x="25" y="142"/>
                    <a:pt x="25" y="139"/>
                  </a:cubicBezTo>
                  <a:cubicBezTo>
                    <a:pt x="25" y="137"/>
                    <a:pt x="27" y="135"/>
                    <a:pt x="29" y="135"/>
                  </a:cubicBezTo>
                  <a:cubicBezTo>
                    <a:pt x="101" y="135"/>
                    <a:pt x="101" y="135"/>
                    <a:pt x="101" y="135"/>
                  </a:cubicBezTo>
                  <a:cubicBezTo>
                    <a:pt x="102" y="135"/>
                    <a:pt x="103" y="136"/>
                    <a:pt x="104" y="136"/>
                  </a:cubicBezTo>
                  <a:cubicBezTo>
                    <a:pt x="102" y="128"/>
                    <a:pt x="102" y="121"/>
                    <a:pt x="101" y="117"/>
                  </a:cubicBezTo>
                  <a:cubicBezTo>
                    <a:pt x="101" y="117"/>
                    <a:pt x="101" y="117"/>
                    <a:pt x="101" y="117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27" y="117"/>
                    <a:pt x="25" y="115"/>
                    <a:pt x="25" y="113"/>
                  </a:cubicBezTo>
                  <a:cubicBezTo>
                    <a:pt x="25" y="110"/>
                    <a:pt x="27" y="109"/>
                    <a:pt x="29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2" y="109"/>
                    <a:pt x="102" y="109"/>
                    <a:pt x="103" y="109"/>
                  </a:cubicBezTo>
                  <a:cubicBezTo>
                    <a:pt x="103" y="108"/>
                    <a:pt x="104" y="107"/>
                    <a:pt x="104" y="107"/>
                  </a:cubicBezTo>
                  <a:cubicBezTo>
                    <a:pt x="106" y="105"/>
                    <a:pt x="108" y="105"/>
                    <a:pt x="110" y="105"/>
                  </a:cubicBezTo>
                  <a:cubicBezTo>
                    <a:pt x="111" y="105"/>
                    <a:pt x="111" y="105"/>
                    <a:pt x="111" y="105"/>
                  </a:cubicBezTo>
                  <a:cubicBezTo>
                    <a:pt x="113" y="105"/>
                    <a:pt x="113" y="105"/>
                    <a:pt x="113" y="105"/>
                  </a:cubicBezTo>
                  <a:cubicBezTo>
                    <a:pt x="114" y="105"/>
                    <a:pt x="116" y="106"/>
                    <a:pt x="118" y="106"/>
                  </a:cubicBezTo>
                  <a:cubicBezTo>
                    <a:pt x="123" y="106"/>
                    <a:pt x="127" y="103"/>
                    <a:pt x="131" y="101"/>
                  </a:cubicBezTo>
                  <a:cubicBezTo>
                    <a:pt x="131" y="1"/>
                    <a:pt x="131" y="1"/>
                    <a:pt x="131" y="1"/>
                  </a:cubicBezTo>
                  <a:cubicBezTo>
                    <a:pt x="131" y="1"/>
                    <a:pt x="131" y="0"/>
                    <a:pt x="13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0" y="171"/>
                    <a:pt x="0" y="171"/>
                    <a:pt x="1" y="171"/>
                  </a:cubicBezTo>
                  <a:cubicBezTo>
                    <a:pt x="113" y="171"/>
                    <a:pt x="113" y="171"/>
                    <a:pt x="113" y="171"/>
                  </a:cubicBezTo>
                  <a:cubicBezTo>
                    <a:pt x="113" y="171"/>
                    <a:pt x="112" y="170"/>
                    <a:pt x="112" y="169"/>
                  </a:cubicBezTo>
                  <a:cubicBezTo>
                    <a:pt x="109" y="163"/>
                    <a:pt x="106" y="152"/>
                    <a:pt x="105" y="142"/>
                  </a:cubicBezTo>
                  <a:close/>
                  <a:moveTo>
                    <a:pt x="29" y="28"/>
                  </a:moveTo>
                  <a:cubicBezTo>
                    <a:pt x="101" y="28"/>
                    <a:pt x="101" y="28"/>
                    <a:pt x="101" y="28"/>
                  </a:cubicBezTo>
                  <a:cubicBezTo>
                    <a:pt x="104" y="28"/>
                    <a:pt x="105" y="30"/>
                    <a:pt x="105" y="33"/>
                  </a:cubicBezTo>
                  <a:cubicBezTo>
                    <a:pt x="105" y="35"/>
                    <a:pt x="104" y="37"/>
                    <a:pt x="101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7" y="37"/>
                    <a:pt x="25" y="35"/>
                    <a:pt x="25" y="33"/>
                  </a:cubicBezTo>
                  <a:cubicBezTo>
                    <a:pt x="25" y="30"/>
                    <a:pt x="27" y="28"/>
                    <a:pt x="29" y="28"/>
                  </a:cubicBezTo>
                  <a:close/>
                  <a:moveTo>
                    <a:pt x="29" y="55"/>
                  </a:moveTo>
                  <a:cubicBezTo>
                    <a:pt x="101" y="55"/>
                    <a:pt x="101" y="55"/>
                    <a:pt x="101" y="55"/>
                  </a:cubicBezTo>
                  <a:cubicBezTo>
                    <a:pt x="104" y="55"/>
                    <a:pt x="105" y="57"/>
                    <a:pt x="105" y="59"/>
                  </a:cubicBezTo>
                  <a:cubicBezTo>
                    <a:pt x="105" y="61"/>
                    <a:pt x="104" y="63"/>
                    <a:pt x="101" y="63"/>
                  </a:cubicBezTo>
                  <a:cubicBezTo>
                    <a:pt x="29" y="63"/>
                    <a:pt x="29" y="63"/>
                    <a:pt x="29" y="63"/>
                  </a:cubicBezTo>
                  <a:cubicBezTo>
                    <a:pt x="27" y="63"/>
                    <a:pt x="25" y="61"/>
                    <a:pt x="25" y="59"/>
                  </a:cubicBezTo>
                  <a:cubicBezTo>
                    <a:pt x="25" y="57"/>
                    <a:pt x="27" y="55"/>
                    <a:pt x="29" y="55"/>
                  </a:cubicBezTo>
                  <a:close/>
                  <a:moveTo>
                    <a:pt x="29" y="82"/>
                  </a:moveTo>
                  <a:cubicBezTo>
                    <a:pt x="101" y="82"/>
                    <a:pt x="101" y="82"/>
                    <a:pt x="101" y="82"/>
                  </a:cubicBezTo>
                  <a:cubicBezTo>
                    <a:pt x="104" y="82"/>
                    <a:pt x="105" y="84"/>
                    <a:pt x="105" y="86"/>
                  </a:cubicBezTo>
                  <a:cubicBezTo>
                    <a:pt x="105" y="88"/>
                    <a:pt x="104" y="90"/>
                    <a:pt x="101" y="90"/>
                  </a:cubicBezTo>
                  <a:cubicBezTo>
                    <a:pt x="29" y="90"/>
                    <a:pt x="29" y="90"/>
                    <a:pt x="29" y="90"/>
                  </a:cubicBezTo>
                  <a:cubicBezTo>
                    <a:pt x="27" y="90"/>
                    <a:pt x="25" y="88"/>
                    <a:pt x="25" y="86"/>
                  </a:cubicBezTo>
                  <a:cubicBezTo>
                    <a:pt x="25" y="84"/>
                    <a:pt x="27" y="82"/>
                    <a:pt x="29" y="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99"/>
            <p:cNvSpPr>
              <a:spLocks noEditPoints="1"/>
            </p:cNvSpPr>
            <p:nvPr/>
          </p:nvSpPr>
          <p:spPr bwMode="auto">
            <a:xfrm>
              <a:off x="1656739" y="5519565"/>
              <a:ext cx="197747" cy="240679"/>
            </a:xfrm>
            <a:custGeom>
              <a:avLst/>
              <a:gdLst>
                <a:gd name="T0" fmla="*/ 82 w 83"/>
                <a:gd name="T1" fmla="*/ 22 h 101"/>
                <a:gd name="T2" fmla="*/ 81 w 83"/>
                <a:gd name="T3" fmla="*/ 22 h 101"/>
                <a:gd name="T4" fmla="*/ 74 w 83"/>
                <a:gd name="T5" fmla="*/ 23 h 101"/>
                <a:gd name="T6" fmla="*/ 42 w 83"/>
                <a:gd name="T7" fmla="*/ 1 h 101"/>
                <a:gd name="T8" fmla="*/ 41 w 83"/>
                <a:gd name="T9" fmla="*/ 0 h 101"/>
                <a:gd name="T10" fmla="*/ 41 w 83"/>
                <a:gd name="T11" fmla="*/ 1 h 101"/>
                <a:gd name="T12" fmla="*/ 9 w 83"/>
                <a:gd name="T13" fmla="*/ 23 h 101"/>
                <a:gd name="T14" fmla="*/ 9 w 83"/>
                <a:gd name="T15" fmla="*/ 23 h 101"/>
                <a:gd name="T16" fmla="*/ 2 w 83"/>
                <a:gd name="T17" fmla="*/ 22 h 101"/>
                <a:gd name="T18" fmla="*/ 1 w 83"/>
                <a:gd name="T19" fmla="*/ 22 h 101"/>
                <a:gd name="T20" fmla="*/ 0 w 83"/>
                <a:gd name="T21" fmla="*/ 23 h 101"/>
                <a:gd name="T22" fmla="*/ 10 w 83"/>
                <a:gd name="T23" fmla="*/ 74 h 101"/>
                <a:gd name="T24" fmla="*/ 33 w 83"/>
                <a:gd name="T25" fmla="*/ 94 h 101"/>
                <a:gd name="T26" fmla="*/ 40 w 83"/>
                <a:gd name="T27" fmla="*/ 101 h 101"/>
                <a:gd name="T28" fmla="*/ 41 w 83"/>
                <a:gd name="T29" fmla="*/ 101 h 101"/>
                <a:gd name="T30" fmla="*/ 42 w 83"/>
                <a:gd name="T31" fmla="*/ 101 h 101"/>
                <a:gd name="T32" fmla="*/ 50 w 83"/>
                <a:gd name="T33" fmla="*/ 94 h 101"/>
                <a:gd name="T34" fmla="*/ 73 w 83"/>
                <a:gd name="T35" fmla="*/ 74 h 101"/>
                <a:gd name="T36" fmla="*/ 83 w 83"/>
                <a:gd name="T37" fmla="*/ 23 h 101"/>
                <a:gd name="T38" fmla="*/ 82 w 83"/>
                <a:gd name="T39" fmla="*/ 22 h 101"/>
                <a:gd name="T40" fmla="*/ 54 w 83"/>
                <a:gd name="T41" fmla="*/ 67 h 101"/>
                <a:gd name="T42" fmla="*/ 28 w 83"/>
                <a:gd name="T43" fmla="*/ 67 h 101"/>
                <a:gd name="T44" fmla="*/ 24 w 83"/>
                <a:gd name="T45" fmla="*/ 63 h 101"/>
                <a:gd name="T46" fmla="*/ 28 w 83"/>
                <a:gd name="T47" fmla="*/ 59 h 101"/>
                <a:gd name="T48" fmla="*/ 54 w 83"/>
                <a:gd name="T49" fmla="*/ 59 h 101"/>
                <a:gd name="T50" fmla="*/ 58 w 83"/>
                <a:gd name="T51" fmla="*/ 63 h 101"/>
                <a:gd name="T52" fmla="*/ 54 w 83"/>
                <a:gd name="T53" fmla="*/ 67 h 101"/>
                <a:gd name="T54" fmla="*/ 59 w 83"/>
                <a:gd name="T55" fmla="*/ 48 h 101"/>
                <a:gd name="T56" fmla="*/ 23 w 83"/>
                <a:gd name="T57" fmla="*/ 48 h 101"/>
                <a:gd name="T58" fmla="*/ 19 w 83"/>
                <a:gd name="T59" fmla="*/ 44 h 101"/>
                <a:gd name="T60" fmla="*/ 23 w 83"/>
                <a:gd name="T61" fmla="*/ 40 h 101"/>
                <a:gd name="T62" fmla="*/ 59 w 83"/>
                <a:gd name="T63" fmla="*/ 40 h 101"/>
                <a:gd name="T64" fmla="*/ 63 w 83"/>
                <a:gd name="T65" fmla="*/ 44 h 101"/>
                <a:gd name="T66" fmla="*/ 59 w 83"/>
                <a:gd name="T67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3" h="101">
                  <a:moveTo>
                    <a:pt x="82" y="22"/>
                  </a:moveTo>
                  <a:cubicBezTo>
                    <a:pt x="82" y="22"/>
                    <a:pt x="82" y="22"/>
                    <a:pt x="81" y="22"/>
                  </a:cubicBezTo>
                  <a:cubicBezTo>
                    <a:pt x="79" y="22"/>
                    <a:pt x="77" y="23"/>
                    <a:pt x="74" y="23"/>
                  </a:cubicBezTo>
                  <a:cubicBezTo>
                    <a:pt x="54" y="23"/>
                    <a:pt x="43" y="1"/>
                    <a:pt x="42" y="1"/>
                  </a:cubicBezTo>
                  <a:cubicBezTo>
                    <a:pt x="42" y="0"/>
                    <a:pt x="42" y="0"/>
                    <a:pt x="41" y="0"/>
                  </a:cubicBezTo>
                  <a:cubicBezTo>
                    <a:pt x="41" y="0"/>
                    <a:pt x="41" y="0"/>
                    <a:pt x="41" y="1"/>
                  </a:cubicBezTo>
                  <a:cubicBezTo>
                    <a:pt x="40" y="1"/>
                    <a:pt x="2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6" y="23"/>
                    <a:pt x="4" y="22"/>
                    <a:pt x="2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0" y="23"/>
                    <a:pt x="0" y="23"/>
                  </a:cubicBezTo>
                  <a:cubicBezTo>
                    <a:pt x="1" y="25"/>
                    <a:pt x="3" y="62"/>
                    <a:pt x="10" y="74"/>
                  </a:cubicBezTo>
                  <a:cubicBezTo>
                    <a:pt x="18" y="87"/>
                    <a:pt x="26" y="91"/>
                    <a:pt x="33" y="94"/>
                  </a:cubicBezTo>
                  <a:cubicBezTo>
                    <a:pt x="37" y="96"/>
                    <a:pt x="40" y="98"/>
                    <a:pt x="40" y="101"/>
                  </a:cubicBezTo>
                  <a:cubicBezTo>
                    <a:pt x="41" y="101"/>
                    <a:pt x="41" y="101"/>
                    <a:pt x="41" y="101"/>
                  </a:cubicBezTo>
                  <a:cubicBezTo>
                    <a:pt x="42" y="101"/>
                    <a:pt x="42" y="101"/>
                    <a:pt x="42" y="101"/>
                  </a:cubicBezTo>
                  <a:cubicBezTo>
                    <a:pt x="43" y="98"/>
                    <a:pt x="46" y="96"/>
                    <a:pt x="50" y="94"/>
                  </a:cubicBezTo>
                  <a:cubicBezTo>
                    <a:pt x="57" y="91"/>
                    <a:pt x="65" y="87"/>
                    <a:pt x="73" y="74"/>
                  </a:cubicBezTo>
                  <a:cubicBezTo>
                    <a:pt x="80" y="62"/>
                    <a:pt x="82" y="25"/>
                    <a:pt x="83" y="23"/>
                  </a:cubicBezTo>
                  <a:cubicBezTo>
                    <a:pt x="83" y="23"/>
                    <a:pt x="82" y="22"/>
                    <a:pt x="82" y="22"/>
                  </a:cubicBezTo>
                  <a:close/>
                  <a:moveTo>
                    <a:pt x="54" y="67"/>
                  </a:moveTo>
                  <a:cubicBezTo>
                    <a:pt x="28" y="67"/>
                    <a:pt x="28" y="67"/>
                    <a:pt x="28" y="67"/>
                  </a:cubicBezTo>
                  <a:cubicBezTo>
                    <a:pt x="25" y="67"/>
                    <a:pt x="24" y="66"/>
                    <a:pt x="24" y="63"/>
                  </a:cubicBezTo>
                  <a:cubicBezTo>
                    <a:pt x="24" y="61"/>
                    <a:pt x="25" y="59"/>
                    <a:pt x="28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7" y="59"/>
                    <a:pt x="58" y="61"/>
                    <a:pt x="58" y="63"/>
                  </a:cubicBezTo>
                  <a:cubicBezTo>
                    <a:pt x="58" y="66"/>
                    <a:pt x="57" y="67"/>
                    <a:pt x="54" y="67"/>
                  </a:cubicBezTo>
                  <a:close/>
                  <a:moveTo>
                    <a:pt x="59" y="48"/>
                  </a:moveTo>
                  <a:cubicBezTo>
                    <a:pt x="23" y="48"/>
                    <a:pt x="23" y="48"/>
                    <a:pt x="23" y="48"/>
                  </a:cubicBezTo>
                  <a:cubicBezTo>
                    <a:pt x="21" y="48"/>
                    <a:pt x="19" y="47"/>
                    <a:pt x="19" y="44"/>
                  </a:cubicBezTo>
                  <a:cubicBezTo>
                    <a:pt x="19" y="42"/>
                    <a:pt x="21" y="40"/>
                    <a:pt x="23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61" y="40"/>
                    <a:pt x="63" y="42"/>
                    <a:pt x="63" y="44"/>
                  </a:cubicBezTo>
                  <a:cubicBezTo>
                    <a:pt x="63" y="47"/>
                    <a:pt x="61" y="48"/>
                    <a:pt x="59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9672643" y="5856515"/>
            <a:ext cx="308776" cy="248248"/>
            <a:chOff x="10331583" y="5349139"/>
            <a:chExt cx="457940" cy="368173"/>
          </a:xfrm>
          <a:solidFill>
            <a:schemeClr val="bg1"/>
          </a:solidFill>
        </p:grpSpPr>
        <p:sp>
          <p:nvSpPr>
            <p:cNvPr id="75" name="Freeform 117"/>
            <p:cNvSpPr>
              <a:spLocks noEditPoints="1"/>
            </p:cNvSpPr>
            <p:nvPr/>
          </p:nvSpPr>
          <p:spPr bwMode="auto">
            <a:xfrm>
              <a:off x="10331583" y="5402478"/>
              <a:ext cx="457940" cy="314834"/>
            </a:xfrm>
            <a:custGeom>
              <a:avLst/>
              <a:gdLst>
                <a:gd name="T0" fmla="*/ 177 w 192"/>
                <a:gd name="T1" fmla="*/ 0 h 132"/>
                <a:gd name="T2" fmla="*/ 100 w 192"/>
                <a:gd name="T3" fmla="*/ 0 h 132"/>
                <a:gd name="T4" fmla="*/ 100 w 192"/>
                <a:gd name="T5" fmla="*/ 17 h 132"/>
                <a:gd name="T6" fmla="*/ 96 w 192"/>
                <a:gd name="T7" fmla="*/ 21 h 132"/>
                <a:gd name="T8" fmla="*/ 92 w 192"/>
                <a:gd name="T9" fmla="*/ 17 h 132"/>
                <a:gd name="T10" fmla="*/ 92 w 192"/>
                <a:gd name="T11" fmla="*/ 0 h 132"/>
                <a:gd name="T12" fmla="*/ 14 w 192"/>
                <a:gd name="T13" fmla="*/ 0 h 132"/>
                <a:gd name="T14" fmla="*/ 0 w 192"/>
                <a:gd name="T15" fmla="*/ 15 h 132"/>
                <a:gd name="T16" fmla="*/ 0 w 192"/>
                <a:gd name="T17" fmla="*/ 117 h 132"/>
                <a:gd name="T18" fmla="*/ 14 w 192"/>
                <a:gd name="T19" fmla="*/ 132 h 132"/>
                <a:gd name="T20" fmla="*/ 177 w 192"/>
                <a:gd name="T21" fmla="*/ 132 h 132"/>
                <a:gd name="T22" fmla="*/ 192 w 192"/>
                <a:gd name="T23" fmla="*/ 117 h 132"/>
                <a:gd name="T24" fmla="*/ 192 w 192"/>
                <a:gd name="T25" fmla="*/ 15 h 132"/>
                <a:gd name="T26" fmla="*/ 177 w 192"/>
                <a:gd name="T27" fmla="*/ 0 h 132"/>
                <a:gd name="T28" fmla="*/ 56 w 192"/>
                <a:gd name="T29" fmla="*/ 23 h 132"/>
                <a:gd name="T30" fmla="*/ 73 w 192"/>
                <a:gd name="T31" fmla="*/ 40 h 132"/>
                <a:gd name="T32" fmla="*/ 56 w 192"/>
                <a:gd name="T33" fmla="*/ 57 h 132"/>
                <a:gd name="T34" fmla="*/ 39 w 192"/>
                <a:gd name="T35" fmla="*/ 40 h 132"/>
                <a:gd name="T36" fmla="*/ 56 w 192"/>
                <a:gd name="T37" fmla="*/ 23 h 132"/>
                <a:gd name="T38" fmla="*/ 95 w 192"/>
                <a:gd name="T39" fmla="*/ 108 h 132"/>
                <a:gd name="T40" fmla="*/ 18 w 192"/>
                <a:gd name="T41" fmla="*/ 108 h 132"/>
                <a:gd name="T42" fmla="*/ 17 w 192"/>
                <a:gd name="T43" fmla="*/ 107 h 132"/>
                <a:gd name="T44" fmla="*/ 56 w 192"/>
                <a:gd name="T45" fmla="*/ 68 h 132"/>
                <a:gd name="T46" fmla="*/ 96 w 192"/>
                <a:gd name="T47" fmla="*/ 107 h 132"/>
                <a:gd name="T48" fmla="*/ 95 w 192"/>
                <a:gd name="T49" fmla="*/ 108 h 132"/>
                <a:gd name="T50" fmla="*/ 162 w 192"/>
                <a:gd name="T51" fmla="*/ 83 h 132"/>
                <a:gd name="T52" fmla="*/ 112 w 192"/>
                <a:gd name="T53" fmla="*/ 83 h 132"/>
                <a:gd name="T54" fmla="*/ 108 w 192"/>
                <a:gd name="T55" fmla="*/ 79 h 132"/>
                <a:gd name="T56" fmla="*/ 112 w 192"/>
                <a:gd name="T57" fmla="*/ 75 h 132"/>
                <a:gd name="T58" fmla="*/ 162 w 192"/>
                <a:gd name="T59" fmla="*/ 75 h 132"/>
                <a:gd name="T60" fmla="*/ 166 w 192"/>
                <a:gd name="T61" fmla="*/ 79 h 132"/>
                <a:gd name="T62" fmla="*/ 162 w 192"/>
                <a:gd name="T63" fmla="*/ 83 h 132"/>
                <a:gd name="T64" fmla="*/ 162 w 192"/>
                <a:gd name="T65" fmla="*/ 52 h 132"/>
                <a:gd name="T66" fmla="*/ 112 w 192"/>
                <a:gd name="T67" fmla="*/ 52 h 132"/>
                <a:gd name="T68" fmla="*/ 108 w 192"/>
                <a:gd name="T69" fmla="*/ 49 h 132"/>
                <a:gd name="T70" fmla="*/ 112 w 192"/>
                <a:gd name="T71" fmla="*/ 45 h 132"/>
                <a:gd name="T72" fmla="*/ 162 w 192"/>
                <a:gd name="T73" fmla="*/ 45 h 132"/>
                <a:gd name="T74" fmla="*/ 166 w 192"/>
                <a:gd name="T75" fmla="*/ 49 h 132"/>
                <a:gd name="T76" fmla="*/ 162 w 192"/>
                <a:gd name="T77" fmla="*/ 5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2" h="132">
                  <a:moveTo>
                    <a:pt x="177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17"/>
                    <a:pt x="100" y="17"/>
                    <a:pt x="100" y="17"/>
                  </a:cubicBezTo>
                  <a:cubicBezTo>
                    <a:pt x="100" y="19"/>
                    <a:pt x="98" y="21"/>
                    <a:pt x="96" y="21"/>
                  </a:cubicBezTo>
                  <a:cubicBezTo>
                    <a:pt x="93" y="21"/>
                    <a:pt x="92" y="19"/>
                    <a:pt x="92" y="1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25"/>
                    <a:pt x="6" y="132"/>
                    <a:pt x="14" y="132"/>
                  </a:cubicBezTo>
                  <a:cubicBezTo>
                    <a:pt x="177" y="132"/>
                    <a:pt x="177" y="132"/>
                    <a:pt x="177" y="132"/>
                  </a:cubicBezTo>
                  <a:cubicBezTo>
                    <a:pt x="185" y="132"/>
                    <a:pt x="192" y="125"/>
                    <a:pt x="192" y="117"/>
                  </a:cubicBezTo>
                  <a:cubicBezTo>
                    <a:pt x="192" y="15"/>
                    <a:pt x="192" y="15"/>
                    <a:pt x="192" y="15"/>
                  </a:cubicBezTo>
                  <a:cubicBezTo>
                    <a:pt x="192" y="7"/>
                    <a:pt x="185" y="0"/>
                    <a:pt x="177" y="0"/>
                  </a:cubicBezTo>
                  <a:close/>
                  <a:moveTo>
                    <a:pt x="56" y="23"/>
                  </a:moveTo>
                  <a:cubicBezTo>
                    <a:pt x="66" y="23"/>
                    <a:pt x="73" y="31"/>
                    <a:pt x="73" y="40"/>
                  </a:cubicBezTo>
                  <a:cubicBezTo>
                    <a:pt x="73" y="50"/>
                    <a:pt x="66" y="57"/>
                    <a:pt x="56" y="57"/>
                  </a:cubicBezTo>
                  <a:cubicBezTo>
                    <a:pt x="47" y="57"/>
                    <a:pt x="39" y="50"/>
                    <a:pt x="39" y="40"/>
                  </a:cubicBezTo>
                  <a:cubicBezTo>
                    <a:pt x="39" y="31"/>
                    <a:pt x="47" y="23"/>
                    <a:pt x="56" y="23"/>
                  </a:cubicBezTo>
                  <a:close/>
                  <a:moveTo>
                    <a:pt x="95" y="108"/>
                  </a:moveTo>
                  <a:cubicBezTo>
                    <a:pt x="18" y="108"/>
                    <a:pt x="18" y="108"/>
                    <a:pt x="18" y="108"/>
                  </a:cubicBezTo>
                  <a:cubicBezTo>
                    <a:pt x="17" y="108"/>
                    <a:pt x="17" y="108"/>
                    <a:pt x="17" y="107"/>
                  </a:cubicBezTo>
                  <a:cubicBezTo>
                    <a:pt x="17" y="86"/>
                    <a:pt x="34" y="68"/>
                    <a:pt x="56" y="68"/>
                  </a:cubicBezTo>
                  <a:cubicBezTo>
                    <a:pt x="78" y="68"/>
                    <a:pt x="96" y="86"/>
                    <a:pt x="96" y="107"/>
                  </a:cubicBezTo>
                  <a:cubicBezTo>
                    <a:pt x="96" y="108"/>
                    <a:pt x="95" y="108"/>
                    <a:pt x="95" y="108"/>
                  </a:cubicBezTo>
                  <a:close/>
                  <a:moveTo>
                    <a:pt x="162" y="83"/>
                  </a:moveTo>
                  <a:cubicBezTo>
                    <a:pt x="112" y="83"/>
                    <a:pt x="112" y="83"/>
                    <a:pt x="112" y="83"/>
                  </a:cubicBezTo>
                  <a:cubicBezTo>
                    <a:pt x="110" y="83"/>
                    <a:pt x="108" y="82"/>
                    <a:pt x="108" y="79"/>
                  </a:cubicBezTo>
                  <a:cubicBezTo>
                    <a:pt x="108" y="77"/>
                    <a:pt x="110" y="75"/>
                    <a:pt x="11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4" y="75"/>
                    <a:pt x="166" y="77"/>
                    <a:pt x="166" y="79"/>
                  </a:cubicBezTo>
                  <a:cubicBezTo>
                    <a:pt x="166" y="82"/>
                    <a:pt x="164" y="83"/>
                    <a:pt x="162" y="83"/>
                  </a:cubicBezTo>
                  <a:close/>
                  <a:moveTo>
                    <a:pt x="16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0" y="52"/>
                    <a:pt x="108" y="51"/>
                    <a:pt x="108" y="49"/>
                  </a:cubicBezTo>
                  <a:cubicBezTo>
                    <a:pt x="108" y="46"/>
                    <a:pt x="110" y="45"/>
                    <a:pt x="112" y="45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4" y="45"/>
                    <a:pt x="166" y="46"/>
                    <a:pt x="166" y="49"/>
                  </a:cubicBezTo>
                  <a:cubicBezTo>
                    <a:pt x="166" y="51"/>
                    <a:pt x="164" y="52"/>
                    <a:pt x="162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118"/>
            <p:cNvSpPr/>
            <p:nvPr/>
          </p:nvSpPr>
          <p:spPr bwMode="auto">
            <a:xfrm>
              <a:off x="10551446" y="5349139"/>
              <a:ext cx="18214" cy="53340"/>
            </a:xfrm>
            <a:custGeom>
              <a:avLst/>
              <a:gdLst>
                <a:gd name="T0" fmla="*/ 8 w 8"/>
                <a:gd name="T1" fmla="*/ 4 h 22"/>
                <a:gd name="T2" fmla="*/ 4 w 8"/>
                <a:gd name="T3" fmla="*/ 0 h 22"/>
                <a:gd name="T4" fmla="*/ 0 w 8"/>
                <a:gd name="T5" fmla="*/ 4 h 22"/>
                <a:gd name="T6" fmla="*/ 0 w 8"/>
                <a:gd name="T7" fmla="*/ 22 h 22"/>
                <a:gd name="T8" fmla="*/ 8 w 8"/>
                <a:gd name="T9" fmla="*/ 22 h 22"/>
                <a:gd name="T10" fmla="*/ 8 w 8"/>
                <a:gd name="T11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2">
                  <a:moveTo>
                    <a:pt x="8" y="4"/>
                  </a:moveTo>
                  <a:cubicBezTo>
                    <a:pt x="8" y="1"/>
                    <a:pt x="6" y="0"/>
                    <a:pt x="4" y="0"/>
                  </a:cubicBezTo>
                  <a:cubicBezTo>
                    <a:pt x="1" y="0"/>
                    <a:pt x="0" y="1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8" y="22"/>
                    <a:pt x="8" y="22"/>
                    <a:pt x="8" y="22"/>
                  </a:cubicBezTo>
                  <a:lnTo>
                    <a:pt x="8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480185" y="2176780"/>
            <a:ext cx="999934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党支部要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记录好每名党员提出的意见建议，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认真对待研讨过程中的每一条意见建议，经支委会研究后形成支部举措清单，实行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台账式管理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，定期跟踪落实情况，定期向党员公示解决进展情况，实现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工作闭环。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33292" y="1732370"/>
            <a:ext cx="114300" cy="392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914" tIns="45460" rIns="90914" bIns="45460" rtlCol="0" anchor="ctr"/>
          <a:lstStyle>
            <a:lvl1pPr marL="0" marR="0" indent="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1pPr>
            <a:lvl2pPr marL="0" marR="0" indent="4572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2pPr>
            <a:lvl3pPr marL="0" marR="0" indent="9144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3pPr>
            <a:lvl4pPr marL="0" marR="0" indent="13716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4pPr>
            <a:lvl5pPr marL="0" marR="0" indent="18288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5pPr>
            <a:lvl6pPr marL="0" marR="0" indent="22860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6pPr>
            <a:lvl7pPr marL="0" marR="0" indent="27432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7pPr>
            <a:lvl8pPr marL="0" marR="0" indent="32004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8pPr>
            <a:lvl9pPr marL="0" marR="0" indent="36576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pitchFamily="34" charset="-122"/>
              </a:defRPr>
            </a:lvl9pPr>
          </a:lstStyle>
          <a:p>
            <a:pPr marL="0" marR="0" lvl="0" indent="0" algn="ctr" defTabSz="90868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sym typeface="宋体" panose="02010600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20925" y="1132267"/>
            <a:ext cx="3240364" cy="1938992"/>
            <a:chOff x="2711530" y="2724426"/>
            <a:chExt cx="3240362" cy="1938993"/>
          </a:xfrm>
        </p:grpSpPr>
        <p:sp>
          <p:nvSpPr>
            <p:cNvPr id="12" name="矩形 11"/>
            <p:cNvSpPr/>
            <p:nvPr/>
          </p:nvSpPr>
          <p:spPr>
            <a:xfrm>
              <a:off x="2711530" y="2724426"/>
              <a:ext cx="2908142" cy="193899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0" marR="0" indent="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1pPr>
              <a:lvl2pPr marL="0" marR="0" indent="457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2pPr>
              <a:lvl3pPr marL="0" marR="0" indent="914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3pPr>
              <a:lvl4pPr marL="0" marR="0" indent="1371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4pPr>
              <a:lvl5pPr marL="0" marR="0" indent="18288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5pPr>
              <a:lvl6pPr marL="0" marR="0" indent="22860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6pPr>
              <a:lvl7pPr marL="0" marR="0" indent="2743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7pPr>
              <a:lvl8pPr marL="0" marR="0" indent="3200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8pPr>
              <a:lvl9pPr marL="0" marR="0" indent="3657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9pPr>
            </a:lstStyle>
            <a:p>
              <a:pPr marL="0" marR="0" lvl="0" indent="0" algn="ctr" defTabSz="90868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0" b="1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Impact" panose="020B0806030902050204"/>
                  <a:ea typeface="黑体" panose="02010609060101010101" pitchFamily="2" charset="-122"/>
                  <a:sym typeface="宋体" panose="02010600030101010101" pitchFamily="2" charset="-122"/>
                </a:rPr>
                <a:t>目</a:t>
              </a: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Impact" panose="020B0806030902050204"/>
                  <a:ea typeface="黑体" panose="02010609060101010101" pitchFamily="2" charset="-122"/>
                  <a:sym typeface="宋体" panose="02010600030101010101" pitchFamily="2" charset="-122"/>
                </a:rPr>
                <a:t>录</a:t>
              </a:r>
              <a:endPara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Impact" panose="020B0806030902050204"/>
                <a:sym typeface="宋体" panose="02010600030101010101" pitchFamily="2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4390696" y="3317059"/>
              <a:ext cx="15611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 marL="0" marR="0" indent="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1pPr>
              <a:lvl2pPr marL="0" marR="0" indent="457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2pPr>
              <a:lvl3pPr marL="0" marR="0" indent="914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3pPr>
              <a:lvl4pPr marL="0" marR="0" indent="1371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4pPr>
              <a:lvl5pPr marL="0" marR="0" indent="18288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5pPr>
              <a:lvl6pPr marL="0" marR="0" indent="22860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6pPr>
              <a:lvl7pPr marL="0" marR="0" indent="2743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7pPr>
              <a:lvl8pPr marL="0" marR="0" indent="3200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8pPr>
              <a:lvl9pPr marL="0" marR="0" indent="3657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pitchFamily="34" charset="-122"/>
                </a:defRPr>
              </a:lvl9pPr>
            </a:lstStyle>
            <a:p>
              <a:pPr marL="0" marR="0" lvl="0" indent="0" algn="ctr" defTabSz="9086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sym typeface="宋体" panose="02010600030101010101" pitchFamily="2" charset="-122"/>
                </a:rPr>
                <a:t>CONTENTS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sym typeface="宋体" panose="02010600030101010101" pitchFamily="2" charset="-122"/>
              </a:endParaRPr>
            </a:p>
          </p:txBody>
        </p:sp>
      </p:grpSp>
      <p:sp>
        <p:nvSpPr>
          <p:cNvPr id="21" name="Freeform 57"/>
          <p:cNvSpPr/>
          <p:nvPr/>
        </p:nvSpPr>
        <p:spPr bwMode="auto">
          <a:xfrm>
            <a:off x="4075461" y="4863272"/>
            <a:ext cx="900000" cy="72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lIns="90914" tIns="45460" rIns="90914" bIns="45460" anchor="ctr"/>
          <a:lstStyle/>
          <a:p>
            <a:pPr marL="0" marR="0" lvl="0" indent="0" algn="ctr" defTabSz="90868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2" name="Freeform 56"/>
          <p:cNvSpPr/>
          <p:nvPr/>
        </p:nvSpPr>
        <p:spPr bwMode="auto">
          <a:xfrm>
            <a:off x="5298440" y="4863465"/>
            <a:ext cx="5984240" cy="7200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lIns="90914" tIns="45460" rIns="90914" bIns="4546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基本培训机制学习评估工作重点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Freeform 57"/>
          <p:cNvSpPr/>
          <p:nvPr/>
        </p:nvSpPr>
        <p:spPr bwMode="auto">
          <a:xfrm>
            <a:off x="4076096" y="1782618"/>
            <a:ext cx="900000" cy="72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lIns="90914" tIns="45460" rIns="90914" bIns="45460" anchor="ctr"/>
          <a:p>
            <a:pPr marL="0" marR="0" lvl="0" indent="0" algn="ctr" defTabSz="9086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6"/>
          <p:cNvSpPr/>
          <p:nvPr/>
        </p:nvSpPr>
        <p:spPr bwMode="auto">
          <a:xfrm>
            <a:off x="5298440" y="1770380"/>
            <a:ext cx="5985510" cy="72009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lIns="90914" tIns="45460" rIns="90914" bIns="45460" anchor="ctr">
            <a:noAutofit/>
          </a:bodyPr>
          <a:lstStyle/>
          <a:p>
            <a:pPr lvl="0" algn="ctr" defTabSz="914400">
              <a:buClrTx/>
              <a:buSzTx/>
              <a:buFontTx/>
              <a:defRPr/>
            </a:pPr>
            <a:r>
              <a:rPr lang="zh-CN" altLang="en-US" sz="2400" b="1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认识基本培训机制</a:t>
            </a:r>
            <a:endParaRPr lang="zh-CN" altLang="en-US" sz="2400" b="1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Freeform 56"/>
          <p:cNvSpPr/>
          <p:nvPr/>
        </p:nvSpPr>
        <p:spPr bwMode="auto">
          <a:xfrm>
            <a:off x="5309870" y="3310255"/>
            <a:ext cx="5984240" cy="72009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lIns="90914" tIns="45460" rIns="90914" bIns="45460" anchor="ctr"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基本培训机制工作重点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Freeform 57"/>
          <p:cNvSpPr/>
          <p:nvPr/>
        </p:nvSpPr>
        <p:spPr bwMode="auto">
          <a:xfrm>
            <a:off x="4087526" y="3310428"/>
            <a:ext cx="900000" cy="72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lIns="90914" tIns="45460" rIns="90914" bIns="45460" anchor="ctr"/>
          <a:p>
            <a:pPr marL="0" marR="0" lvl="0" indent="0" algn="ctr" defTabSz="9086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2991381" y="4497267"/>
            <a:ext cx="308776" cy="309652"/>
            <a:chOff x="1396546" y="5301003"/>
            <a:chExt cx="457940" cy="459241"/>
          </a:xfrm>
          <a:solidFill>
            <a:schemeClr val="bg1"/>
          </a:solidFill>
        </p:grpSpPr>
        <p:sp>
          <p:nvSpPr>
            <p:cNvPr id="69" name="Freeform 98"/>
            <p:cNvSpPr>
              <a:spLocks noEditPoints="1"/>
            </p:cNvSpPr>
            <p:nvPr/>
          </p:nvSpPr>
          <p:spPr bwMode="auto">
            <a:xfrm>
              <a:off x="1396546" y="5301003"/>
              <a:ext cx="312232" cy="408503"/>
            </a:xfrm>
            <a:custGeom>
              <a:avLst/>
              <a:gdLst>
                <a:gd name="T0" fmla="*/ 105 w 131"/>
                <a:gd name="T1" fmla="*/ 142 h 171"/>
                <a:gd name="T2" fmla="*/ 101 w 131"/>
                <a:gd name="T3" fmla="*/ 143 h 171"/>
                <a:gd name="T4" fmla="*/ 29 w 131"/>
                <a:gd name="T5" fmla="*/ 143 h 171"/>
                <a:gd name="T6" fmla="*/ 25 w 131"/>
                <a:gd name="T7" fmla="*/ 139 h 171"/>
                <a:gd name="T8" fmla="*/ 29 w 131"/>
                <a:gd name="T9" fmla="*/ 135 h 171"/>
                <a:gd name="T10" fmla="*/ 101 w 131"/>
                <a:gd name="T11" fmla="*/ 135 h 171"/>
                <a:gd name="T12" fmla="*/ 104 w 131"/>
                <a:gd name="T13" fmla="*/ 136 h 171"/>
                <a:gd name="T14" fmla="*/ 101 w 131"/>
                <a:gd name="T15" fmla="*/ 117 h 171"/>
                <a:gd name="T16" fmla="*/ 101 w 131"/>
                <a:gd name="T17" fmla="*/ 117 h 171"/>
                <a:gd name="T18" fmla="*/ 29 w 131"/>
                <a:gd name="T19" fmla="*/ 117 h 171"/>
                <a:gd name="T20" fmla="*/ 25 w 131"/>
                <a:gd name="T21" fmla="*/ 113 h 171"/>
                <a:gd name="T22" fmla="*/ 29 w 131"/>
                <a:gd name="T23" fmla="*/ 109 h 171"/>
                <a:gd name="T24" fmla="*/ 101 w 131"/>
                <a:gd name="T25" fmla="*/ 109 h 171"/>
                <a:gd name="T26" fmla="*/ 103 w 131"/>
                <a:gd name="T27" fmla="*/ 109 h 171"/>
                <a:gd name="T28" fmla="*/ 104 w 131"/>
                <a:gd name="T29" fmla="*/ 107 h 171"/>
                <a:gd name="T30" fmla="*/ 110 w 131"/>
                <a:gd name="T31" fmla="*/ 105 h 171"/>
                <a:gd name="T32" fmla="*/ 111 w 131"/>
                <a:gd name="T33" fmla="*/ 105 h 171"/>
                <a:gd name="T34" fmla="*/ 113 w 131"/>
                <a:gd name="T35" fmla="*/ 105 h 171"/>
                <a:gd name="T36" fmla="*/ 118 w 131"/>
                <a:gd name="T37" fmla="*/ 106 h 171"/>
                <a:gd name="T38" fmla="*/ 131 w 131"/>
                <a:gd name="T39" fmla="*/ 101 h 171"/>
                <a:gd name="T40" fmla="*/ 131 w 131"/>
                <a:gd name="T41" fmla="*/ 1 h 171"/>
                <a:gd name="T42" fmla="*/ 130 w 131"/>
                <a:gd name="T43" fmla="*/ 0 h 171"/>
                <a:gd name="T44" fmla="*/ 1 w 131"/>
                <a:gd name="T45" fmla="*/ 0 h 171"/>
                <a:gd name="T46" fmla="*/ 0 w 131"/>
                <a:gd name="T47" fmla="*/ 1 h 171"/>
                <a:gd name="T48" fmla="*/ 0 w 131"/>
                <a:gd name="T49" fmla="*/ 170 h 171"/>
                <a:gd name="T50" fmla="*/ 1 w 131"/>
                <a:gd name="T51" fmla="*/ 171 h 171"/>
                <a:gd name="T52" fmla="*/ 113 w 131"/>
                <a:gd name="T53" fmla="*/ 171 h 171"/>
                <a:gd name="T54" fmla="*/ 112 w 131"/>
                <a:gd name="T55" fmla="*/ 169 h 171"/>
                <a:gd name="T56" fmla="*/ 105 w 131"/>
                <a:gd name="T57" fmla="*/ 142 h 171"/>
                <a:gd name="T58" fmla="*/ 29 w 131"/>
                <a:gd name="T59" fmla="*/ 28 h 171"/>
                <a:gd name="T60" fmla="*/ 101 w 131"/>
                <a:gd name="T61" fmla="*/ 28 h 171"/>
                <a:gd name="T62" fmla="*/ 105 w 131"/>
                <a:gd name="T63" fmla="*/ 33 h 171"/>
                <a:gd name="T64" fmla="*/ 101 w 131"/>
                <a:gd name="T65" fmla="*/ 37 h 171"/>
                <a:gd name="T66" fmla="*/ 29 w 131"/>
                <a:gd name="T67" fmla="*/ 37 h 171"/>
                <a:gd name="T68" fmla="*/ 25 w 131"/>
                <a:gd name="T69" fmla="*/ 33 h 171"/>
                <a:gd name="T70" fmla="*/ 29 w 131"/>
                <a:gd name="T71" fmla="*/ 28 h 171"/>
                <a:gd name="T72" fmla="*/ 29 w 131"/>
                <a:gd name="T73" fmla="*/ 55 h 171"/>
                <a:gd name="T74" fmla="*/ 101 w 131"/>
                <a:gd name="T75" fmla="*/ 55 h 171"/>
                <a:gd name="T76" fmla="*/ 105 w 131"/>
                <a:gd name="T77" fmla="*/ 59 h 171"/>
                <a:gd name="T78" fmla="*/ 101 w 131"/>
                <a:gd name="T79" fmla="*/ 63 h 171"/>
                <a:gd name="T80" fmla="*/ 29 w 131"/>
                <a:gd name="T81" fmla="*/ 63 h 171"/>
                <a:gd name="T82" fmla="*/ 25 w 131"/>
                <a:gd name="T83" fmla="*/ 59 h 171"/>
                <a:gd name="T84" fmla="*/ 29 w 131"/>
                <a:gd name="T85" fmla="*/ 55 h 171"/>
                <a:gd name="T86" fmla="*/ 29 w 131"/>
                <a:gd name="T87" fmla="*/ 82 h 171"/>
                <a:gd name="T88" fmla="*/ 101 w 131"/>
                <a:gd name="T89" fmla="*/ 82 h 171"/>
                <a:gd name="T90" fmla="*/ 105 w 131"/>
                <a:gd name="T91" fmla="*/ 86 h 171"/>
                <a:gd name="T92" fmla="*/ 101 w 131"/>
                <a:gd name="T93" fmla="*/ 90 h 171"/>
                <a:gd name="T94" fmla="*/ 29 w 131"/>
                <a:gd name="T95" fmla="*/ 90 h 171"/>
                <a:gd name="T96" fmla="*/ 25 w 131"/>
                <a:gd name="T97" fmla="*/ 86 h 171"/>
                <a:gd name="T98" fmla="*/ 29 w 131"/>
                <a:gd name="T99" fmla="*/ 82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1" h="171">
                  <a:moveTo>
                    <a:pt x="105" y="142"/>
                  </a:moveTo>
                  <a:cubicBezTo>
                    <a:pt x="104" y="143"/>
                    <a:pt x="103" y="143"/>
                    <a:pt x="101" y="143"/>
                  </a:cubicBezTo>
                  <a:cubicBezTo>
                    <a:pt x="29" y="143"/>
                    <a:pt x="29" y="143"/>
                    <a:pt x="29" y="143"/>
                  </a:cubicBezTo>
                  <a:cubicBezTo>
                    <a:pt x="27" y="143"/>
                    <a:pt x="25" y="142"/>
                    <a:pt x="25" y="139"/>
                  </a:cubicBezTo>
                  <a:cubicBezTo>
                    <a:pt x="25" y="137"/>
                    <a:pt x="27" y="135"/>
                    <a:pt x="29" y="135"/>
                  </a:cubicBezTo>
                  <a:cubicBezTo>
                    <a:pt x="101" y="135"/>
                    <a:pt x="101" y="135"/>
                    <a:pt x="101" y="135"/>
                  </a:cubicBezTo>
                  <a:cubicBezTo>
                    <a:pt x="102" y="135"/>
                    <a:pt x="103" y="136"/>
                    <a:pt x="104" y="136"/>
                  </a:cubicBezTo>
                  <a:cubicBezTo>
                    <a:pt x="102" y="128"/>
                    <a:pt x="102" y="121"/>
                    <a:pt x="101" y="117"/>
                  </a:cubicBezTo>
                  <a:cubicBezTo>
                    <a:pt x="101" y="117"/>
                    <a:pt x="101" y="117"/>
                    <a:pt x="101" y="117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27" y="117"/>
                    <a:pt x="25" y="115"/>
                    <a:pt x="25" y="113"/>
                  </a:cubicBezTo>
                  <a:cubicBezTo>
                    <a:pt x="25" y="110"/>
                    <a:pt x="27" y="109"/>
                    <a:pt x="29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2" y="109"/>
                    <a:pt x="102" y="109"/>
                    <a:pt x="103" y="109"/>
                  </a:cubicBezTo>
                  <a:cubicBezTo>
                    <a:pt x="103" y="108"/>
                    <a:pt x="104" y="107"/>
                    <a:pt x="104" y="107"/>
                  </a:cubicBezTo>
                  <a:cubicBezTo>
                    <a:pt x="106" y="105"/>
                    <a:pt x="108" y="105"/>
                    <a:pt x="110" y="105"/>
                  </a:cubicBezTo>
                  <a:cubicBezTo>
                    <a:pt x="111" y="105"/>
                    <a:pt x="111" y="105"/>
                    <a:pt x="111" y="105"/>
                  </a:cubicBezTo>
                  <a:cubicBezTo>
                    <a:pt x="113" y="105"/>
                    <a:pt x="113" y="105"/>
                    <a:pt x="113" y="105"/>
                  </a:cubicBezTo>
                  <a:cubicBezTo>
                    <a:pt x="114" y="105"/>
                    <a:pt x="116" y="106"/>
                    <a:pt x="118" y="106"/>
                  </a:cubicBezTo>
                  <a:cubicBezTo>
                    <a:pt x="123" y="106"/>
                    <a:pt x="127" y="103"/>
                    <a:pt x="131" y="101"/>
                  </a:cubicBezTo>
                  <a:cubicBezTo>
                    <a:pt x="131" y="1"/>
                    <a:pt x="131" y="1"/>
                    <a:pt x="131" y="1"/>
                  </a:cubicBezTo>
                  <a:cubicBezTo>
                    <a:pt x="131" y="1"/>
                    <a:pt x="131" y="0"/>
                    <a:pt x="13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0" y="171"/>
                    <a:pt x="0" y="171"/>
                    <a:pt x="1" y="171"/>
                  </a:cubicBezTo>
                  <a:cubicBezTo>
                    <a:pt x="113" y="171"/>
                    <a:pt x="113" y="171"/>
                    <a:pt x="113" y="171"/>
                  </a:cubicBezTo>
                  <a:cubicBezTo>
                    <a:pt x="113" y="171"/>
                    <a:pt x="112" y="170"/>
                    <a:pt x="112" y="169"/>
                  </a:cubicBezTo>
                  <a:cubicBezTo>
                    <a:pt x="109" y="163"/>
                    <a:pt x="106" y="152"/>
                    <a:pt x="105" y="142"/>
                  </a:cubicBezTo>
                  <a:close/>
                  <a:moveTo>
                    <a:pt x="29" y="28"/>
                  </a:moveTo>
                  <a:cubicBezTo>
                    <a:pt x="101" y="28"/>
                    <a:pt x="101" y="28"/>
                    <a:pt x="101" y="28"/>
                  </a:cubicBezTo>
                  <a:cubicBezTo>
                    <a:pt x="104" y="28"/>
                    <a:pt x="105" y="30"/>
                    <a:pt x="105" y="33"/>
                  </a:cubicBezTo>
                  <a:cubicBezTo>
                    <a:pt x="105" y="35"/>
                    <a:pt x="104" y="37"/>
                    <a:pt x="101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7" y="37"/>
                    <a:pt x="25" y="35"/>
                    <a:pt x="25" y="33"/>
                  </a:cubicBezTo>
                  <a:cubicBezTo>
                    <a:pt x="25" y="30"/>
                    <a:pt x="27" y="28"/>
                    <a:pt x="29" y="28"/>
                  </a:cubicBezTo>
                  <a:close/>
                  <a:moveTo>
                    <a:pt x="29" y="55"/>
                  </a:moveTo>
                  <a:cubicBezTo>
                    <a:pt x="101" y="55"/>
                    <a:pt x="101" y="55"/>
                    <a:pt x="101" y="55"/>
                  </a:cubicBezTo>
                  <a:cubicBezTo>
                    <a:pt x="104" y="55"/>
                    <a:pt x="105" y="57"/>
                    <a:pt x="105" y="59"/>
                  </a:cubicBezTo>
                  <a:cubicBezTo>
                    <a:pt x="105" y="61"/>
                    <a:pt x="104" y="63"/>
                    <a:pt x="101" y="63"/>
                  </a:cubicBezTo>
                  <a:cubicBezTo>
                    <a:pt x="29" y="63"/>
                    <a:pt x="29" y="63"/>
                    <a:pt x="29" y="63"/>
                  </a:cubicBezTo>
                  <a:cubicBezTo>
                    <a:pt x="27" y="63"/>
                    <a:pt x="25" y="61"/>
                    <a:pt x="25" y="59"/>
                  </a:cubicBezTo>
                  <a:cubicBezTo>
                    <a:pt x="25" y="57"/>
                    <a:pt x="27" y="55"/>
                    <a:pt x="29" y="55"/>
                  </a:cubicBezTo>
                  <a:close/>
                  <a:moveTo>
                    <a:pt x="29" y="82"/>
                  </a:moveTo>
                  <a:cubicBezTo>
                    <a:pt x="101" y="82"/>
                    <a:pt x="101" y="82"/>
                    <a:pt x="101" y="82"/>
                  </a:cubicBezTo>
                  <a:cubicBezTo>
                    <a:pt x="104" y="82"/>
                    <a:pt x="105" y="84"/>
                    <a:pt x="105" y="86"/>
                  </a:cubicBezTo>
                  <a:cubicBezTo>
                    <a:pt x="105" y="88"/>
                    <a:pt x="104" y="90"/>
                    <a:pt x="101" y="90"/>
                  </a:cubicBezTo>
                  <a:cubicBezTo>
                    <a:pt x="29" y="90"/>
                    <a:pt x="29" y="90"/>
                    <a:pt x="29" y="90"/>
                  </a:cubicBezTo>
                  <a:cubicBezTo>
                    <a:pt x="27" y="90"/>
                    <a:pt x="25" y="88"/>
                    <a:pt x="25" y="86"/>
                  </a:cubicBezTo>
                  <a:cubicBezTo>
                    <a:pt x="25" y="84"/>
                    <a:pt x="27" y="82"/>
                    <a:pt x="29" y="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99"/>
            <p:cNvSpPr>
              <a:spLocks noEditPoints="1"/>
            </p:cNvSpPr>
            <p:nvPr/>
          </p:nvSpPr>
          <p:spPr bwMode="auto">
            <a:xfrm>
              <a:off x="1656739" y="5519565"/>
              <a:ext cx="197747" cy="240679"/>
            </a:xfrm>
            <a:custGeom>
              <a:avLst/>
              <a:gdLst>
                <a:gd name="T0" fmla="*/ 82 w 83"/>
                <a:gd name="T1" fmla="*/ 22 h 101"/>
                <a:gd name="T2" fmla="*/ 81 w 83"/>
                <a:gd name="T3" fmla="*/ 22 h 101"/>
                <a:gd name="T4" fmla="*/ 74 w 83"/>
                <a:gd name="T5" fmla="*/ 23 h 101"/>
                <a:gd name="T6" fmla="*/ 42 w 83"/>
                <a:gd name="T7" fmla="*/ 1 h 101"/>
                <a:gd name="T8" fmla="*/ 41 w 83"/>
                <a:gd name="T9" fmla="*/ 0 h 101"/>
                <a:gd name="T10" fmla="*/ 41 w 83"/>
                <a:gd name="T11" fmla="*/ 1 h 101"/>
                <a:gd name="T12" fmla="*/ 9 w 83"/>
                <a:gd name="T13" fmla="*/ 23 h 101"/>
                <a:gd name="T14" fmla="*/ 9 w 83"/>
                <a:gd name="T15" fmla="*/ 23 h 101"/>
                <a:gd name="T16" fmla="*/ 2 w 83"/>
                <a:gd name="T17" fmla="*/ 22 h 101"/>
                <a:gd name="T18" fmla="*/ 1 w 83"/>
                <a:gd name="T19" fmla="*/ 22 h 101"/>
                <a:gd name="T20" fmla="*/ 0 w 83"/>
                <a:gd name="T21" fmla="*/ 23 h 101"/>
                <a:gd name="T22" fmla="*/ 10 w 83"/>
                <a:gd name="T23" fmla="*/ 74 h 101"/>
                <a:gd name="T24" fmla="*/ 33 w 83"/>
                <a:gd name="T25" fmla="*/ 94 h 101"/>
                <a:gd name="T26" fmla="*/ 40 w 83"/>
                <a:gd name="T27" fmla="*/ 101 h 101"/>
                <a:gd name="T28" fmla="*/ 41 w 83"/>
                <a:gd name="T29" fmla="*/ 101 h 101"/>
                <a:gd name="T30" fmla="*/ 42 w 83"/>
                <a:gd name="T31" fmla="*/ 101 h 101"/>
                <a:gd name="T32" fmla="*/ 50 w 83"/>
                <a:gd name="T33" fmla="*/ 94 h 101"/>
                <a:gd name="T34" fmla="*/ 73 w 83"/>
                <a:gd name="T35" fmla="*/ 74 h 101"/>
                <a:gd name="T36" fmla="*/ 83 w 83"/>
                <a:gd name="T37" fmla="*/ 23 h 101"/>
                <a:gd name="T38" fmla="*/ 82 w 83"/>
                <a:gd name="T39" fmla="*/ 22 h 101"/>
                <a:gd name="T40" fmla="*/ 54 w 83"/>
                <a:gd name="T41" fmla="*/ 67 h 101"/>
                <a:gd name="T42" fmla="*/ 28 w 83"/>
                <a:gd name="T43" fmla="*/ 67 h 101"/>
                <a:gd name="T44" fmla="*/ 24 w 83"/>
                <a:gd name="T45" fmla="*/ 63 h 101"/>
                <a:gd name="T46" fmla="*/ 28 w 83"/>
                <a:gd name="T47" fmla="*/ 59 h 101"/>
                <a:gd name="T48" fmla="*/ 54 w 83"/>
                <a:gd name="T49" fmla="*/ 59 h 101"/>
                <a:gd name="T50" fmla="*/ 58 w 83"/>
                <a:gd name="T51" fmla="*/ 63 h 101"/>
                <a:gd name="T52" fmla="*/ 54 w 83"/>
                <a:gd name="T53" fmla="*/ 67 h 101"/>
                <a:gd name="T54" fmla="*/ 59 w 83"/>
                <a:gd name="T55" fmla="*/ 48 h 101"/>
                <a:gd name="T56" fmla="*/ 23 w 83"/>
                <a:gd name="T57" fmla="*/ 48 h 101"/>
                <a:gd name="T58" fmla="*/ 19 w 83"/>
                <a:gd name="T59" fmla="*/ 44 h 101"/>
                <a:gd name="T60" fmla="*/ 23 w 83"/>
                <a:gd name="T61" fmla="*/ 40 h 101"/>
                <a:gd name="T62" fmla="*/ 59 w 83"/>
                <a:gd name="T63" fmla="*/ 40 h 101"/>
                <a:gd name="T64" fmla="*/ 63 w 83"/>
                <a:gd name="T65" fmla="*/ 44 h 101"/>
                <a:gd name="T66" fmla="*/ 59 w 83"/>
                <a:gd name="T67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3" h="101">
                  <a:moveTo>
                    <a:pt x="82" y="22"/>
                  </a:moveTo>
                  <a:cubicBezTo>
                    <a:pt x="82" y="22"/>
                    <a:pt x="82" y="22"/>
                    <a:pt x="81" y="22"/>
                  </a:cubicBezTo>
                  <a:cubicBezTo>
                    <a:pt x="79" y="22"/>
                    <a:pt x="77" y="23"/>
                    <a:pt x="74" y="23"/>
                  </a:cubicBezTo>
                  <a:cubicBezTo>
                    <a:pt x="54" y="23"/>
                    <a:pt x="43" y="1"/>
                    <a:pt x="42" y="1"/>
                  </a:cubicBezTo>
                  <a:cubicBezTo>
                    <a:pt x="42" y="0"/>
                    <a:pt x="42" y="0"/>
                    <a:pt x="41" y="0"/>
                  </a:cubicBezTo>
                  <a:cubicBezTo>
                    <a:pt x="41" y="0"/>
                    <a:pt x="41" y="0"/>
                    <a:pt x="41" y="1"/>
                  </a:cubicBezTo>
                  <a:cubicBezTo>
                    <a:pt x="40" y="1"/>
                    <a:pt x="2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6" y="23"/>
                    <a:pt x="4" y="22"/>
                    <a:pt x="2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0" y="23"/>
                    <a:pt x="0" y="23"/>
                  </a:cubicBezTo>
                  <a:cubicBezTo>
                    <a:pt x="1" y="25"/>
                    <a:pt x="3" y="62"/>
                    <a:pt x="10" y="74"/>
                  </a:cubicBezTo>
                  <a:cubicBezTo>
                    <a:pt x="18" y="87"/>
                    <a:pt x="26" y="91"/>
                    <a:pt x="33" y="94"/>
                  </a:cubicBezTo>
                  <a:cubicBezTo>
                    <a:pt x="37" y="96"/>
                    <a:pt x="40" y="98"/>
                    <a:pt x="40" y="101"/>
                  </a:cubicBezTo>
                  <a:cubicBezTo>
                    <a:pt x="41" y="101"/>
                    <a:pt x="41" y="101"/>
                    <a:pt x="41" y="101"/>
                  </a:cubicBezTo>
                  <a:cubicBezTo>
                    <a:pt x="42" y="101"/>
                    <a:pt x="42" y="101"/>
                    <a:pt x="42" y="101"/>
                  </a:cubicBezTo>
                  <a:cubicBezTo>
                    <a:pt x="43" y="98"/>
                    <a:pt x="46" y="96"/>
                    <a:pt x="50" y="94"/>
                  </a:cubicBezTo>
                  <a:cubicBezTo>
                    <a:pt x="57" y="91"/>
                    <a:pt x="65" y="87"/>
                    <a:pt x="73" y="74"/>
                  </a:cubicBezTo>
                  <a:cubicBezTo>
                    <a:pt x="80" y="62"/>
                    <a:pt x="82" y="25"/>
                    <a:pt x="83" y="23"/>
                  </a:cubicBezTo>
                  <a:cubicBezTo>
                    <a:pt x="83" y="23"/>
                    <a:pt x="82" y="22"/>
                    <a:pt x="82" y="22"/>
                  </a:cubicBezTo>
                  <a:close/>
                  <a:moveTo>
                    <a:pt x="54" y="67"/>
                  </a:moveTo>
                  <a:cubicBezTo>
                    <a:pt x="28" y="67"/>
                    <a:pt x="28" y="67"/>
                    <a:pt x="28" y="67"/>
                  </a:cubicBezTo>
                  <a:cubicBezTo>
                    <a:pt x="25" y="67"/>
                    <a:pt x="24" y="66"/>
                    <a:pt x="24" y="63"/>
                  </a:cubicBezTo>
                  <a:cubicBezTo>
                    <a:pt x="24" y="61"/>
                    <a:pt x="25" y="59"/>
                    <a:pt x="28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7" y="59"/>
                    <a:pt x="58" y="61"/>
                    <a:pt x="58" y="63"/>
                  </a:cubicBezTo>
                  <a:cubicBezTo>
                    <a:pt x="58" y="66"/>
                    <a:pt x="57" y="67"/>
                    <a:pt x="54" y="67"/>
                  </a:cubicBezTo>
                  <a:close/>
                  <a:moveTo>
                    <a:pt x="59" y="48"/>
                  </a:moveTo>
                  <a:cubicBezTo>
                    <a:pt x="23" y="48"/>
                    <a:pt x="23" y="48"/>
                    <a:pt x="23" y="48"/>
                  </a:cubicBezTo>
                  <a:cubicBezTo>
                    <a:pt x="21" y="48"/>
                    <a:pt x="19" y="47"/>
                    <a:pt x="19" y="44"/>
                  </a:cubicBezTo>
                  <a:cubicBezTo>
                    <a:pt x="19" y="42"/>
                    <a:pt x="21" y="40"/>
                    <a:pt x="23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61" y="40"/>
                    <a:pt x="63" y="42"/>
                    <a:pt x="63" y="44"/>
                  </a:cubicBezTo>
                  <a:cubicBezTo>
                    <a:pt x="63" y="47"/>
                    <a:pt x="61" y="48"/>
                    <a:pt x="59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9672643" y="5856515"/>
            <a:ext cx="308776" cy="248248"/>
            <a:chOff x="10331583" y="5349139"/>
            <a:chExt cx="457940" cy="368173"/>
          </a:xfrm>
          <a:solidFill>
            <a:schemeClr val="bg1"/>
          </a:solidFill>
        </p:grpSpPr>
        <p:sp>
          <p:nvSpPr>
            <p:cNvPr id="75" name="Freeform 117"/>
            <p:cNvSpPr>
              <a:spLocks noEditPoints="1"/>
            </p:cNvSpPr>
            <p:nvPr/>
          </p:nvSpPr>
          <p:spPr bwMode="auto">
            <a:xfrm>
              <a:off x="10331583" y="5402478"/>
              <a:ext cx="457940" cy="314834"/>
            </a:xfrm>
            <a:custGeom>
              <a:avLst/>
              <a:gdLst>
                <a:gd name="T0" fmla="*/ 177 w 192"/>
                <a:gd name="T1" fmla="*/ 0 h 132"/>
                <a:gd name="T2" fmla="*/ 100 w 192"/>
                <a:gd name="T3" fmla="*/ 0 h 132"/>
                <a:gd name="T4" fmla="*/ 100 w 192"/>
                <a:gd name="T5" fmla="*/ 17 h 132"/>
                <a:gd name="T6" fmla="*/ 96 w 192"/>
                <a:gd name="T7" fmla="*/ 21 h 132"/>
                <a:gd name="T8" fmla="*/ 92 w 192"/>
                <a:gd name="T9" fmla="*/ 17 h 132"/>
                <a:gd name="T10" fmla="*/ 92 w 192"/>
                <a:gd name="T11" fmla="*/ 0 h 132"/>
                <a:gd name="T12" fmla="*/ 14 w 192"/>
                <a:gd name="T13" fmla="*/ 0 h 132"/>
                <a:gd name="T14" fmla="*/ 0 w 192"/>
                <a:gd name="T15" fmla="*/ 15 h 132"/>
                <a:gd name="T16" fmla="*/ 0 w 192"/>
                <a:gd name="T17" fmla="*/ 117 h 132"/>
                <a:gd name="T18" fmla="*/ 14 w 192"/>
                <a:gd name="T19" fmla="*/ 132 h 132"/>
                <a:gd name="T20" fmla="*/ 177 w 192"/>
                <a:gd name="T21" fmla="*/ 132 h 132"/>
                <a:gd name="T22" fmla="*/ 192 w 192"/>
                <a:gd name="T23" fmla="*/ 117 h 132"/>
                <a:gd name="T24" fmla="*/ 192 w 192"/>
                <a:gd name="T25" fmla="*/ 15 h 132"/>
                <a:gd name="T26" fmla="*/ 177 w 192"/>
                <a:gd name="T27" fmla="*/ 0 h 132"/>
                <a:gd name="T28" fmla="*/ 56 w 192"/>
                <a:gd name="T29" fmla="*/ 23 h 132"/>
                <a:gd name="T30" fmla="*/ 73 w 192"/>
                <a:gd name="T31" fmla="*/ 40 h 132"/>
                <a:gd name="T32" fmla="*/ 56 w 192"/>
                <a:gd name="T33" fmla="*/ 57 h 132"/>
                <a:gd name="T34" fmla="*/ 39 w 192"/>
                <a:gd name="T35" fmla="*/ 40 h 132"/>
                <a:gd name="T36" fmla="*/ 56 w 192"/>
                <a:gd name="T37" fmla="*/ 23 h 132"/>
                <a:gd name="T38" fmla="*/ 95 w 192"/>
                <a:gd name="T39" fmla="*/ 108 h 132"/>
                <a:gd name="T40" fmla="*/ 18 w 192"/>
                <a:gd name="T41" fmla="*/ 108 h 132"/>
                <a:gd name="T42" fmla="*/ 17 w 192"/>
                <a:gd name="T43" fmla="*/ 107 h 132"/>
                <a:gd name="T44" fmla="*/ 56 w 192"/>
                <a:gd name="T45" fmla="*/ 68 h 132"/>
                <a:gd name="T46" fmla="*/ 96 w 192"/>
                <a:gd name="T47" fmla="*/ 107 h 132"/>
                <a:gd name="T48" fmla="*/ 95 w 192"/>
                <a:gd name="T49" fmla="*/ 108 h 132"/>
                <a:gd name="T50" fmla="*/ 162 w 192"/>
                <a:gd name="T51" fmla="*/ 83 h 132"/>
                <a:gd name="T52" fmla="*/ 112 w 192"/>
                <a:gd name="T53" fmla="*/ 83 h 132"/>
                <a:gd name="T54" fmla="*/ 108 w 192"/>
                <a:gd name="T55" fmla="*/ 79 h 132"/>
                <a:gd name="T56" fmla="*/ 112 w 192"/>
                <a:gd name="T57" fmla="*/ 75 h 132"/>
                <a:gd name="T58" fmla="*/ 162 w 192"/>
                <a:gd name="T59" fmla="*/ 75 h 132"/>
                <a:gd name="T60" fmla="*/ 166 w 192"/>
                <a:gd name="T61" fmla="*/ 79 h 132"/>
                <a:gd name="T62" fmla="*/ 162 w 192"/>
                <a:gd name="T63" fmla="*/ 83 h 132"/>
                <a:gd name="T64" fmla="*/ 162 w 192"/>
                <a:gd name="T65" fmla="*/ 52 h 132"/>
                <a:gd name="T66" fmla="*/ 112 w 192"/>
                <a:gd name="T67" fmla="*/ 52 h 132"/>
                <a:gd name="T68" fmla="*/ 108 w 192"/>
                <a:gd name="T69" fmla="*/ 49 h 132"/>
                <a:gd name="T70" fmla="*/ 112 w 192"/>
                <a:gd name="T71" fmla="*/ 45 h 132"/>
                <a:gd name="T72" fmla="*/ 162 w 192"/>
                <a:gd name="T73" fmla="*/ 45 h 132"/>
                <a:gd name="T74" fmla="*/ 166 w 192"/>
                <a:gd name="T75" fmla="*/ 49 h 132"/>
                <a:gd name="T76" fmla="*/ 162 w 192"/>
                <a:gd name="T77" fmla="*/ 5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2" h="132">
                  <a:moveTo>
                    <a:pt x="177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17"/>
                    <a:pt x="100" y="17"/>
                    <a:pt x="100" y="17"/>
                  </a:cubicBezTo>
                  <a:cubicBezTo>
                    <a:pt x="100" y="19"/>
                    <a:pt x="98" y="21"/>
                    <a:pt x="96" y="21"/>
                  </a:cubicBezTo>
                  <a:cubicBezTo>
                    <a:pt x="93" y="21"/>
                    <a:pt x="92" y="19"/>
                    <a:pt x="92" y="1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25"/>
                    <a:pt x="6" y="132"/>
                    <a:pt x="14" y="132"/>
                  </a:cubicBezTo>
                  <a:cubicBezTo>
                    <a:pt x="177" y="132"/>
                    <a:pt x="177" y="132"/>
                    <a:pt x="177" y="132"/>
                  </a:cubicBezTo>
                  <a:cubicBezTo>
                    <a:pt x="185" y="132"/>
                    <a:pt x="192" y="125"/>
                    <a:pt x="192" y="117"/>
                  </a:cubicBezTo>
                  <a:cubicBezTo>
                    <a:pt x="192" y="15"/>
                    <a:pt x="192" y="15"/>
                    <a:pt x="192" y="15"/>
                  </a:cubicBezTo>
                  <a:cubicBezTo>
                    <a:pt x="192" y="7"/>
                    <a:pt x="185" y="0"/>
                    <a:pt x="177" y="0"/>
                  </a:cubicBezTo>
                  <a:close/>
                  <a:moveTo>
                    <a:pt x="56" y="23"/>
                  </a:moveTo>
                  <a:cubicBezTo>
                    <a:pt x="66" y="23"/>
                    <a:pt x="73" y="31"/>
                    <a:pt x="73" y="40"/>
                  </a:cubicBezTo>
                  <a:cubicBezTo>
                    <a:pt x="73" y="50"/>
                    <a:pt x="66" y="57"/>
                    <a:pt x="56" y="57"/>
                  </a:cubicBezTo>
                  <a:cubicBezTo>
                    <a:pt x="47" y="57"/>
                    <a:pt x="39" y="50"/>
                    <a:pt x="39" y="40"/>
                  </a:cubicBezTo>
                  <a:cubicBezTo>
                    <a:pt x="39" y="31"/>
                    <a:pt x="47" y="23"/>
                    <a:pt x="56" y="23"/>
                  </a:cubicBezTo>
                  <a:close/>
                  <a:moveTo>
                    <a:pt x="95" y="108"/>
                  </a:moveTo>
                  <a:cubicBezTo>
                    <a:pt x="18" y="108"/>
                    <a:pt x="18" y="108"/>
                    <a:pt x="18" y="108"/>
                  </a:cubicBezTo>
                  <a:cubicBezTo>
                    <a:pt x="17" y="108"/>
                    <a:pt x="17" y="108"/>
                    <a:pt x="17" y="107"/>
                  </a:cubicBezTo>
                  <a:cubicBezTo>
                    <a:pt x="17" y="86"/>
                    <a:pt x="34" y="68"/>
                    <a:pt x="56" y="68"/>
                  </a:cubicBezTo>
                  <a:cubicBezTo>
                    <a:pt x="78" y="68"/>
                    <a:pt x="96" y="86"/>
                    <a:pt x="96" y="107"/>
                  </a:cubicBezTo>
                  <a:cubicBezTo>
                    <a:pt x="96" y="108"/>
                    <a:pt x="95" y="108"/>
                    <a:pt x="95" y="108"/>
                  </a:cubicBezTo>
                  <a:close/>
                  <a:moveTo>
                    <a:pt x="162" y="83"/>
                  </a:moveTo>
                  <a:cubicBezTo>
                    <a:pt x="112" y="83"/>
                    <a:pt x="112" y="83"/>
                    <a:pt x="112" y="83"/>
                  </a:cubicBezTo>
                  <a:cubicBezTo>
                    <a:pt x="110" y="83"/>
                    <a:pt x="108" y="82"/>
                    <a:pt x="108" y="79"/>
                  </a:cubicBezTo>
                  <a:cubicBezTo>
                    <a:pt x="108" y="77"/>
                    <a:pt x="110" y="75"/>
                    <a:pt x="11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4" y="75"/>
                    <a:pt x="166" y="77"/>
                    <a:pt x="166" y="79"/>
                  </a:cubicBezTo>
                  <a:cubicBezTo>
                    <a:pt x="166" y="82"/>
                    <a:pt x="164" y="83"/>
                    <a:pt x="162" y="83"/>
                  </a:cubicBezTo>
                  <a:close/>
                  <a:moveTo>
                    <a:pt x="16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0" y="52"/>
                    <a:pt x="108" y="51"/>
                    <a:pt x="108" y="49"/>
                  </a:cubicBezTo>
                  <a:cubicBezTo>
                    <a:pt x="108" y="46"/>
                    <a:pt x="110" y="45"/>
                    <a:pt x="112" y="45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4" y="45"/>
                    <a:pt x="166" y="46"/>
                    <a:pt x="166" y="49"/>
                  </a:cubicBezTo>
                  <a:cubicBezTo>
                    <a:pt x="166" y="51"/>
                    <a:pt x="164" y="52"/>
                    <a:pt x="162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118"/>
            <p:cNvSpPr/>
            <p:nvPr/>
          </p:nvSpPr>
          <p:spPr bwMode="auto">
            <a:xfrm>
              <a:off x="10551446" y="5349139"/>
              <a:ext cx="18214" cy="53340"/>
            </a:xfrm>
            <a:custGeom>
              <a:avLst/>
              <a:gdLst>
                <a:gd name="T0" fmla="*/ 8 w 8"/>
                <a:gd name="T1" fmla="*/ 4 h 22"/>
                <a:gd name="T2" fmla="*/ 4 w 8"/>
                <a:gd name="T3" fmla="*/ 0 h 22"/>
                <a:gd name="T4" fmla="*/ 0 w 8"/>
                <a:gd name="T5" fmla="*/ 4 h 22"/>
                <a:gd name="T6" fmla="*/ 0 w 8"/>
                <a:gd name="T7" fmla="*/ 22 h 22"/>
                <a:gd name="T8" fmla="*/ 8 w 8"/>
                <a:gd name="T9" fmla="*/ 22 h 22"/>
                <a:gd name="T10" fmla="*/ 8 w 8"/>
                <a:gd name="T11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2">
                  <a:moveTo>
                    <a:pt x="8" y="4"/>
                  </a:moveTo>
                  <a:cubicBezTo>
                    <a:pt x="8" y="1"/>
                    <a:pt x="6" y="0"/>
                    <a:pt x="4" y="0"/>
                  </a:cubicBezTo>
                  <a:cubicBezTo>
                    <a:pt x="1" y="0"/>
                    <a:pt x="0" y="1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8" y="22"/>
                    <a:pt x="8" y="22"/>
                    <a:pt x="8" y="22"/>
                  </a:cubicBezTo>
                  <a:lnTo>
                    <a:pt x="8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224280" y="2226945"/>
            <a:ext cx="1018921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en-US" altLang="zh-CN" sz="18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省公司党委</a:t>
            </a:r>
            <a:r>
              <a:rPr lang="zh-CN" altLang="en-US" sz="18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每年派员列席指导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不少于100个</a:t>
            </a:r>
            <a:r>
              <a:rPr lang="zh-CN" altLang="en-US" sz="18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党支部的学习研讨，覆盖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各板块、各群体</a:t>
            </a:r>
            <a:r>
              <a:rPr lang="zh-CN" altLang="en-US" sz="18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党员。</a:t>
            </a:r>
            <a:endPara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en-US" altLang="zh-CN" sz="18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2026</a:t>
            </a:r>
            <a:r>
              <a:rPr lang="zh-CN" altLang="en-US" sz="18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年省公司党委列席</a:t>
            </a:r>
            <a:r>
              <a:rPr lang="en-US" altLang="zh-CN" sz="18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131</a:t>
            </a:r>
            <a:r>
              <a:rPr lang="zh-CN" altLang="en-US" sz="18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个党支部。省公司党委列席后不能全覆盖的，由各市分公司党委兜底</a:t>
            </a:r>
            <a:endPara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None/>
            </a:pPr>
            <a:r>
              <a:rPr lang="en-US" altLang="zh-CN" sz="18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18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列席，实现对党支部列席督导全覆盖。</a:t>
            </a:r>
            <a:endPara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en-US" altLang="zh-CN" sz="18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8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列席人员采取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现场参加</a:t>
            </a:r>
            <a:r>
              <a:rPr lang="zh-CN" altLang="en-US" sz="18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视频连线</a:t>
            </a:r>
            <a:r>
              <a:rPr lang="zh-CN" altLang="en-US" sz="18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等方式列席党支部的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集中研讨</a:t>
            </a:r>
            <a:r>
              <a:rPr lang="zh-CN" altLang="en-US" sz="18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None/>
            </a:pPr>
            <a:endParaRPr lang="zh-CN" altLang="en-US" sz="18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None/>
            </a:pPr>
            <a:endParaRPr lang="zh-CN" altLang="en-US" sz="18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标题 4"/>
          <p:cNvSpPr>
            <a:spLocks noGrp="1"/>
          </p:cNvSpPr>
          <p:nvPr>
            <p:ph type="title"/>
          </p:nvPr>
        </p:nvSpPr>
        <p:spPr>
          <a:xfrm>
            <a:off x="271780" y="165100"/>
            <a:ext cx="8155940" cy="648970"/>
          </a:xfrm>
        </p:spPr>
        <p:txBody>
          <a:bodyPr/>
          <a:lstStyle/>
          <a:p>
            <a:r>
              <a:rPr lang="en-US" altLang="zh-CN" sz="4000" dirty="0">
                <a:solidFill>
                  <a:srgbClr val="C00000"/>
                </a:solidFill>
                <a:sym typeface="+mn-ea"/>
              </a:rPr>
              <a:t>3. </a:t>
            </a:r>
            <a:r>
              <a:rPr lang="en-US" altLang="zh-CN" dirty="0">
                <a:solidFill>
                  <a:srgbClr val="FF0000"/>
                </a:solidFill>
                <a:latin typeface="+mj-ea"/>
                <a:sym typeface="+mn-ea"/>
              </a:rPr>
              <a:t> </a:t>
            </a:r>
            <a:r>
              <a:rPr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基本培训机制</a:t>
            </a:r>
            <a:r>
              <a:rPr lang="zh-CN"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学习评估工作重点</a:t>
            </a:r>
            <a:endParaRPr lang="zh-CN" sz="2800" kern="120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Text2"/>
          <p:cNvSpPr txBox="1"/>
          <p:nvPr/>
        </p:nvSpPr>
        <p:spPr>
          <a:xfrm>
            <a:off x="948690" y="1231900"/>
            <a:ext cx="10294620" cy="730885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anchorCtr="0">
            <a:spAutoFit/>
          </a:bodyPr>
          <a:p>
            <a:pPr>
              <a:lnSpc>
                <a:spcPct val="130000"/>
              </a:lnSpc>
              <a:buSzPct val="25000"/>
              <a:defRPr/>
            </a:pPr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管理原则</a:t>
            </a:r>
            <a:endParaRPr 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/>
          <p:cNvSpPr>
            <a:spLocks noGrp="1"/>
          </p:cNvSpPr>
          <p:nvPr>
            <p:ph type="title"/>
          </p:nvPr>
        </p:nvSpPr>
        <p:spPr>
          <a:xfrm>
            <a:off x="271780" y="165100"/>
            <a:ext cx="8155940" cy="648970"/>
          </a:xfrm>
        </p:spPr>
        <p:txBody>
          <a:bodyPr/>
          <a:lstStyle/>
          <a:p>
            <a:r>
              <a:rPr lang="en-US" altLang="zh-CN" sz="4000" dirty="0">
                <a:solidFill>
                  <a:srgbClr val="C00000"/>
                </a:solidFill>
                <a:sym typeface="+mn-ea"/>
              </a:rPr>
              <a:t>3. </a:t>
            </a:r>
            <a:r>
              <a:rPr lang="en-US" altLang="zh-CN" dirty="0">
                <a:solidFill>
                  <a:srgbClr val="FF0000"/>
                </a:solidFill>
                <a:latin typeface="+mj-ea"/>
                <a:sym typeface="+mn-ea"/>
              </a:rPr>
              <a:t> </a:t>
            </a:r>
            <a:r>
              <a:rPr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基本培训机制</a:t>
            </a:r>
            <a:r>
              <a:rPr lang="zh-CN"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学习评估工作重点</a:t>
            </a:r>
            <a:endParaRPr lang="zh-CN" sz="2800" kern="120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6" name="Text2"/>
          <p:cNvSpPr txBox="1"/>
          <p:nvPr/>
        </p:nvSpPr>
        <p:spPr>
          <a:xfrm>
            <a:off x="948690" y="1231900"/>
            <a:ext cx="10294620" cy="730885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anchorCtr="0">
            <a:spAutoFit/>
          </a:bodyPr>
          <a:lstStyle/>
          <a:p>
            <a:pPr>
              <a:lnSpc>
                <a:spcPct val="130000"/>
              </a:lnSpc>
              <a:buSzPct val="25000"/>
              <a:defRPr/>
            </a:pPr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工作职责（</a:t>
            </a:r>
            <a:r>
              <a:rPr 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督导指导、学习评估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2991381" y="4497267"/>
            <a:ext cx="308776" cy="309652"/>
            <a:chOff x="1396546" y="5301003"/>
            <a:chExt cx="457940" cy="459241"/>
          </a:xfrm>
          <a:solidFill>
            <a:schemeClr val="bg1"/>
          </a:solidFill>
        </p:grpSpPr>
        <p:sp>
          <p:nvSpPr>
            <p:cNvPr id="69" name="Freeform 98"/>
            <p:cNvSpPr>
              <a:spLocks noEditPoints="1"/>
            </p:cNvSpPr>
            <p:nvPr/>
          </p:nvSpPr>
          <p:spPr bwMode="auto">
            <a:xfrm>
              <a:off x="1396546" y="5301003"/>
              <a:ext cx="312232" cy="408503"/>
            </a:xfrm>
            <a:custGeom>
              <a:avLst/>
              <a:gdLst>
                <a:gd name="T0" fmla="*/ 105 w 131"/>
                <a:gd name="T1" fmla="*/ 142 h 171"/>
                <a:gd name="T2" fmla="*/ 101 w 131"/>
                <a:gd name="T3" fmla="*/ 143 h 171"/>
                <a:gd name="T4" fmla="*/ 29 w 131"/>
                <a:gd name="T5" fmla="*/ 143 h 171"/>
                <a:gd name="T6" fmla="*/ 25 w 131"/>
                <a:gd name="T7" fmla="*/ 139 h 171"/>
                <a:gd name="T8" fmla="*/ 29 w 131"/>
                <a:gd name="T9" fmla="*/ 135 h 171"/>
                <a:gd name="T10" fmla="*/ 101 w 131"/>
                <a:gd name="T11" fmla="*/ 135 h 171"/>
                <a:gd name="T12" fmla="*/ 104 w 131"/>
                <a:gd name="T13" fmla="*/ 136 h 171"/>
                <a:gd name="T14" fmla="*/ 101 w 131"/>
                <a:gd name="T15" fmla="*/ 117 h 171"/>
                <a:gd name="T16" fmla="*/ 101 w 131"/>
                <a:gd name="T17" fmla="*/ 117 h 171"/>
                <a:gd name="T18" fmla="*/ 29 w 131"/>
                <a:gd name="T19" fmla="*/ 117 h 171"/>
                <a:gd name="T20" fmla="*/ 25 w 131"/>
                <a:gd name="T21" fmla="*/ 113 h 171"/>
                <a:gd name="T22" fmla="*/ 29 w 131"/>
                <a:gd name="T23" fmla="*/ 109 h 171"/>
                <a:gd name="T24" fmla="*/ 101 w 131"/>
                <a:gd name="T25" fmla="*/ 109 h 171"/>
                <a:gd name="T26" fmla="*/ 103 w 131"/>
                <a:gd name="T27" fmla="*/ 109 h 171"/>
                <a:gd name="T28" fmla="*/ 104 w 131"/>
                <a:gd name="T29" fmla="*/ 107 h 171"/>
                <a:gd name="T30" fmla="*/ 110 w 131"/>
                <a:gd name="T31" fmla="*/ 105 h 171"/>
                <a:gd name="T32" fmla="*/ 111 w 131"/>
                <a:gd name="T33" fmla="*/ 105 h 171"/>
                <a:gd name="T34" fmla="*/ 113 w 131"/>
                <a:gd name="T35" fmla="*/ 105 h 171"/>
                <a:gd name="T36" fmla="*/ 118 w 131"/>
                <a:gd name="T37" fmla="*/ 106 h 171"/>
                <a:gd name="T38" fmla="*/ 131 w 131"/>
                <a:gd name="T39" fmla="*/ 101 h 171"/>
                <a:gd name="T40" fmla="*/ 131 w 131"/>
                <a:gd name="T41" fmla="*/ 1 h 171"/>
                <a:gd name="T42" fmla="*/ 130 w 131"/>
                <a:gd name="T43" fmla="*/ 0 h 171"/>
                <a:gd name="T44" fmla="*/ 1 w 131"/>
                <a:gd name="T45" fmla="*/ 0 h 171"/>
                <a:gd name="T46" fmla="*/ 0 w 131"/>
                <a:gd name="T47" fmla="*/ 1 h 171"/>
                <a:gd name="T48" fmla="*/ 0 w 131"/>
                <a:gd name="T49" fmla="*/ 170 h 171"/>
                <a:gd name="T50" fmla="*/ 1 w 131"/>
                <a:gd name="T51" fmla="*/ 171 h 171"/>
                <a:gd name="T52" fmla="*/ 113 w 131"/>
                <a:gd name="T53" fmla="*/ 171 h 171"/>
                <a:gd name="T54" fmla="*/ 112 w 131"/>
                <a:gd name="T55" fmla="*/ 169 h 171"/>
                <a:gd name="T56" fmla="*/ 105 w 131"/>
                <a:gd name="T57" fmla="*/ 142 h 171"/>
                <a:gd name="T58" fmla="*/ 29 w 131"/>
                <a:gd name="T59" fmla="*/ 28 h 171"/>
                <a:gd name="T60" fmla="*/ 101 w 131"/>
                <a:gd name="T61" fmla="*/ 28 h 171"/>
                <a:gd name="T62" fmla="*/ 105 w 131"/>
                <a:gd name="T63" fmla="*/ 33 h 171"/>
                <a:gd name="T64" fmla="*/ 101 w 131"/>
                <a:gd name="T65" fmla="*/ 37 h 171"/>
                <a:gd name="T66" fmla="*/ 29 w 131"/>
                <a:gd name="T67" fmla="*/ 37 h 171"/>
                <a:gd name="T68" fmla="*/ 25 w 131"/>
                <a:gd name="T69" fmla="*/ 33 h 171"/>
                <a:gd name="T70" fmla="*/ 29 w 131"/>
                <a:gd name="T71" fmla="*/ 28 h 171"/>
                <a:gd name="T72" fmla="*/ 29 w 131"/>
                <a:gd name="T73" fmla="*/ 55 h 171"/>
                <a:gd name="T74" fmla="*/ 101 w 131"/>
                <a:gd name="T75" fmla="*/ 55 h 171"/>
                <a:gd name="T76" fmla="*/ 105 w 131"/>
                <a:gd name="T77" fmla="*/ 59 h 171"/>
                <a:gd name="T78" fmla="*/ 101 w 131"/>
                <a:gd name="T79" fmla="*/ 63 h 171"/>
                <a:gd name="T80" fmla="*/ 29 w 131"/>
                <a:gd name="T81" fmla="*/ 63 h 171"/>
                <a:gd name="T82" fmla="*/ 25 w 131"/>
                <a:gd name="T83" fmla="*/ 59 h 171"/>
                <a:gd name="T84" fmla="*/ 29 w 131"/>
                <a:gd name="T85" fmla="*/ 55 h 171"/>
                <a:gd name="T86" fmla="*/ 29 w 131"/>
                <a:gd name="T87" fmla="*/ 82 h 171"/>
                <a:gd name="T88" fmla="*/ 101 w 131"/>
                <a:gd name="T89" fmla="*/ 82 h 171"/>
                <a:gd name="T90" fmla="*/ 105 w 131"/>
                <a:gd name="T91" fmla="*/ 86 h 171"/>
                <a:gd name="T92" fmla="*/ 101 w 131"/>
                <a:gd name="T93" fmla="*/ 90 h 171"/>
                <a:gd name="T94" fmla="*/ 29 w 131"/>
                <a:gd name="T95" fmla="*/ 90 h 171"/>
                <a:gd name="T96" fmla="*/ 25 w 131"/>
                <a:gd name="T97" fmla="*/ 86 h 171"/>
                <a:gd name="T98" fmla="*/ 29 w 131"/>
                <a:gd name="T99" fmla="*/ 82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1" h="171">
                  <a:moveTo>
                    <a:pt x="105" y="142"/>
                  </a:moveTo>
                  <a:cubicBezTo>
                    <a:pt x="104" y="143"/>
                    <a:pt x="103" y="143"/>
                    <a:pt x="101" y="143"/>
                  </a:cubicBezTo>
                  <a:cubicBezTo>
                    <a:pt x="29" y="143"/>
                    <a:pt x="29" y="143"/>
                    <a:pt x="29" y="143"/>
                  </a:cubicBezTo>
                  <a:cubicBezTo>
                    <a:pt x="27" y="143"/>
                    <a:pt x="25" y="142"/>
                    <a:pt x="25" y="139"/>
                  </a:cubicBezTo>
                  <a:cubicBezTo>
                    <a:pt x="25" y="137"/>
                    <a:pt x="27" y="135"/>
                    <a:pt x="29" y="135"/>
                  </a:cubicBezTo>
                  <a:cubicBezTo>
                    <a:pt x="101" y="135"/>
                    <a:pt x="101" y="135"/>
                    <a:pt x="101" y="135"/>
                  </a:cubicBezTo>
                  <a:cubicBezTo>
                    <a:pt x="102" y="135"/>
                    <a:pt x="103" y="136"/>
                    <a:pt x="104" y="136"/>
                  </a:cubicBezTo>
                  <a:cubicBezTo>
                    <a:pt x="102" y="128"/>
                    <a:pt x="102" y="121"/>
                    <a:pt x="101" y="117"/>
                  </a:cubicBezTo>
                  <a:cubicBezTo>
                    <a:pt x="101" y="117"/>
                    <a:pt x="101" y="117"/>
                    <a:pt x="101" y="117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27" y="117"/>
                    <a:pt x="25" y="115"/>
                    <a:pt x="25" y="113"/>
                  </a:cubicBezTo>
                  <a:cubicBezTo>
                    <a:pt x="25" y="110"/>
                    <a:pt x="27" y="109"/>
                    <a:pt x="29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2" y="109"/>
                    <a:pt x="102" y="109"/>
                    <a:pt x="103" y="109"/>
                  </a:cubicBezTo>
                  <a:cubicBezTo>
                    <a:pt x="103" y="108"/>
                    <a:pt x="104" y="107"/>
                    <a:pt x="104" y="107"/>
                  </a:cubicBezTo>
                  <a:cubicBezTo>
                    <a:pt x="106" y="105"/>
                    <a:pt x="108" y="105"/>
                    <a:pt x="110" y="105"/>
                  </a:cubicBezTo>
                  <a:cubicBezTo>
                    <a:pt x="111" y="105"/>
                    <a:pt x="111" y="105"/>
                    <a:pt x="111" y="105"/>
                  </a:cubicBezTo>
                  <a:cubicBezTo>
                    <a:pt x="113" y="105"/>
                    <a:pt x="113" y="105"/>
                    <a:pt x="113" y="105"/>
                  </a:cubicBezTo>
                  <a:cubicBezTo>
                    <a:pt x="114" y="105"/>
                    <a:pt x="116" y="106"/>
                    <a:pt x="118" y="106"/>
                  </a:cubicBezTo>
                  <a:cubicBezTo>
                    <a:pt x="123" y="106"/>
                    <a:pt x="127" y="103"/>
                    <a:pt x="131" y="101"/>
                  </a:cubicBezTo>
                  <a:cubicBezTo>
                    <a:pt x="131" y="1"/>
                    <a:pt x="131" y="1"/>
                    <a:pt x="131" y="1"/>
                  </a:cubicBezTo>
                  <a:cubicBezTo>
                    <a:pt x="131" y="1"/>
                    <a:pt x="131" y="0"/>
                    <a:pt x="13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0" y="171"/>
                    <a:pt x="0" y="171"/>
                    <a:pt x="1" y="171"/>
                  </a:cubicBezTo>
                  <a:cubicBezTo>
                    <a:pt x="113" y="171"/>
                    <a:pt x="113" y="171"/>
                    <a:pt x="113" y="171"/>
                  </a:cubicBezTo>
                  <a:cubicBezTo>
                    <a:pt x="113" y="171"/>
                    <a:pt x="112" y="170"/>
                    <a:pt x="112" y="169"/>
                  </a:cubicBezTo>
                  <a:cubicBezTo>
                    <a:pt x="109" y="163"/>
                    <a:pt x="106" y="152"/>
                    <a:pt x="105" y="142"/>
                  </a:cubicBezTo>
                  <a:close/>
                  <a:moveTo>
                    <a:pt x="29" y="28"/>
                  </a:moveTo>
                  <a:cubicBezTo>
                    <a:pt x="101" y="28"/>
                    <a:pt x="101" y="28"/>
                    <a:pt x="101" y="28"/>
                  </a:cubicBezTo>
                  <a:cubicBezTo>
                    <a:pt x="104" y="28"/>
                    <a:pt x="105" y="30"/>
                    <a:pt x="105" y="33"/>
                  </a:cubicBezTo>
                  <a:cubicBezTo>
                    <a:pt x="105" y="35"/>
                    <a:pt x="104" y="37"/>
                    <a:pt x="101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7" y="37"/>
                    <a:pt x="25" y="35"/>
                    <a:pt x="25" y="33"/>
                  </a:cubicBezTo>
                  <a:cubicBezTo>
                    <a:pt x="25" y="30"/>
                    <a:pt x="27" y="28"/>
                    <a:pt x="29" y="28"/>
                  </a:cubicBezTo>
                  <a:close/>
                  <a:moveTo>
                    <a:pt x="29" y="55"/>
                  </a:moveTo>
                  <a:cubicBezTo>
                    <a:pt x="101" y="55"/>
                    <a:pt x="101" y="55"/>
                    <a:pt x="101" y="55"/>
                  </a:cubicBezTo>
                  <a:cubicBezTo>
                    <a:pt x="104" y="55"/>
                    <a:pt x="105" y="57"/>
                    <a:pt x="105" y="59"/>
                  </a:cubicBezTo>
                  <a:cubicBezTo>
                    <a:pt x="105" y="61"/>
                    <a:pt x="104" y="63"/>
                    <a:pt x="101" y="63"/>
                  </a:cubicBezTo>
                  <a:cubicBezTo>
                    <a:pt x="29" y="63"/>
                    <a:pt x="29" y="63"/>
                    <a:pt x="29" y="63"/>
                  </a:cubicBezTo>
                  <a:cubicBezTo>
                    <a:pt x="27" y="63"/>
                    <a:pt x="25" y="61"/>
                    <a:pt x="25" y="59"/>
                  </a:cubicBezTo>
                  <a:cubicBezTo>
                    <a:pt x="25" y="57"/>
                    <a:pt x="27" y="55"/>
                    <a:pt x="29" y="55"/>
                  </a:cubicBezTo>
                  <a:close/>
                  <a:moveTo>
                    <a:pt x="29" y="82"/>
                  </a:moveTo>
                  <a:cubicBezTo>
                    <a:pt x="101" y="82"/>
                    <a:pt x="101" y="82"/>
                    <a:pt x="101" y="82"/>
                  </a:cubicBezTo>
                  <a:cubicBezTo>
                    <a:pt x="104" y="82"/>
                    <a:pt x="105" y="84"/>
                    <a:pt x="105" y="86"/>
                  </a:cubicBezTo>
                  <a:cubicBezTo>
                    <a:pt x="105" y="88"/>
                    <a:pt x="104" y="90"/>
                    <a:pt x="101" y="90"/>
                  </a:cubicBezTo>
                  <a:cubicBezTo>
                    <a:pt x="29" y="90"/>
                    <a:pt x="29" y="90"/>
                    <a:pt x="29" y="90"/>
                  </a:cubicBezTo>
                  <a:cubicBezTo>
                    <a:pt x="27" y="90"/>
                    <a:pt x="25" y="88"/>
                    <a:pt x="25" y="86"/>
                  </a:cubicBezTo>
                  <a:cubicBezTo>
                    <a:pt x="25" y="84"/>
                    <a:pt x="27" y="82"/>
                    <a:pt x="29" y="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99"/>
            <p:cNvSpPr>
              <a:spLocks noEditPoints="1"/>
            </p:cNvSpPr>
            <p:nvPr/>
          </p:nvSpPr>
          <p:spPr bwMode="auto">
            <a:xfrm>
              <a:off x="1656739" y="5519565"/>
              <a:ext cx="197747" cy="240679"/>
            </a:xfrm>
            <a:custGeom>
              <a:avLst/>
              <a:gdLst>
                <a:gd name="T0" fmla="*/ 82 w 83"/>
                <a:gd name="T1" fmla="*/ 22 h 101"/>
                <a:gd name="T2" fmla="*/ 81 w 83"/>
                <a:gd name="T3" fmla="*/ 22 h 101"/>
                <a:gd name="T4" fmla="*/ 74 w 83"/>
                <a:gd name="T5" fmla="*/ 23 h 101"/>
                <a:gd name="T6" fmla="*/ 42 w 83"/>
                <a:gd name="T7" fmla="*/ 1 h 101"/>
                <a:gd name="T8" fmla="*/ 41 w 83"/>
                <a:gd name="T9" fmla="*/ 0 h 101"/>
                <a:gd name="T10" fmla="*/ 41 w 83"/>
                <a:gd name="T11" fmla="*/ 1 h 101"/>
                <a:gd name="T12" fmla="*/ 9 w 83"/>
                <a:gd name="T13" fmla="*/ 23 h 101"/>
                <a:gd name="T14" fmla="*/ 9 w 83"/>
                <a:gd name="T15" fmla="*/ 23 h 101"/>
                <a:gd name="T16" fmla="*/ 2 w 83"/>
                <a:gd name="T17" fmla="*/ 22 h 101"/>
                <a:gd name="T18" fmla="*/ 1 w 83"/>
                <a:gd name="T19" fmla="*/ 22 h 101"/>
                <a:gd name="T20" fmla="*/ 0 w 83"/>
                <a:gd name="T21" fmla="*/ 23 h 101"/>
                <a:gd name="T22" fmla="*/ 10 w 83"/>
                <a:gd name="T23" fmla="*/ 74 h 101"/>
                <a:gd name="T24" fmla="*/ 33 w 83"/>
                <a:gd name="T25" fmla="*/ 94 h 101"/>
                <a:gd name="T26" fmla="*/ 40 w 83"/>
                <a:gd name="T27" fmla="*/ 101 h 101"/>
                <a:gd name="T28" fmla="*/ 41 w 83"/>
                <a:gd name="T29" fmla="*/ 101 h 101"/>
                <a:gd name="T30" fmla="*/ 42 w 83"/>
                <a:gd name="T31" fmla="*/ 101 h 101"/>
                <a:gd name="T32" fmla="*/ 50 w 83"/>
                <a:gd name="T33" fmla="*/ 94 h 101"/>
                <a:gd name="T34" fmla="*/ 73 w 83"/>
                <a:gd name="T35" fmla="*/ 74 h 101"/>
                <a:gd name="T36" fmla="*/ 83 w 83"/>
                <a:gd name="T37" fmla="*/ 23 h 101"/>
                <a:gd name="T38" fmla="*/ 82 w 83"/>
                <a:gd name="T39" fmla="*/ 22 h 101"/>
                <a:gd name="T40" fmla="*/ 54 w 83"/>
                <a:gd name="T41" fmla="*/ 67 h 101"/>
                <a:gd name="T42" fmla="*/ 28 w 83"/>
                <a:gd name="T43" fmla="*/ 67 h 101"/>
                <a:gd name="T44" fmla="*/ 24 w 83"/>
                <a:gd name="T45" fmla="*/ 63 h 101"/>
                <a:gd name="T46" fmla="*/ 28 w 83"/>
                <a:gd name="T47" fmla="*/ 59 h 101"/>
                <a:gd name="T48" fmla="*/ 54 w 83"/>
                <a:gd name="T49" fmla="*/ 59 h 101"/>
                <a:gd name="T50" fmla="*/ 58 w 83"/>
                <a:gd name="T51" fmla="*/ 63 h 101"/>
                <a:gd name="T52" fmla="*/ 54 w 83"/>
                <a:gd name="T53" fmla="*/ 67 h 101"/>
                <a:gd name="T54" fmla="*/ 59 w 83"/>
                <a:gd name="T55" fmla="*/ 48 h 101"/>
                <a:gd name="T56" fmla="*/ 23 w 83"/>
                <a:gd name="T57" fmla="*/ 48 h 101"/>
                <a:gd name="T58" fmla="*/ 19 w 83"/>
                <a:gd name="T59" fmla="*/ 44 h 101"/>
                <a:gd name="T60" fmla="*/ 23 w 83"/>
                <a:gd name="T61" fmla="*/ 40 h 101"/>
                <a:gd name="T62" fmla="*/ 59 w 83"/>
                <a:gd name="T63" fmla="*/ 40 h 101"/>
                <a:gd name="T64" fmla="*/ 63 w 83"/>
                <a:gd name="T65" fmla="*/ 44 h 101"/>
                <a:gd name="T66" fmla="*/ 59 w 83"/>
                <a:gd name="T67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3" h="101">
                  <a:moveTo>
                    <a:pt x="82" y="22"/>
                  </a:moveTo>
                  <a:cubicBezTo>
                    <a:pt x="82" y="22"/>
                    <a:pt x="82" y="22"/>
                    <a:pt x="81" y="22"/>
                  </a:cubicBezTo>
                  <a:cubicBezTo>
                    <a:pt x="79" y="22"/>
                    <a:pt x="77" y="23"/>
                    <a:pt x="74" y="23"/>
                  </a:cubicBezTo>
                  <a:cubicBezTo>
                    <a:pt x="54" y="23"/>
                    <a:pt x="43" y="1"/>
                    <a:pt x="42" y="1"/>
                  </a:cubicBezTo>
                  <a:cubicBezTo>
                    <a:pt x="42" y="0"/>
                    <a:pt x="42" y="0"/>
                    <a:pt x="41" y="0"/>
                  </a:cubicBezTo>
                  <a:cubicBezTo>
                    <a:pt x="41" y="0"/>
                    <a:pt x="41" y="0"/>
                    <a:pt x="41" y="1"/>
                  </a:cubicBezTo>
                  <a:cubicBezTo>
                    <a:pt x="40" y="1"/>
                    <a:pt x="2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6" y="23"/>
                    <a:pt x="4" y="22"/>
                    <a:pt x="2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0" y="23"/>
                    <a:pt x="0" y="23"/>
                  </a:cubicBezTo>
                  <a:cubicBezTo>
                    <a:pt x="1" y="25"/>
                    <a:pt x="3" y="62"/>
                    <a:pt x="10" y="74"/>
                  </a:cubicBezTo>
                  <a:cubicBezTo>
                    <a:pt x="18" y="87"/>
                    <a:pt x="26" y="91"/>
                    <a:pt x="33" y="94"/>
                  </a:cubicBezTo>
                  <a:cubicBezTo>
                    <a:pt x="37" y="96"/>
                    <a:pt x="40" y="98"/>
                    <a:pt x="40" y="101"/>
                  </a:cubicBezTo>
                  <a:cubicBezTo>
                    <a:pt x="41" y="101"/>
                    <a:pt x="41" y="101"/>
                    <a:pt x="41" y="101"/>
                  </a:cubicBezTo>
                  <a:cubicBezTo>
                    <a:pt x="42" y="101"/>
                    <a:pt x="42" y="101"/>
                    <a:pt x="42" y="101"/>
                  </a:cubicBezTo>
                  <a:cubicBezTo>
                    <a:pt x="43" y="98"/>
                    <a:pt x="46" y="96"/>
                    <a:pt x="50" y="94"/>
                  </a:cubicBezTo>
                  <a:cubicBezTo>
                    <a:pt x="57" y="91"/>
                    <a:pt x="65" y="87"/>
                    <a:pt x="73" y="74"/>
                  </a:cubicBezTo>
                  <a:cubicBezTo>
                    <a:pt x="80" y="62"/>
                    <a:pt x="82" y="25"/>
                    <a:pt x="83" y="23"/>
                  </a:cubicBezTo>
                  <a:cubicBezTo>
                    <a:pt x="83" y="23"/>
                    <a:pt x="82" y="22"/>
                    <a:pt x="82" y="22"/>
                  </a:cubicBezTo>
                  <a:close/>
                  <a:moveTo>
                    <a:pt x="54" y="67"/>
                  </a:moveTo>
                  <a:cubicBezTo>
                    <a:pt x="28" y="67"/>
                    <a:pt x="28" y="67"/>
                    <a:pt x="28" y="67"/>
                  </a:cubicBezTo>
                  <a:cubicBezTo>
                    <a:pt x="25" y="67"/>
                    <a:pt x="24" y="66"/>
                    <a:pt x="24" y="63"/>
                  </a:cubicBezTo>
                  <a:cubicBezTo>
                    <a:pt x="24" y="61"/>
                    <a:pt x="25" y="59"/>
                    <a:pt x="28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7" y="59"/>
                    <a:pt x="58" y="61"/>
                    <a:pt x="58" y="63"/>
                  </a:cubicBezTo>
                  <a:cubicBezTo>
                    <a:pt x="58" y="66"/>
                    <a:pt x="57" y="67"/>
                    <a:pt x="54" y="67"/>
                  </a:cubicBezTo>
                  <a:close/>
                  <a:moveTo>
                    <a:pt x="59" y="48"/>
                  </a:moveTo>
                  <a:cubicBezTo>
                    <a:pt x="23" y="48"/>
                    <a:pt x="23" y="48"/>
                    <a:pt x="23" y="48"/>
                  </a:cubicBezTo>
                  <a:cubicBezTo>
                    <a:pt x="21" y="48"/>
                    <a:pt x="19" y="47"/>
                    <a:pt x="19" y="44"/>
                  </a:cubicBezTo>
                  <a:cubicBezTo>
                    <a:pt x="19" y="42"/>
                    <a:pt x="21" y="40"/>
                    <a:pt x="23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61" y="40"/>
                    <a:pt x="63" y="42"/>
                    <a:pt x="63" y="44"/>
                  </a:cubicBezTo>
                  <a:cubicBezTo>
                    <a:pt x="63" y="47"/>
                    <a:pt x="61" y="48"/>
                    <a:pt x="59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9672643" y="5856515"/>
            <a:ext cx="308776" cy="248248"/>
            <a:chOff x="10331583" y="5349139"/>
            <a:chExt cx="457940" cy="368173"/>
          </a:xfrm>
          <a:solidFill>
            <a:schemeClr val="bg1"/>
          </a:solidFill>
        </p:grpSpPr>
        <p:sp>
          <p:nvSpPr>
            <p:cNvPr id="75" name="Freeform 117"/>
            <p:cNvSpPr>
              <a:spLocks noEditPoints="1"/>
            </p:cNvSpPr>
            <p:nvPr/>
          </p:nvSpPr>
          <p:spPr bwMode="auto">
            <a:xfrm>
              <a:off x="10331583" y="5402478"/>
              <a:ext cx="457940" cy="314834"/>
            </a:xfrm>
            <a:custGeom>
              <a:avLst/>
              <a:gdLst>
                <a:gd name="T0" fmla="*/ 177 w 192"/>
                <a:gd name="T1" fmla="*/ 0 h 132"/>
                <a:gd name="T2" fmla="*/ 100 w 192"/>
                <a:gd name="T3" fmla="*/ 0 h 132"/>
                <a:gd name="T4" fmla="*/ 100 w 192"/>
                <a:gd name="T5" fmla="*/ 17 h 132"/>
                <a:gd name="T6" fmla="*/ 96 w 192"/>
                <a:gd name="T7" fmla="*/ 21 h 132"/>
                <a:gd name="T8" fmla="*/ 92 w 192"/>
                <a:gd name="T9" fmla="*/ 17 h 132"/>
                <a:gd name="T10" fmla="*/ 92 w 192"/>
                <a:gd name="T11" fmla="*/ 0 h 132"/>
                <a:gd name="T12" fmla="*/ 14 w 192"/>
                <a:gd name="T13" fmla="*/ 0 h 132"/>
                <a:gd name="T14" fmla="*/ 0 w 192"/>
                <a:gd name="T15" fmla="*/ 15 h 132"/>
                <a:gd name="T16" fmla="*/ 0 w 192"/>
                <a:gd name="T17" fmla="*/ 117 h 132"/>
                <a:gd name="T18" fmla="*/ 14 w 192"/>
                <a:gd name="T19" fmla="*/ 132 h 132"/>
                <a:gd name="T20" fmla="*/ 177 w 192"/>
                <a:gd name="T21" fmla="*/ 132 h 132"/>
                <a:gd name="T22" fmla="*/ 192 w 192"/>
                <a:gd name="T23" fmla="*/ 117 h 132"/>
                <a:gd name="T24" fmla="*/ 192 w 192"/>
                <a:gd name="T25" fmla="*/ 15 h 132"/>
                <a:gd name="T26" fmla="*/ 177 w 192"/>
                <a:gd name="T27" fmla="*/ 0 h 132"/>
                <a:gd name="T28" fmla="*/ 56 w 192"/>
                <a:gd name="T29" fmla="*/ 23 h 132"/>
                <a:gd name="T30" fmla="*/ 73 w 192"/>
                <a:gd name="T31" fmla="*/ 40 h 132"/>
                <a:gd name="T32" fmla="*/ 56 w 192"/>
                <a:gd name="T33" fmla="*/ 57 h 132"/>
                <a:gd name="T34" fmla="*/ 39 w 192"/>
                <a:gd name="T35" fmla="*/ 40 h 132"/>
                <a:gd name="T36" fmla="*/ 56 w 192"/>
                <a:gd name="T37" fmla="*/ 23 h 132"/>
                <a:gd name="T38" fmla="*/ 95 w 192"/>
                <a:gd name="T39" fmla="*/ 108 h 132"/>
                <a:gd name="T40" fmla="*/ 18 w 192"/>
                <a:gd name="T41" fmla="*/ 108 h 132"/>
                <a:gd name="T42" fmla="*/ 17 w 192"/>
                <a:gd name="T43" fmla="*/ 107 h 132"/>
                <a:gd name="T44" fmla="*/ 56 w 192"/>
                <a:gd name="T45" fmla="*/ 68 h 132"/>
                <a:gd name="T46" fmla="*/ 96 w 192"/>
                <a:gd name="T47" fmla="*/ 107 h 132"/>
                <a:gd name="T48" fmla="*/ 95 w 192"/>
                <a:gd name="T49" fmla="*/ 108 h 132"/>
                <a:gd name="T50" fmla="*/ 162 w 192"/>
                <a:gd name="T51" fmla="*/ 83 h 132"/>
                <a:gd name="T52" fmla="*/ 112 w 192"/>
                <a:gd name="T53" fmla="*/ 83 h 132"/>
                <a:gd name="T54" fmla="*/ 108 w 192"/>
                <a:gd name="T55" fmla="*/ 79 h 132"/>
                <a:gd name="T56" fmla="*/ 112 w 192"/>
                <a:gd name="T57" fmla="*/ 75 h 132"/>
                <a:gd name="T58" fmla="*/ 162 w 192"/>
                <a:gd name="T59" fmla="*/ 75 h 132"/>
                <a:gd name="T60" fmla="*/ 166 w 192"/>
                <a:gd name="T61" fmla="*/ 79 h 132"/>
                <a:gd name="T62" fmla="*/ 162 w 192"/>
                <a:gd name="T63" fmla="*/ 83 h 132"/>
                <a:gd name="T64" fmla="*/ 162 w 192"/>
                <a:gd name="T65" fmla="*/ 52 h 132"/>
                <a:gd name="T66" fmla="*/ 112 w 192"/>
                <a:gd name="T67" fmla="*/ 52 h 132"/>
                <a:gd name="T68" fmla="*/ 108 w 192"/>
                <a:gd name="T69" fmla="*/ 49 h 132"/>
                <a:gd name="T70" fmla="*/ 112 w 192"/>
                <a:gd name="T71" fmla="*/ 45 h 132"/>
                <a:gd name="T72" fmla="*/ 162 w 192"/>
                <a:gd name="T73" fmla="*/ 45 h 132"/>
                <a:gd name="T74" fmla="*/ 166 w 192"/>
                <a:gd name="T75" fmla="*/ 49 h 132"/>
                <a:gd name="T76" fmla="*/ 162 w 192"/>
                <a:gd name="T77" fmla="*/ 5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2" h="132">
                  <a:moveTo>
                    <a:pt x="177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17"/>
                    <a:pt x="100" y="17"/>
                    <a:pt x="100" y="17"/>
                  </a:cubicBezTo>
                  <a:cubicBezTo>
                    <a:pt x="100" y="19"/>
                    <a:pt x="98" y="21"/>
                    <a:pt x="96" y="21"/>
                  </a:cubicBezTo>
                  <a:cubicBezTo>
                    <a:pt x="93" y="21"/>
                    <a:pt x="92" y="19"/>
                    <a:pt x="92" y="1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25"/>
                    <a:pt x="6" y="132"/>
                    <a:pt x="14" y="132"/>
                  </a:cubicBezTo>
                  <a:cubicBezTo>
                    <a:pt x="177" y="132"/>
                    <a:pt x="177" y="132"/>
                    <a:pt x="177" y="132"/>
                  </a:cubicBezTo>
                  <a:cubicBezTo>
                    <a:pt x="185" y="132"/>
                    <a:pt x="192" y="125"/>
                    <a:pt x="192" y="117"/>
                  </a:cubicBezTo>
                  <a:cubicBezTo>
                    <a:pt x="192" y="15"/>
                    <a:pt x="192" y="15"/>
                    <a:pt x="192" y="15"/>
                  </a:cubicBezTo>
                  <a:cubicBezTo>
                    <a:pt x="192" y="7"/>
                    <a:pt x="185" y="0"/>
                    <a:pt x="177" y="0"/>
                  </a:cubicBezTo>
                  <a:close/>
                  <a:moveTo>
                    <a:pt x="56" y="23"/>
                  </a:moveTo>
                  <a:cubicBezTo>
                    <a:pt x="66" y="23"/>
                    <a:pt x="73" y="31"/>
                    <a:pt x="73" y="40"/>
                  </a:cubicBezTo>
                  <a:cubicBezTo>
                    <a:pt x="73" y="50"/>
                    <a:pt x="66" y="57"/>
                    <a:pt x="56" y="57"/>
                  </a:cubicBezTo>
                  <a:cubicBezTo>
                    <a:pt x="47" y="57"/>
                    <a:pt x="39" y="50"/>
                    <a:pt x="39" y="40"/>
                  </a:cubicBezTo>
                  <a:cubicBezTo>
                    <a:pt x="39" y="31"/>
                    <a:pt x="47" y="23"/>
                    <a:pt x="56" y="23"/>
                  </a:cubicBezTo>
                  <a:close/>
                  <a:moveTo>
                    <a:pt x="95" y="108"/>
                  </a:moveTo>
                  <a:cubicBezTo>
                    <a:pt x="18" y="108"/>
                    <a:pt x="18" y="108"/>
                    <a:pt x="18" y="108"/>
                  </a:cubicBezTo>
                  <a:cubicBezTo>
                    <a:pt x="17" y="108"/>
                    <a:pt x="17" y="108"/>
                    <a:pt x="17" y="107"/>
                  </a:cubicBezTo>
                  <a:cubicBezTo>
                    <a:pt x="17" y="86"/>
                    <a:pt x="34" y="68"/>
                    <a:pt x="56" y="68"/>
                  </a:cubicBezTo>
                  <a:cubicBezTo>
                    <a:pt x="78" y="68"/>
                    <a:pt x="96" y="86"/>
                    <a:pt x="96" y="107"/>
                  </a:cubicBezTo>
                  <a:cubicBezTo>
                    <a:pt x="96" y="108"/>
                    <a:pt x="95" y="108"/>
                    <a:pt x="95" y="108"/>
                  </a:cubicBezTo>
                  <a:close/>
                  <a:moveTo>
                    <a:pt x="162" y="83"/>
                  </a:moveTo>
                  <a:cubicBezTo>
                    <a:pt x="112" y="83"/>
                    <a:pt x="112" y="83"/>
                    <a:pt x="112" y="83"/>
                  </a:cubicBezTo>
                  <a:cubicBezTo>
                    <a:pt x="110" y="83"/>
                    <a:pt x="108" y="82"/>
                    <a:pt x="108" y="79"/>
                  </a:cubicBezTo>
                  <a:cubicBezTo>
                    <a:pt x="108" y="77"/>
                    <a:pt x="110" y="75"/>
                    <a:pt x="11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4" y="75"/>
                    <a:pt x="166" y="77"/>
                    <a:pt x="166" y="79"/>
                  </a:cubicBezTo>
                  <a:cubicBezTo>
                    <a:pt x="166" y="82"/>
                    <a:pt x="164" y="83"/>
                    <a:pt x="162" y="83"/>
                  </a:cubicBezTo>
                  <a:close/>
                  <a:moveTo>
                    <a:pt x="16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0" y="52"/>
                    <a:pt x="108" y="51"/>
                    <a:pt x="108" y="49"/>
                  </a:cubicBezTo>
                  <a:cubicBezTo>
                    <a:pt x="108" y="46"/>
                    <a:pt x="110" y="45"/>
                    <a:pt x="112" y="45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4" y="45"/>
                    <a:pt x="166" y="46"/>
                    <a:pt x="166" y="49"/>
                  </a:cubicBezTo>
                  <a:cubicBezTo>
                    <a:pt x="166" y="51"/>
                    <a:pt x="164" y="52"/>
                    <a:pt x="162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118"/>
            <p:cNvSpPr/>
            <p:nvPr/>
          </p:nvSpPr>
          <p:spPr bwMode="auto">
            <a:xfrm>
              <a:off x="10551446" y="5349139"/>
              <a:ext cx="18214" cy="53340"/>
            </a:xfrm>
            <a:custGeom>
              <a:avLst/>
              <a:gdLst>
                <a:gd name="T0" fmla="*/ 8 w 8"/>
                <a:gd name="T1" fmla="*/ 4 h 22"/>
                <a:gd name="T2" fmla="*/ 4 w 8"/>
                <a:gd name="T3" fmla="*/ 0 h 22"/>
                <a:gd name="T4" fmla="*/ 0 w 8"/>
                <a:gd name="T5" fmla="*/ 4 h 22"/>
                <a:gd name="T6" fmla="*/ 0 w 8"/>
                <a:gd name="T7" fmla="*/ 22 h 22"/>
                <a:gd name="T8" fmla="*/ 8 w 8"/>
                <a:gd name="T9" fmla="*/ 22 h 22"/>
                <a:gd name="T10" fmla="*/ 8 w 8"/>
                <a:gd name="T11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2">
                  <a:moveTo>
                    <a:pt x="8" y="4"/>
                  </a:moveTo>
                  <a:cubicBezTo>
                    <a:pt x="8" y="1"/>
                    <a:pt x="6" y="0"/>
                    <a:pt x="4" y="0"/>
                  </a:cubicBezTo>
                  <a:cubicBezTo>
                    <a:pt x="1" y="0"/>
                    <a:pt x="0" y="1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8" y="22"/>
                    <a:pt x="8" y="22"/>
                    <a:pt x="8" y="22"/>
                  </a:cubicBezTo>
                  <a:lnTo>
                    <a:pt x="8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480185" y="2176780"/>
            <a:ext cx="10368280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统筹谋划组织实施学习评估工作，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分季度制定列席计划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，按照计划列席党支部集中研讨，真实、客观记录集中学习研讨开展情况，对相关党支部组织集中学习研讨情况给出评价意见。 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深入了解列席单位落实基本培训机制过程中存在的问题，开展督导指导，推动各级党组织依照规范落实。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挖掘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推广基层党组织落实基本培训机制工作好的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典型经验做法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，以点带面促进整体工作质效提升。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及时向省公司汇报相关工作情况，报告基层党组织落实基本培训机制工作成效及存在问题， 提出工作建议。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/>
          <p:cNvSpPr>
            <a:spLocks noGrp="1"/>
          </p:cNvSpPr>
          <p:nvPr>
            <p:ph type="title"/>
          </p:nvPr>
        </p:nvSpPr>
        <p:spPr>
          <a:xfrm>
            <a:off x="271780" y="165100"/>
            <a:ext cx="8155940" cy="648970"/>
          </a:xfrm>
        </p:spPr>
        <p:txBody>
          <a:bodyPr/>
          <a:lstStyle/>
          <a:p>
            <a:r>
              <a:rPr lang="en-US" altLang="zh-CN" sz="4000" dirty="0">
                <a:solidFill>
                  <a:srgbClr val="C00000"/>
                </a:solidFill>
                <a:sym typeface="+mn-ea"/>
              </a:rPr>
              <a:t>3. </a:t>
            </a:r>
            <a:r>
              <a:rPr lang="en-US" altLang="zh-CN" dirty="0">
                <a:solidFill>
                  <a:srgbClr val="FF0000"/>
                </a:solidFill>
                <a:latin typeface="+mj-ea"/>
                <a:sym typeface="+mn-ea"/>
              </a:rPr>
              <a:t> </a:t>
            </a:r>
            <a:r>
              <a:rPr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基本培训机制</a:t>
            </a:r>
            <a:r>
              <a:rPr lang="zh-CN"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学习评估工作重点</a:t>
            </a:r>
            <a:endParaRPr lang="zh-CN" sz="2800" kern="120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6" name="Text2"/>
          <p:cNvSpPr txBox="1"/>
          <p:nvPr/>
        </p:nvSpPr>
        <p:spPr>
          <a:xfrm>
            <a:off x="948690" y="1231900"/>
            <a:ext cx="10294620" cy="730885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anchorCtr="0">
            <a:spAutoFit/>
          </a:bodyPr>
          <a:lstStyle/>
          <a:p>
            <a:pPr>
              <a:lnSpc>
                <a:spcPct val="130000"/>
              </a:lnSpc>
              <a:buSzPct val="25000"/>
              <a:defRPr/>
            </a:pPr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工作流程</a:t>
            </a:r>
            <a:endParaRPr 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2991381" y="4497267"/>
            <a:ext cx="308776" cy="309652"/>
            <a:chOff x="1396546" y="5301003"/>
            <a:chExt cx="457940" cy="459241"/>
          </a:xfrm>
          <a:solidFill>
            <a:schemeClr val="bg1"/>
          </a:solidFill>
        </p:grpSpPr>
        <p:sp>
          <p:nvSpPr>
            <p:cNvPr id="69" name="Freeform 98"/>
            <p:cNvSpPr>
              <a:spLocks noEditPoints="1"/>
            </p:cNvSpPr>
            <p:nvPr/>
          </p:nvSpPr>
          <p:spPr bwMode="auto">
            <a:xfrm>
              <a:off x="1396546" y="5301003"/>
              <a:ext cx="312232" cy="408503"/>
            </a:xfrm>
            <a:custGeom>
              <a:avLst/>
              <a:gdLst>
                <a:gd name="T0" fmla="*/ 105 w 131"/>
                <a:gd name="T1" fmla="*/ 142 h 171"/>
                <a:gd name="T2" fmla="*/ 101 w 131"/>
                <a:gd name="T3" fmla="*/ 143 h 171"/>
                <a:gd name="T4" fmla="*/ 29 w 131"/>
                <a:gd name="T5" fmla="*/ 143 h 171"/>
                <a:gd name="T6" fmla="*/ 25 w 131"/>
                <a:gd name="T7" fmla="*/ 139 h 171"/>
                <a:gd name="T8" fmla="*/ 29 w 131"/>
                <a:gd name="T9" fmla="*/ 135 h 171"/>
                <a:gd name="T10" fmla="*/ 101 w 131"/>
                <a:gd name="T11" fmla="*/ 135 h 171"/>
                <a:gd name="T12" fmla="*/ 104 w 131"/>
                <a:gd name="T13" fmla="*/ 136 h 171"/>
                <a:gd name="T14" fmla="*/ 101 w 131"/>
                <a:gd name="T15" fmla="*/ 117 h 171"/>
                <a:gd name="T16" fmla="*/ 101 w 131"/>
                <a:gd name="T17" fmla="*/ 117 h 171"/>
                <a:gd name="T18" fmla="*/ 29 w 131"/>
                <a:gd name="T19" fmla="*/ 117 h 171"/>
                <a:gd name="T20" fmla="*/ 25 w 131"/>
                <a:gd name="T21" fmla="*/ 113 h 171"/>
                <a:gd name="T22" fmla="*/ 29 w 131"/>
                <a:gd name="T23" fmla="*/ 109 h 171"/>
                <a:gd name="T24" fmla="*/ 101 w 131"/>
                <a:gd name="T25" fmla="*/ 109 h 171"/>
                <a:gd name="T26" fmla="*/ 103 w 131"/>
                <a:gd name="T27" fmla="*/ 109 h 171"/>
                <a:gd name="T28" fmla="*/ 104 w 131"/>
                <a:gd name="T29" fmla="*/ 107 h 171"/>
                <a:gd name="T30" fmla="*/ 110 w 131"/>
                <a:gd name="T31" fmla="*/ 105 h 171"/>
                <a:gd name="T32" fmla="*/ 111 w 131"/>
                <a:gd name="T33" fmla="*/ 105 h 171"/>
                <a:gd name="T34" fmla="*/ 113 w 131"/>
                <a:gd name="T35" fmla="*/ 105 h 171"/>
                <a:gd name="T36" fmla="*/ 118 w 131"/>
                <a:gd name="T37" fmla="*/ 106 h 171"/>
                <a:gd name="T38" fmla="*/ 131 w 131"/>
                <a:gd name="T39" fmla="*/ 101 h 171"/>
                <a:gd name="T40" fmla="*/ 131 w 131"/>
                <a:gd name="T41" fmla="*/ 1 h 171"/>
                <a:gd name="T42" fmla="*/ 130 w 131"/>
                <a:gd name="T43" fmla="*/ 0 h 171"/>
                <a:gd name="T44" fmla="*/ 1 w 131"/>
                <a:gd name="T45" fmla="*/ 0 h 171"/>
                <a:gd name="T46" fmla="*/ 0 w 131"/>
                <a:gd name="T47" fmla="*/ 1 h 171"/>
                <a:gd name="T48" fmla="*/ 0 w 131"/>
                <a:gd name="T49" fmla="*/ 170 h 171"/>
                <a:gd name="T50" fmla="*/ 1 w 131"/>
                <a:gd name="T51" fmla="*/ 171 h 171"/>
                <a:gd name="T52" fmla="*/ 113 w 131"/>
                <a:gd name="T53" fmla="*/ 171 h 171"/>
                <a:gd name="T54" fmla="*/ 112 w 131"/>
                <a:gd name="T55" fmla="*/ 169 h 171"/>
                <a:gd name="T56" fmla="*/ 105 w 131"/>
                <a:gd name="T57" fmla="*/ 142 h 171"/>
                <a:gd name="T58" fmla="*/ 29 w 131"/>
                <a:gd name="T59" fmla="*/ 28 h 171"/>
                <a:gd name="T60" fmla="*/ 101 w 131"/>
                <a:gd name="T61" fmla="*/ 28 h 171"/>
                <a:gd name="T62" fmla="*/ 105 w 131"/>
                <a:gd name="T63" fmla="*/ 33 h 171"/>
                <a:gd name="T64" fmla="*/ 101 w 131"/>
                <a:gd name="T65" fmla="*/ 37 h 171"/>
                <a:gd name="T66" fmla="*/ 29 w 131"/>
                <a:gd name="T67" fmla="*/ 37 h 171"/>
                <a:gd name="T68" fmla="*/ 25 w 131"/>
                <a:gd name="T69" fmla="*/ 33 h 171"/>
                <a:gd name="T70" fmla="*/ 29 w 131"/>
                <a:gd name="T71" fmla="*/ 28 h 171"/>
                <a:gd name="T72" fmla="*/ 29 w 131"/>
                <a:gd name="T73" fmla="*/ 55 h 171"/>
                <a:gd name="T74" fmla="*/ 101 w 131"/>
                <a:gd name="T75" fmla="*/ 55 h 171"/>
                <a:gd name="T76" fmla="*/ 105 w 131"/>
                <a:gd name="T77" fmla="*/ 59 h 171"/>
                <a:gd name="T78" fmla="*/ 101 w 131"/>
                <a:gd name="T79" fmla="*/ 63 h 171"/>
                <a:gd name="T80" fmla="*/ 29 w 131"/>
                <a:gd name="T81" fmla="*/ 63 h 171"/>
                <a:gd name="T82" fmla="*/ 25 w 131"/>
                <a:gd name="T83" fmla="*/ 59 h 171"/>
                <a:gd name="T84" fmla="*/ 29 w 131"/>
                <a:gd name="T85" fmla="*/ 55 h 171"/>
                <a:gd name="T86" fmla="*/ 29 w 131"/>
                <a:gd name="T87" fmla="*/ 82 h 171"/>
                <a:gd name="T88" fmla="*/ 101 w 131"/>
                <a:gd name="T89" fmla="*/ 82 h 171"/>
                <a:gd name="T90" fmla="*/ 105 w 131"/>
                <a:gd name="T91" fmla="*/ 86 h 171"/>
                <a:gd name="T92" fmla="*/ 101 w 131"/>
                <a:gd name="T93" fmla="*/ 90 h 171"/>
                <a:gd name="T94" fmla="*/ 29 w 131"/>
                <a:gd name="T95" fmla="*/ 90 h 171"/>
                <a:gd name="T96" fmla="*/ 25 w 131"/>
                <a:gd name="T97" fmla="*/ 86 h 171"/>
                <a:gd name="T98" fmla="*/ 29 w 131"/>
                <a:gd name="T99" fmla="*/ 82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1" h="171">
                  <a:moveTo>
                    <a:pt x="105" y="142"/>
                  </a:moveTo>
                  <a:cubicBezTo>
                    <a:pt x="104" y="143"/>
                    <a:pt x="103" y="143"/>
                    <a:pt x="101" y="143"/>
                  </a:cubicBezTo>
                  <a:cubicBezTo>
                    <a:pt x="29" y="143"/>
                    <a:pt x="29" y="143"/>
                    <a:pt x="29" y="143"/>
                  </a:cubicBezTo>
                  <a:cubicBezTo>
                    <a:pt x="27" y="143"/>
                    <a:pt x="25" y="142"/>
                    <a:pt x="25" y="139"/>
                  </a:cubicBezTo>
                  <a:cubicBezTo>
                    <a:pt x="25" y="137"/>
                    <a:pt x="27" y="135"/>
                    <a:pt x="29" y="135"/>
                  </a:cubicBezTo>
                  <a:cubicBezTo>
                    <a:pt x="101" y="135"/>
                    <a:pt x="101" y="135"/>
                    <a:pt x="101" y="135"/>
                  </a:cubicBezTo>
                  <a:cubicBezTo>
                    <a:pt x="102" y="135"/>
                    <a:pt x="103" y="136"/>
                    <a:pt x="104" y="136"/>
                  </a:cubicBezTo>
                  <a:cubicBezTo>
                    <a:pt x="102" y="128"/>
                    <a:pt x="102" y="121"/>
                    <a:pt x="101" y="117"/>
                  </a:cubicBezTo>
                  <a:cubicBezTo>
                    <a:pt x="101" y="117"/>
                    <a:pt x="101" y="117"/>
                    <a:pt x="101" y="117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27" y="117"/>
                    <a:pt x="25" y="115"/>
                    <a:pt x="25" y="113"/>
                  </a:cubicBezTo>
                  <a:cubicBezTo>
                    <a:pt x="25" y="110"/>
                    <a:pt x="27" y="109"/>
                    <a:pt x="29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2" y="109"/>
                    <a:pt x="102" y="109"/>
                    <a:pt x="103" y="109"/>
                  </a:cubicBezTo>
                  <a:cubicBezTo>
                    <a:pt x="103" y="108"/>
                    <a:pt x="104" y="107"/>
                    <a:pt x="104" y="107"/>
                  </a:cubicBezTo>
                  <a:cubicBezTo>
                    <a:pt x="106" y="105"/>
                    <a:pt x="108" y="105"/>
                    <a:pt x="110" y="105"/>
                  </a:cubicBezTo>
                  <a:cubicBezTo>
                    <a:pt x="111" y="105"/>
                    <a:pt x="111" y="105"/>
                    <a:pt x="111" y="105"/>
                  </a:cubicBezTo>
                  <a:cubicBezTo>
                    <a:pt x="113" y="105"/>
                    <a:pt x="113" y="105"/>
                    <a:pt x="113" y="105"/>
                  </a:cubicBezTo>
                  <a:cubicBezTo>
                    <a:pt x="114" y="105"/>
                    <a:pt x="116" y="106"/>
                    <a:pt x="118" y="106"/>
                  </a:cubicBezTo>
                  <a:cubicBezTo>
                    <a:pt x="123" y="106"/>
                    <a:pt x="127" y="103"/>
                    <a:pt x="131" y="101"/>
                  </a:cubicBezTo>
                  <a:cubicBezTo>
                    <a:pt x="131" y="1"/>
                    <a:pt x="131" y="1"/>
                    <a:pt x="131" y="1"/>
                  </a:cubicBezTo>
                  <a:cubicBezTo>
                    <a:pt x="131" y="1"/>
                    <a:pt x="131" y="0"/>
                    <a:pt x="13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0" y="171"/>
                    <a:pt x="0" y="171"/>
                    <a:pt x="1" y="171"/>
                  </a:cubicBezTo>
                  <a:cubicBezTo>
                    <a:pt x="113" y="171"/>
                    <a:pt x="113" y="171"/>
                    <a:pt x="113" y="171"/>
                  </a:cubicBezTo>
                  <a:cubicBezTo>
                    <a:pt x="113" y="171"/>
                    <a:pt x="112" y="170"/>
                    <a:pt x="112" y="169"/>
                  </a:cubicBezTo>
                  <a:cubicBezTo>
                    <a:pt x="109" y="163"/>
                    <a:pt x="106" y="152"/>
                    <a:pt x="105" y="142"/>
                  </a:cubicBezTo>
                  <a:close/>
                  <a:moveTo>
                    <a:pt x="29" y="28"/>
                  </a:moveTo>
                  <a:cubicBezTo>
                    <a:pt x="101" y="28"/>
                    <a:pt x="101" y="28"/>
                    <a:pt x="101" y="28"/>
                  </a:cubicBezTo>
                  <a:cubicBezTo>
                    <a:pt x="104" y="28"/>
                    <a:pt x="105" y="30"/>
                    <a:pt x="105" y="33"/>
                  </a:cubicBezTo>
                  <a:cubicBezTo>
                    <a:pt x="105" y="35"/>
                    <a:pt x="104" y="37"/>
                    <a:pt x="101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7" y="37"/>
                    <a:pt x="25" y="35"/>
                    <a:pt x="25" y="33"/>
                  </a:cubicBezTo>
                  <a:cubicBezTo>
                    <a:pt x="25" y="30"/>
                    <a:pt x="27" y="28"/>
                    <a:pt x="29" y="28"/>
                  </a:cubicBezTo>
                  <a:close/>
                  <a:moveTo>
                    <a:pt x="29" y="55"/>
                  </a:moveTo>
                  <a:cubicBezTo>
                    <a:pt x="101" y="55"/>
                    <a:pt x="101" y="55"/>
                    <a:pt x="101" y="55"/>
                  </a:cubicBezTo>
                  <a:cubicBezTo>
                    <a:pt x="104" y="55"/>
                    <a:pt x="105" y="57"/>
                    <a:pt x="105" y="59"/>
                  </a:cubicBezTo>
                  <a:cubicBezTo>
                    <a:pt x="105" y="61"/>
                    <a:pt x="104" y="63"/>
                    <a:pt x="101" y="63"/>
                  </a:cubicBezTo>
                  <a:cubicBezTo>
                    <a:pt x="29" y="63"/>
                    <a:pt x="29" y="63"/>
                    <a:pt x="29" y="63"/>
                  </a:cubicBezTo>
                  <a:cubicBezTo>
                    <a:pt x="27" y="63"/>
                    <a:pt x="25" y="61"/>
                    <a:pt x="25" y="59"/>
                  </a:cubicBezTo>
                  <a:cubicBezTo>
                    <a:pt x="25" y="57"/>
                    <a:pt x="27" y="55"/>
                    <a:pt x="29" y="55"/>
                  </a:cubicBezTo>
                  <a:close/>
                  <a:moveTo>
                    <a:pt x="29" y="82"/>
                  </a:moveTo>
                  <a:cubicBezTo>
                    <a:pt x="101" y="82"/>
                    <a:pt x="101" y="82"/>
                    <a:pt x="101" y="82"/>
                  </a:cubicBezTo>
                  <a:cubicBezTo>
                    <a:pt x="104" y="82"/>
                    <a:pt x="105" y="84"/>
                    <a:pt x="105" y="86"/>
                  </a:cubicBezTo>
                  <a:cubicBezTo>
                    <a:pt x="105" y="88"/>
                    <a:pt x="104" y="90"/>
                    <a:pt x="101" y="90"/>
                  </a:cubicBezTo>
                  <a:cubicBezTo>
                    <a:pt x="29" y="90"/>
                    <a:pt x="29" y="90"/>
                    <a:pt x="29" y="90"/>
                  </a:cubicBezTo>
                  <a:cubicBezTo>
                    <a:pt x="27" y="90"/>
                    <a:pt x="25" y="88"/>
                    <a:pt x="25" y="86"/>
                  </a:cubicBezTo>
                  <a:cubicBezTo>
                    <a:pt x="25" y="84"/>
                    <a:pt x="27" y="82"/>
                    <a:pt x="29" y="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99"/>
            <p:cNvSpPr>
              <a:spLocks noEditPoints="1"/>
            </p:cNvSpPr>
            <p:nvPr/>
          </p:nvSpPr>
          <p:spPr bwMode="auto">
            <a:xfrm>
              <a:off x="1656739" y="5519565"/>
              <a:ext cx="197747" cy="240679"/>
            </a:xfrm>
            <a:custGeom>
              <a:avLst/>
              <a:gdLst>
                <a:gd name="T0" fmla="*/ 82 w 83"/>
                <a:gd name="T1" fmla="*/ 22 h 101"/>
                <a:gd name="T2" fmla="*/ 81 w 83"/>
                <a:gd name="T3" fmla="*/ 22 h 101"/>
                <a:gd name="T4" fmla="*/ 74 w 83"/>
                <a:gd name="T5" fmla="*/ 23 h 101"/>
                <a:gd name="T6" fmla="*/ 42 w 83"/>
                <a:gd name="T7" fmla="*/ 1 h 101"/>
                <a:gd name="T8" fmla="*/ 41 w 83"/>
                <a:gd name="T9" fmla="*/ 0 h 101"/>
                <a:gd name="T10" fmla="*/ 41 w 83"/>
                <a:gd name="T11" fmla="*/ 1 h 101"/>
                <a:gd name="T12" fmla="*/ 9 w 83"/>
                <a:gd name="T13" fmla="*/ 23 h 101"/>
                <a:gd name="T14" fmla="*/ 9 w 83"/>
                <a:gd name="T15" fmla="*/ 23 h 101"/>
                <a:gd name="T16" fmla="*/ 2 w 83"/>
                <a:gd name="T17" fmla="*/ 22 h 101"/>
                <a:gd name="T18" fmla="*/ 1 w 83"/>
                <a:gd name="T19" fmla="*/ 22 h 101"/>
                <a:gd name="T20" fmla="*/ 0 w 83"/>
                <a:gd name="T21" fmla="*/ 23 h 101"/>
                <a:gd name="T22" fmla="*/ 10 w 83"/>
                <a:gd name="T23" fmla="*/ 74 h 101"/>
                <a:gd name="T24" fmla="*/ 33 w 83"/>
                <a:gd name="T25" fmla="*/ 94 h 101"/>
                <a:gd name="T26" fmla="*/ 40 w 83"/>
                <a:gd name="T27" fmla="*/ 101 h 101"/>
                <a:gd name="T28" fmla="*/ 41 w 83"/>
                <a:gd name="T29" fmla="*/ 101 h 101"/>
                <a:gd name="T30" fmla="*/ 42 w 83"/>
                <a:gd name="T31" fmla="*/ 101 h 101"/>
                <a:gd name="T32" fmla="*/ 50 w 83"/>
                <a:gd name="T33" fmla="*/ 94 h 101"/>
                <a:gd name="T34" fmla="*/ 73 w 83"/>
                <a:gd name="T35" fmla="*/ 74 h 101"/>
                <a:gd name="T36" fmla="*/ 83 w 83"/>
                <a:gd name="T37" fmla="*/ 23 h 101"/>
                <a:gd name="T38" fmla="*/ 82 w 83"/>
                <a:gd name="T39" fmla="*/ 22 h 101"/>
                <a:gd name="T40" fmla="*/ 54 w 83"/>
                <a:gd name="T41" fmla="*/ 67 h 101"/>
                <a:gd name="T42" fmla="*/ 28 w 83"/>
                <a:gd name="T43" fmla="*/ 67 h 101"/>
                <a:gd name="T44" fmla="*/ 24 w 83"/>
                <a:gd name="T45" fmla="*/ 63 h 101"/>
                <a:gd name="T46" fmla="*/ 28 w 83"/>
                <a:gd name="T47" fmla="*/ 59 h 101"/>
                <a:gd name="T48" fmla="*/ 54 w 83"/>
                <a:gd name="T49" fmla="*/ 59 h 101"/>
                <a:gd name="T50" fmla="*/ 58 w 83"/>
                <a:gd name="T51" fmla="*/ 63 h 101"/>
                <a:gd name="T52" fmla="*/ 54 w 83"/>
                <a:gd name="T53" fmla="*/ 67 h 101"/>
                <a:gd name="T54" fmla="*/ 59 w 83"/>
                <a:gd name="T55" fmla="*/ 48 h 101"/>
                <a:gd name="T56" fmla="*/ 23 w 83"/>
                <a:gd name="T57" fmla="*/ 48 h 101"/>
                <a:gd name="T58" fmla="*/ 19 w 83"/>
                <a:gd name="T59" fmla="*/ 44 h 101"/>
                <a:gd name="T60" fmla="*/ 23 w 83"/>
                <a:gd name="T61" fmla="*/ 40 h 101"/>
                <a:gd name="T62" fmla="*/ 59 w 83"/>
                <a:gd name="T63" fmla="*/ 40 h 101"/>
                <a:gd name="T64" fmla="*/ 63 w 83"/>
                <a:gd name="T65" fmla="*/ 44 h 101"/>
                <a:gd name="T66" fmla="*/ 59 w 83"/>
                <a:gd name="T67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3" h="101">
                  <a:moveTo>
                    <a:pt x="82" y="22"/>
                  </a:moveTo>
                  <a:cubicBezTo>
                    <a:pt x="82" y="22"/>
                    <a:pt x="82" y="22"/>
                    <a:pt x="81" y="22"/>
                  </a:cubicBezTo>
                  <a:cubicBezTo>
                    <a:pt x="79" y="22"/>
                    <a:pt x="77" y="23"/>
                    <a:pt x="74" y="23"/>
                  </a:cubicBezTo>
                  <a:cubicBezTo>
                    <a:pt x="54" y="23"/>
                    <a:pt x="43" y="1"/>
                    <a:pt x="42" y="1"/>
                  </a:cubicBezTo>
                  <a:cubicBezTo>
                    <a:pt x="42" y="0"/>
                    <a:pt x="42" y="0"/>
                    <a:pt x="41" y="0"/>
                  </a:cubicBezTo>
                  <a:cubicBezTo>
                    <a:pt x="41" y="0"/>
                    <a:pt x="41" y="0"/>
                    <a:pt x="41" y="1"/>
                  </a:cubicBezTo>
                  <a:cubicBezTo>
                    <a:pt x="40" y="1"/>
                    <a:pt x="2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6" y="23"/>
                    <a:pt x="4" y="22"/>
                    <a:pt x="2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0" y="23"/>
                    <a:pt x="0" y="23"/>
                  </a:cubicBezTo>
                  <a:cubicBezTo>
                    <a:pt x="1" y="25"/>
                    <a:pt x="3" y="62"/>
                    <a:pt x="10" y="74"/>
                  </a:cubicBezTo>
                  <a:cubicBezTo>
                    <a:pt x="18" y="87"/>
                    <a:pt x="26" y="91"/>
                    <a:pt x="33" y="94"/>
                  </a:cubicBezTo>
                  <a:cubicBezTo>
                    <a:pt x="37" y="96"/>
                    <a:pt x="40" y="98"/>
                    <a:pt x="40" y="101"/>
                  </a:cubicBezTo>
                  <a:cubicBezTo>
                    <a:pt x="41" y="101"/>
                    <a:pt x="41" y="101"/>
                    <a:pt x="41" y="101"/>
                  </a:cubicBezTo>
                  <a:cubicBezTo>
                    <a:pt x="42" y="101"/>
                    <a:pt x="42" y="101"/>
                    <a:pt x="42" y="101"/>
                  </a:cubicBezTo>
                  <a:cubicBezTo>
                    <a:pt x="43" y="98"/>
                    <a:pt x="46" y="96"/>
                    <a:pt x="50" y="94"/>
                  </a:cubicBezTo>
                  <a:cubicBezTo>
                    <a:pt x="57" y="91"/>
                    <a:pt x="65" y="87"/>
                    <a:pt x="73" y="74"/>
                  </a:cubicBezTo>
                  <a:cubicBezTo>
                    <a:pt x="80" y="62"/>
                    <a:pt x="82" y="25"/>
                    <a:pt x="83" y="23"/>
                  </a:cubicBezTo>
                  <a:cubicBezTo>
                    <a:pt x="83" y="23"/>
                    <a:pt x="82" y="22"/>
                    <a:pt x="82" y="22"/>
                  </a:cubicBezTo>
                  <a:close/>
                  <a:moveTo>
                    <a:pt x="54" y="67"/>
                  </a:moveTo>
                  <a:cubicBezTo>
                    <a:pt x="28" y="67"/>
                    <a:pt x="28" y="67"/>
                    <a:pt x="28" y="67"/>
                  </a:cubicBezTo>
                  <a:cubicBezTo>
                    <a:pt x="25" y="67"/>
                    <a:pt x="24" y="66"/>
                    <a:pt x="24" y="63"/>
                  </a:cubicBezTo>
                  <a:cubicBezTo>
                    <a:pt x="24" y="61"/>
                    <a:pt x="25" y="59"/>
                    <a:pt x="28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7" y="59"/>
                    <a:pt x="58" y="61"/>
                    <a:pt x="58" y="63"/>
                  </a:cubicBezTo>
                  <a:cubicBezTo>
                    <a:pt x="58" y="66"/>
                    <a:pt x="57" y="67"/>
                    <a:pt x="54" y="67"/>
                  </a:cubicBezTo>
                  <a:close/>
                  <a:moveTo>
                    <a:pt x="59" y="48"/>
                  </a:moveTo>
                  <a:cubicBezTo>
                    <a:pt x="23" y="48"/>
                    <a:pt x="23" y="48"/>
                    <a:pt x="23" y="48"/>
                  </a:cubicBezTo>
                  <a:cubicBezTo>
                    <a:pt x="21" y="48"/>
                    <a:pt x="19" y="47"/>
                    <a:pt x="19" y="44"/>
                  </a:cubicBezTo>
                  <a:cubicBezTo>
                    <a:pt x="19" y="42"/>
                    <a:pt x="21" y="40"/>
                    <a:pt x="23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61" y="40"/>
                    <a:pt x="63" y="42"/>
                    <a:pt x="63" y="44"/>
                  </a:cubicBezTo>
                  <a:cubicBezTo>
                    <a:pt x="63" y="47"/>
                    <a:pt x="61" y="48"/>
                    <a:pt x="59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9672643" y="5856515"/>
            <a:ext cx="308776" cy="248248"/>
            <a:chOff x="10331583" y="5349139"/>
            <a:chExt cx="457940" cy="368173"/>
          </a:xfrm>
          <a:solidFill>
            <a:schemeClr val="bg1"/>
          </a:solidFill>
        </p:grpSpPr>
        <p:sp>
          <p:nvSpPr>
            <p:cNvPr id="75" name="Freeform 117"/>
            <p:cNvSpPr>
              <a:spLocks noEditPoints="1"/>
            </p:cNvSpPr>
            <p:nvPr/>
          </p:nvSpPr>
          <p:spPr bwMode="auto">
            <a:xfrm>
              <a:off x="10331583" y="5402478"/>
              <a:ext cx="457940" cy="314834"/>
            </a:xfrm>
            <a:custGeom>
              <a:avLst/>
              <a:gdLst>
                <a:gd name="T0" fmla="*/ 177 w 192"/>
                <a:gd name="T1" fmla="*/ 0 h 132"/>
                <a:gd name="T2" fmla="*/ 100 w 192"/>
                <a:gd name="T3" fmla="*/ 0 h 132"/>
                <a:gd name="T4" fmla="*/ 100 w 192"/>
                <a:gd name="T5" fmla="*/ 17 h 132"/>
                <a:gd name="T6" fmla="*/ 96 w 192"/>
                <a:gd name="T7" fmla="*/ 21 h 132"/>
                <a:gd name="T8" fmla="*/ 92 w 192"/>
                <a:gd name="T9" fmla="*/ 17 h 132"/>
                <a:gd name="T10" fmla="*/ 92 w 192"/>
                <a:gd name="T11" fmla="*/ 0 h 132"/>
                <a:gd name="T12" fmla="*/ 14 w 192"/>
                <a:gd name="T13" fmla="*/ 0 h 132"/>
                <a:gd name="T14" fmla="*/ 0 w 192"/>
                <a:gd name="T15" fmla="*/ 15 h 132"/>
                <a:gd name="T16" fmla="*/ 0 w 192"/>
                <a:gd name="T17" fmla="*/ 117 h 132"/>
                <a:gd name="T18" fmla="*/ 14 w 192"/>
                <a:gd name="T19" fmla="*/ 132 h 132"/>
                <a:gd name="T20" fmla="*/ 177 w 192"/>
                <a:gd name="T21" fmla="*/ 132 h 132"/>
                <a:gd name="T22" fmla="*/ 192 w 192"/>
                <a:gd name="T23" fmla="*/ 117 h 132"/>
                <a:gd name="T24" fmla="*/ 192 w 192"/>
                <a:gd name="T25" fmla="*/ 15 h 132"/>
                <a:gd name="T26" fmla="*/ 177 w 192"/>
                <a:gd name="T27" fmla="*/ 0 h 132"/>
                <a:gd name="T28" fmla="*/ 56 w 192"/>
                <a:gd name="T29" fmla="*/ 23 h 132"/>
                <a:gd name="T30" fmla="*/ 73 w 192"/>
                <a:gd name="T31" fmla="*/ 40 h 132"/>
                <a:gd name="T32" fmla="*/ 56 w 192"/>
                <a:gd name="T33" fmla="*/ 57 h 132"/>
                <a:gd name="T34" fmla="*/ 39 w 192"/>
                <a:gd name="T35" fmla="*/ 40 h 132"/>
                <a:gd name="T36" fmla="*/ 56 w 192"/>
                <a:gd name="T37" fmla="*/ 23 h 132"/>
                <a:gd name="T38" fmla="*/ 95 w 192"/>
                <a:gd name="T39" fmla="*/ 108 h 132"/>
                <a:gd name="T40" fmla="*/ 18 w 192"/>
                <a:gd name="T41" fmla="*/ 108 h 132"/>
                <a:gd name="T42" fmla="*/ 17 w 192"/>
                <a:gd name="T43" fmla="*/ 107 h 132"/>
                <a:gd name="T44" fmla="*/ 56 w 192"/>
                <a:gd name="T45" fmla="*/ 68 h 132"/>
                <a:gd name="T46" fmla="*/ 96 w 192"/>
                <a:gd name="T47" fmla="*/ 107 h 132"/>
                <a:gd name="T48" fmla="*/ 95 w 192"/>
                <a:gd name="T49" fmla="*/ 108 h 132"/>
                <a:gd name="T50" fmla="*/ 162 w 192"/>
                <a:gd name="T51" fmla="*/ 83 h 132"/>
                <a:gd name="T52" fmla="*/ 112 w 192"/>
                <a:gd name="T53" fmla="*/ 83 h 132"/>
                <a:gd name="T54" fmla="*/ 108 w 192"/>
                <a:gd name="T55" fmla="*/ 79 h 132"/>
                <a:gd name="T56" fmla="*/ 112 w 192"/>
                <a:gd name="T57" fmla="*/ 75 h 132"/>
                <a:gd name="T58" fmla="*/ 162 w 192"/>
                <a:gd name="T59" fmla="*/ 75 h 132"/>
                <a:gd name="T60" fmla="*/ 166 w 192"/>
                <a:gd name="T61" fmla="*/ 79 h 132"/>
                <a:gd name="T62" fmla="*/ 162 w 192"/>
                <a:gd name="T63" fmla="*/ 83 h 132"/>
                <a:gd name="T64" fmla="*/ 162 w 192"/>
                <a:gd name="T65" fmla="*/ 52 h 132"/>
                <a:gd name="T66" fmla="*/ 112 w 192"/>
                <a:gd name="T67" fmla="*/ 52 h 132"/>
                <a:gd name="T68" fmla="*/ 108 w 192"/>
                <a:gd name="T69" fmla="*/ 49 h 132"/>
                <a:gd name="T70" fmla="*/ 112 w 192"/>
                <a:gd name="T71" fmla="*/ 45 h 132"/>
                <a:gd name="T72" fmla="*/ 162 w 192"/>
                <a:gd name="T73" fmla="*/ 45 h 132"/>
                <a:gd name="T74" fmla="*/ 166 w 192"/>
                <a:gd name="T75" fmla="*/ 49 h 132"/>
                <a:gd name="T76" fmla="*/ 162 w 192"/>
                <a:gd name="T77" fmla="*/ 5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2" h="132">
                  <a:moveTo>
                    <a:pt x="177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17"/>
                    <a:pt x="100" y="17"/>
                    <a:pt x="100" y="17"/>
                  </a:cubicBezTo>
                  <a:cubicBezTo>
                    <a:pt x="100" y="19"/>
                    <a:pt x="98" y="21"/>
                    <a:pt x="96" y="21"/>
                  </a:cubicBezTo>
                  <a:cubicBezTo>
                    <a:pt x="93" y="21"/>
                    <a:pt x="92" y="19"/>
                    <a:pt x="92" y="1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25"/>
                    <a:pt x="6" y="132"/>
                    <a:pt x="14" y="132"/>
                  </a:cubicBezTo>
                  <a:cubicBezTo>
                    <a:pt x="177" y="132"/>
                    <a:pt x="177" y="132"/>
                    <a:pt x="177" y="132"/>
                  </a:cubicBezTo>
                  <a:cubicBezTo>
                    <a:pt x="185" y="132"/>
                    <a:pt x="192" y="125"/>
                    <a:pt x="192" y="117"/>
                  </a:cubicBezTo>
                  <a:cubicBezTo>
                    <a:pt x="192" y="15"/>
                    <a:pt x="192" y="15"/>
                    <a:pt x="192" y="15"/>
                  </a:cubicBezTo>
                  <a:cubicBezTo>
                    <a:pt x="192" y="7"/>
                    <a:pt x="185" y="0"/>
                    <a:pt x="177" y="0"/>
                  </a:cubicBezTo>
                  <a:close/>
                  <a:moveTo>
                    <a:pt x="56" y="23"/>
                  </a:moveTo>
                  <a:cubicBezTo>
                    <a:pt x="66" y="23"/>
                    <a:pt x="73" y="31"/>
                    <a:pt x="73" y="40"/>
                  </a:cubicBezTo>
                  <a:cubicBezTo>
                    <a:pt x="73" y="50"/>
                    <a:pt x="66" y="57"/>
                    <a:pt x="56" y="57"/>
                  </a:cubicBezTo>
                  <a:cubicBezTo>
                    <a:pt x="47" y="57"/>
                    <a:pt x="39" y="50"/>
                    <a:pt x="39" y="40"/>
                  </a:cubicBezTo>
                  <a:cubicBezTo>
                    <a:pt x="39" y="31"/>
                    <a:pt x="47" y="23"/>
                    <a:pt x="56" y="23"/>
                  </a:cubicBezTo>
                  <a:close/>
                  <a:moveTo>
                    <a:pt x="95" y="108"/>
                  </a:moveTo>
                  <a:cubicBezTo>
                    <a:pt x="18" y="108"/>
                    <a:pt x="18" y="108"/>
                    <a:pt x="18" y="108"/>
                  </a:cubicBezTo>
                  <a:cubicBezTo>
                    <a:pt x="17" y="108"/>
                    <a:pt x="17" y="108"/>
                    <a:pt x="17" y="107"/>
                  </a:cubicBezTo>
                  <a:cubicBezTo>
                    <a:pt x="17" y="86"/>
                    <a:pt x="34" y="68"/>
                    <a:pt x="56" y="68"/>
                  </a:cubicBezTo>
                  <a:cubicBezTo>
                    <a:pt x="78" y="68"/>
                    <a:pt x="96" y="86"/>
                    <a:pt x="96" y="107"/>
                  </a:cubicBezTo>
                  <a:cubicBezTo>
                    <a:pt x="96" y="108"/>
                    <a:pt x="95" y="108"/>
                    <a:pt x="95" y="108"/>
                  </a:cubicBezTo>
                  <a:close/>
                  <a:moveTo>
                    <a:pt x="162" y="83"/>
                  </a:moveTo>
                  <a:cubicBezTo>
                    <a:pt x="112" y="83"/>
                    <a:pt x="112" y="83"/>
                    <a:pt x="112" y="83"/>
                  </a:cubicBezTo>
                  <a:cubicBezTo>
                    <a:pt x="110" y="83"/>
                    <a:pt x="108" y="82"/>
                    <a:pt x="108" y="79"/>
                  </a:cubicBezTo>
                  <a:cubicBezTo>
                    <a:pt x="108" y="77"/>
                    <a:pt x="110" y="75"/>
                    <a:pt x="11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4" y="75"/>
                    <a:pt x="166" y="77"/>
                    <a:pt x="166" y="79"/>
                  </a:cubicBezTo>
                  <a:cubicBezTo>
                    <a:pt x="166" y="82"/>
                    <a:pt x="164" y="83"/>
                    <a:pt x="162" y="83"/>
                  </a:cubicBezTo>
                  <a:close/>
                  <a:moveTo>
                    <a:pt x="16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0" y="52"/>
                    <a:pt x="108" y="51"/>
                    <a:pt x="108" y="49"/>
                  </a:cubicBezTo>
                  <a:cubicBezTo>
                    <a:pt x="108" y="46"/>
                    <a:pt x="110" y="45"/>
                    <a:pt x="112" y="45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4" y="45"/>
                    <a:pt x="166" y="46"/>
                    <a:pt x="166" y="49"/>
                  </a:cubicBezTo>
                  <a:cubicBezTo>
                    <a:pt x="166" y="51"/>
                    <a:pt x="164" y="52"/>
                    <a:pt x="162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118"/>
            <p:cNvSpPr/>
            <p:nvPr/>
          </p:nvSpPr>
          <p:spPr bwMode="auto">
            <a:xfrm>
              <a:off x="10551446" y="5349139"/>
              <a:ext cx="18214" cy="53340"/>
            </a:xfrm>
            <a:custGeom>
              <a:avLst/>
              <a:gdLst>
                <a:gd name="T0" fmla="*/ 8 w 8"/>
                <a:gd name="T1" fmla="*/ 4 h 22"/>
                <a:gd name="T2" fmla="*/ 4 w 8"/>
                <a:gd name="T3" fmla="*/ 0 h 22"/>
                <a:gd name="T4" fmla="*/ 0 w 8"/>
                <a:gd name="T5" fmla="*/ 4 h 22"/>
                <a:gd name="T6" fmla="*/ 0 w 8"/>
                <a:gd name="T7" fmla="*/ 22 h 22"/>
                <a:gd name="T8" fmla="*/ 8 w 8"/>
                <a:gd name="T9" fmla="*/ 22 h 22"/>
                <a:gd name="T10" fmla="*/ 8 w 8"/>
                <a:gd name="T11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2">
                  <a:moveTo>
                    <a:pt x="8" y="4"/>
                  </a:moveTo>
                  <a:cubicBezTo>
                    <a:pt x="8" y="1"/>
                    <a:pt x="6" y="0"/>
                    <a:pt x="4" y="0"/>
                  </a:cubicBezTo>
                  <a:cubicBezTo>
                    <a:pt x="1" y="0"/>
                    <a:pt x="0" y="1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8" y="22"/>
                    <a:pt x="8" y="22"/>
                    <a:pt x="8" y="22"/>
                  </a:cubicBezTo>
                  <a:lnTo>
                    <a:pt x="8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480185" y="2176780"/>
            <a:ext cx="1036828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发布列席计划。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学习评估组向指定的列席单位发布列席计划。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明确列席安排。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学习研讨前，学习评估组与被列席党支部沟通确定列席时间、方式；被列席党支部制定学习、研讨计划报上一级党委和学习评估组备案。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按照计划列席。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学习评估组到党支部列席集中研讨。 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收集措施清单。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学习评估组指导督促所列席党支部根据研讨情况制定推进工作的《措施清单》，了解掌握学用转化情况。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提交列席报告。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学习评估组根据列席情况，撰写列席工作报告（有模板），提交至省公司公司党建工作部。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阶段工作总结。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省公司党建工作部根据列席工作报告，并结合平时了解情况，对党组织落实基本培训机制工作进行研判，形成阶段性工作总结。  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/>
          <p:cNvSpPr>
            <a:spLocks noGrp="1"/>
          </p:cNvSpPr>
          <p:nvPr>
            <p:ph type="title"/>
          </p:nvPr>
        </p:nvSpPr>
        <p:spPr>
          <a:xfrm>
            <a:off x="271780" y="165100"/>
            <a:ext cx="8155940" cy="648970"/>
          </a:xfrm>
        </p:spPr>
        <p:txBody>
          <a:bodyPr/>
          <a:lstStyle/>
          <a:p>
            <a:r>
              <a:rPr lang="en-US" altLang="zh-CN" sz="4000" dirty="0">
                <a:solidFill>
                  <a:srgbClr val="C00000"/>
                </a:solidFill>
                <a:sym typeface="+mn-ea"/>
              </a:rPr>
              <a:t>3. </a:t>
            </a:r>
            <a:r>
              <a:rPr lang="en-US" altLang="zh-CN" dirty="0">
                <a:solidFill>
                  <a:srgbClr val="FF0000"/>
                </a:solidFill>
                <a:latin typeface="+mj-ea"/>
                <a:sym typeface="+mn-ea"/>
              </a:rPr>
              <a:t> </a:t>
            </a:r>
            <a:r>
              <a:rPr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基本培训机制</a:t>
            </a:r>
            <a:r>
              <a:rPr lang="zh-CN" sz="2800" kern="12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学习评估工作重点</a:t>
            </a:r>
            <a:endParaRPr lang="zh-CN" sz="2800" kern="120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6" name="Text2"/>
          <p:cNvSpPr txBox="1"/>
          <p:nvPr/>
        </p:nvSpPr>
        <p:spPr>
          <a:xfrm>
            <a:off x="948690" y="1231900"/>
            <a:ext cx="10294620" cy="730885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anchorCtr="0">
            <a:spAutoFit/>
          </a:bodyPr>
          <a:lstStyle/>
          <a:p>
            <a:pPr>
              <a:lnSpc>
                <a:spcPct val="130000"/>
              </a:lnSpc>
              <a:buSzPct val="25000"/>
              <a:defRPr/>
            </a:pPr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四</a:t>
            </a:r>
            <a:r>
              <a:rPr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工作要求</a:t>
            </a:r>
            <a:endParaRPr 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2991381" y="4497267"/>
            <a:ext cx="308776" cy="309652"/>
            <a:chOff x="1396546" y="5301003"/>
            <a:chExt cx="457940" cy="459241"/>
          </a:xfrm>
          <a:solidFill>
            <a:schemeClr val="bg1"/>
          </a:solidFill>
        </p:grpSpPr>
        <p:sp>
          <p:nvSpPr>
            <p:cNvPr id="69" name="Freeform 98"/>
            <p:cNvSpPr>
              <a:spLocks noEditPoints="1"/>
            </p:cNvSpPr>
            <p:nvPr/>
          </p:nvSpPr>
          <p:spPr bwMode="auto">
            <a:xfrm>
              <a:off x="1396546" y="5301003"/>
              <a:ext cx="312232" cy="408503"/>
            </a:xfrm>
            <a:custGeom>
              <a:avLst/>
              <a:gdLst>
                <a:gd name="T0" fmla="*/ 105 w 131"/>
                <a:gd name="T1" fmla="*/ 142 h 171"/>
                <a:gd name="T2" fmla="*/ 101 w 131"/>
                <a:gd name="T3" fmla="*/ 143 h 171"/>
                <a:gd name="T4" fmla="*/ 29 w 131"/>
                <a:gd name="T5" fmla="*/ 143 h 171"/>
                <a:gd name="T6" fmla="*/ 25 w 131"/>
                <a:gd name="T7" fmla="*/ 139 h 171"/>
                <a:gd name="T8" fmla="*/ 29 w 131"/>
                <a:gd name="T9" fmla="*/ 135 h 171"/>
                <a:gd name="T10" fmla="*/ 101 w 131"/>
                <a:gd name="T11" fmla="*/ 135 h 171"/>
                <a:gd name="T12" fmla="*/ 104 w 131"/>
                <a:gd name="T13" fmla="*/ 136 h 171"/>
                <a:gd name="T14" fmla="*/ 101 w 131"/>
                <a:gd name="T15" fmla="*/ 117 h 171"/>
                <a:gd name="T16" fmla="*/ 101 w 131"/>
                <a:gd name="T17" fmla="*/ 117 h 171"/>
                <a:gd name="T18" fmla="*/ 29 w 131"/>
                <a:gd name="T19" fmla="*/ 117 h 171"/>
                <a:gd name="T20" fmla="*/ 25 w 131"/>
                <a:gd name="T21" fmla="*/ 113 h 171"/>
                <a:gd name="T22" fmla="*/ 29 w 131"/>
                <a:gd name="T23" fmla="*/ 109 h 171"/>
                <a:gd name="T24" fmla="*/ 101 w 131"/>
                <a:gd name="T25" fmla="*/ 109 h 171"/>
                <a:gd name="T26" fmla="*/ 103 w 131"/>
                <a:gd name="T27" fmla="*/ 109 h 171"/>
                <a:gd name="T28" fmla="*/ 104 w 131"/>
                <a:gd name="T29" fmla="*/ 107 h 171"/>
                <a:gd name="T30" fmla="*/ 110 w 131"/>
                <a:gd name="T31" fmla="*/ 105 h 171"/>
                <a:gd name="T32" fmla="*/ 111 w 131"/>
                <a:gd name="T33" fmla="*/ 105 h 171"/>
                <a:gd name="T34" fmla="*/ 113 w 131"/>
                <a:gd name="T35" fmla="*/ 105 h 171"/>
                <a:gd name="T36" fmla="*/ 118 w 131"/>
                <a:gd name="T37" fmla="*/ 106 h 171"/>
                <a:gd name="T38" fmla="*/ 131 w 131"/>
                <a:gd name="T39" fmla="*/ 101 h 171"/>
                <a:gd name="T40" fmla="*/ 131 w 131"/>
                <a:gd name="T41" fmla="*/ 1 h 171"/>
                <a:gd name="T42" fmla="*/ 130 w 131"/>
                <a:gd name="T43" fmla="*/ 0 h 171"/>
                <a:gd name="T44" fmla="*/ 1 w 131"/>
                <a:gd name="T45" fmla="*/ 0 h 171"/>
                <a:gd name="T46" fmla="*/ 0 w 131"/>
                <a:gd name="T47" fmla="*/ 1 h 171"/>
                <a:gd name="T48" fmla="*/ 0 w 131"/>
                <a:gd name="T49" fmla="*/ 170 h 171"/>
                <a:gd name="T50" fmla="*/ 1 w 131"/>
                <a:gd name="T51" fmla="*/ 171 h 171"/>
                <a:gd name="T52" fmla="*/ 113 w 131"/>
                <a:gd name="T53" fmla="*/ 171 h 171"/>
                <a:gd name="T54" fmla="*/ 112 w 131"/>
                <a:gd name="T55" fmla="*/ 169 h 171"/>
                <a:gd name="T56" fmla="*/ 105 w 131"/>
                <a:gd name="T57" fmla="*/ 142 h 171"/>
                <a:gd name="T58" fmla="*/ 29 w 131"/>
                <a:gd name="T59" fmla="*/ 28 h 171"/>
                <a:gd name="T60" fmla="*/ 101 w 131"/>
                <a:gd name="T61" fmla="*/ 28 h 171"/>
                <a:gd name="T62" fmla="*/ 105 w 131"/>
                <a:gd name="T63" fmla="*/ 33 h 171"/>
                <a:gd name="T64" fmla="*/ 101 w 131"/>
                <a:gd name="T65" fmla="*/ 37 h 171"/>
                <a:gd name="T66" fmla="*/ 29 w 131"/>
                <a:gd name="T67" fmla="*/ 37 h 171"/>
                <a:gd name="T68" fmla="*/ 25 w 131"/>
                <a:gd name="T69" fmla="*/ 33 h 171"/>
                <a:gd name="T70" fmla="*/ 29 w 131"/>
                <a:gd name="T71" fmla="*/ 28 h 171"/>
                <a:gd name="T72" fmla="*/ 29 w 131"/>
                <a:gd name="T73" fmla="*/ 55 h 171"/>
                <a:gd name="T74" fmla="*/ 101 w 131"/>
                <a:gd name="T75" fmla="*/ 55 h 171"/>
                <a:gd name="T76" fmla="*/ 105 w 131"/>
                <a:gd name="T77" fmla="*/ 59 h 171"/>
                <a:gd name="T78" fmla="*/ 101 w 131"/>
                <a:gd name="T79" fmla="*/ 63 h 171"/>
                <a:gd name="T80" fmla="*/ 29 w 131"/>
                <a:gd name="T81" fmla="*/ 63 h 171"/>
                <a:gd name="T82" fmla="*/ 25 w 131"/>
                <a:gd name="T83" fmla="*/ 59 h 171"/>
                <a:gd name="T84" fmla="*/ 29 w 131"/>
                <a:gd name="T85" fmla="*/ 55 h 171"/>
                <a:gd name="T86" fmla="*/ 29 w 131"/>
                <a:gd name="T87" fmla="*/ 82 h 171"/>
                <a:gd name="T88" fmla="*/ 101 w 131"/>
                <a:gd name="T89" fmla="*/ 82 h 171"/>
                <a:gd name="T90" fmla="*/ 105 w 131"/>
                <a:gd name="T91" fmla="*/ 86 h 171"/>
                <a:gd name="T92" fmla="*/ 101 w 131"/>
                <a:gd name="T93" fmla="*/ 90 h 171"/>
                <a:gd name="T94" fmla="*/ 29 w 131"/>
                <a:gd name="T95" fmla="*/ 90 h 171"/>
                <a:gd name="T96" fmla="*/ 25 w 131"/>
                <a:gd name="T97" fmla="*/ 86 h 171"/>
                <a:gd name="T98" fmla="*/ 29 w 131"/>
                <a:gd name="T99" fmla="*/ 82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1" h="171">
                  <a:moveTo>
                    <a:pt x="105" y="142"/>
                  </a:moveTo>
                  <a:cubicBezTo>
                    <a:pt x="104" y="143"/>
                    <a:pt x="103" y="143"/>
                    <a:pt x="101" y="143"/>
                  </a:cubicBezTo>
                  <a:cubicBezTo>
                    <a:pt x="29" y="143"/>
                    <a:pt x="29" y="143"/>
                    <a:pt x="29" y="143"/>
                  </a:cubicBezTo>
                  <a:cubicBezTo>
                    <a:pt x="27" y="143"/>
                    <a:pt x="25" y="142"/>
                    <a:pt x="25" y="139"/>
                  </a:cubicBezTo>
                  <a:cubicBezTo>
                    <a:pt x="25" y="137"/>
                    <a:pt x="27" y="135"/>
                    <a:pt x="29" y="135"/>
                  </a:cubicBezTo>
                  <a:cubicBezTo>
                    <a:pt x="101" y="135"/>
                    <a:pt x="101" y="135"/>
                    <a:pt x="101" y="135"/>
                  </a:cubicBezTo>
                  <a:cubicBezTo>
                    <a:pt x="102" y="135"/>
                    <a:pt x="103" y="136"/>
                    <a:pt x="104" y="136"/>
                  </a:cubicBezTo>
                  <a:cubicBezTo>
                    <a:pt x="102" y="128"/>
                    <a:pt x="102" y="121"/>
                    <a:pt x="101" y="117"/>
                  </a:cubicBezTo>
                  <a:cubicBezTo>
                    <a:pt x="101" y="117"/>
                    <a:pt x="101" y="117"/>
                    <a:pt x="101" y="117"/>
                  </a:cubicBezTo>
                  <a:cubicBezTo>
                    <a:pt x="29" y="117"/>
                    <a:pt x="29" y="117"/>
                    <a:pt x="29" y="117"/>
                  </a:cubicBezTo>
                  <a:cubicBezTo>
                    <a:pt x="27" y="117"/>
                    <a:pt x="25" y="115"/>
                    <a:pt x="25" y="113"/>
                  </a:cubicBezTo>
                  <a:cubicBezTo>
                    <a:pt x="25" y="110"/>
                    <a:pt x="27" y="109"/>
                    <a:pt x="29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2" y="109"/>
                    <a:pt x="102" y="109"/>
                    <a:pt x="103" y="109"/>
                  </a:cubicBezTo>
                  <a:cubicBezTo>
                    <a:pt x="103" y="108"/>
                    <a:pt x="104" y="107"/>
                    <a:pt x="104" y="107"/>
                  </a:cubicBezTo>
                  <a:cubicBezTo>
                    <a:pt x="106" y="105"/>
                    <a:pt x="108" y="105"/>
                    <a:pt x="110" y="105"/>
                  </a:cubicBezTo>
                  <a:cubicBezTo>
                    <a:pt x="111" y="105"/>
                    <a:pt x="111" y="105"/>
                    <a:pt x="111" y="105"/>
                  </a:cubicBezTo>
                  <a:cubicBezTo>
                    <a:pt x="113" y="105"/>
                    <a:pt x="113" y="105"/>
                    <a:pt x="113" y="105"/>
                  </a:cubicBezTo>
                  <a:cubicBezTo>
                    <a:pt x="114" y="105"/>
                    <a:pt x="116" y="106"/>
                    <a:pt x="118" y="106"/>
                  </a:cubicBezTo>
                  <a:cubicBezTo>
                    <a:pt x="123" y="106"/>
                    <a:pt x="127" y="103"/>
                    <a:pt x="131" y="101"/>
                  </a:cubicBezTo>
                  <a:cubicBezTo>
                    <a:pt x="131" y="1"/>
                    <a:pt x="131" y="1"/>
                    <a:pt x="131" y="1"/>
                  </a:cubicBezTo>
                  <a:cubicBezTo>
                    <a:pt x="131" y="1"/>
                    <a:pt x="131" y="0"/>
                    <a:pt x="13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0" y="171"/>
                    <a:pt x="0" y="171"/>
                    <a:pt x="1" y="171"/>
                  </a:cubicBezTo>
                  <a:cubicBezTo>
                    <a:pt x="113" y="171"/>
                    <a:pt x="113" y="171"/>
                    <a:pt x="113" y="171"/>
                  </a:cubicBezTo>
                  <a:cubicBezTo>
                    <a:pt x="113" y="171"/>
                    <a:pt x="112" y="170"/>
                    <a:pt x="112" y="169"/>
                  </a:cubicBezTo>
                  <a:cubicBezTo>
                    <a:pt x="109" y="163"/>
                    <a:pt x="106" y="152"/>
                    <a:pt x="105" y="142"/>
                  </a:cubicBezTo>
                  <a:close/>
                  <a:moveTo>
                    <a:pt x="29" y="28"/>
                  </a:moveTo>
                  <a:cubicBezTo>
                    <a:pt x="101" y="28"/>
                    <a:pt x="101" y="28"/>
                    <a:pt x="101" y="28"/>
                  </a:cubicBezTo>
                  <a:cubicBezTo>
                    <a:pt x="104" y="28"/>
                    <a:pt x="105" y="30"/>
                    <a:pt x="105" y="33"/>
                  </a:cubicBezTo>
                  <a:cubicBezTo>
                    <a:pt x="105" y="35"/>
                    <a:pt x="104" y="37"/>
                    <a:pt x="101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7" y="37"/>
                    <a:pt x="25" y="35"/>
                    <a:pt x="25" y="33"/>
                  </a:cubicBezTo>
                  <a:cubicBezTo>
                    <a:pt x="25" y="30"/>
                    <a:pt x="27" y="28"/>
                    <a:pt x="29" y="28"/>
                  </a:cubicBezTo>
                  <a:close/>
                  <a:moveTo>
                    <a:pt x="29" y="55"/>
                  </a:moveTo>
                  <a:cubicBezTo>
                    <a:pt x="101" y="55"/>
                    <a:pt x="101" y="55"/>
                    <a:pt x="101" y="55"/>
                  </a:cubicBezTo>
                  <a:cubicBezTo>
                    <a:pt x="104" y="55"/>
                    <a:pt x="105" y="57"/>
                    <a:pt x="105" y="59"/>
                  </a:cubicBezTo>
                  <a:cubicBezTo>
                    <a:pt x="105" y="61"/>
                    <a:pt x="104" y="63"/>
                    <a:pt x="101" y="63"/>
                  </a:cubicBezTo>
                  <a:cubicBezTo>
                    <a:pt x="29" y="63"/>
                    <a:pt x="29" y="63"/>
                    <a:pt x="29" y="63"/>
                  </a:cubicBezTo>
                  <a:cubicBezTo>
                    <a:pt x="27" y="63"/>
                    <a:pt x="25" y="61"/>
                    <a:pt x="25" y="59"/>
                  </a:cubicBezTo>
                  <a:cubicBezTo>
                    <a:pt x="25" y="57"/>
                    <a:pt x="27" y="55"/>
                    <a:pt x="29" y="55"/>
                  </a:cubicBezTo>
                  <a:close/>
                  <a:moveTo>
                    <a:pt x="29" y="82"/>
                  </a:moveTo>
                  <a:cubicBezTo>
                    <a:pt x="101" y="82"/>
                    <a:pt x="101" y="82"/>
                    <a:pt x="101" y="82"/>
                  </a:cubicBezTo>
                  <a:cubicBezTo>
                    <a:pt x="104" y="82"/>
                    <a:pt x="105" y="84"/>
                    <a:pt x="105" y="86"/>
                  </a:cubicBezTo>
                  <a:cubicBezTo>
                    <a:pt x="105" y="88"/>
                    <a:pt x="104" y="90"/>
                    <a:pt x="101" y="90"/>
                  </a:cubicBezTo>
                  <a:cubicBezTo>
                    <a:pt x="29" y="90"/>
                    <a:pt x="29" y="90"/>
                    <a:pt x="29" y="90"/>
                  </a:cubicBezTo>
                  <a:cubicBezTo>
                    <a:pt x="27" y="90"/>
                    <a:pt x="25" y="88"/>
                    <a:pt x="25" y="86"/>
                  </a:cubicBezTo>
                  <a:cubicBezTo>
                    <a:pt x="25" y="84"/>
                    <a:pt x="27" y="82"/>
                    <a:pt x="29" y="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99"/>
            <p:cNvSpPr>
              <a:spLocks noEditPoints="1"/>
            </p:cNvSpPr>
            <p:nvPr/>
          </p:nvSpPr>
          <p:spPr bwMode="auto">
            <a:xfrm>
              <a:off x="1656739" y="5519565"/>
              <a:ext cx="197747" cy="240679"/>
            </a:xfrm>
            <a:custGeom>
              <a:avLst/>
              <a:gdLst>
                <a:gd name="T0" fmla="*/ 82 w 83"/>
                <a:gd name="T1" fmla="*/ 22 h 101"/>
                <a:gd name="T2" fmla="*/ 81 w 83"/>
                <a:gd name="T3" fmla="*/ 22 h 101"/>
                <a:gd name="T4" fmla="*/ 74 w 83"/>
                <a:gd name="T5" fmla="*/ 23 h 101"/>
                <a:gd name="T6" fmla="*/ 42 w 83"/>
                <a:gd name="T7" fmla="*/ 1 h 101"/>
                <a:gd name="T8" fmla="*/ 41 w 83"/>
                <a:gd name="T9" fmla="*/ 0 h 101"/>
                <a:gd name="T10" fmla="*/ 41 w 83"/>
                <a:gd name="T11" fmla="*/ 1 h 101"/>
                <a:gd name="T12" fmla="*/ 9 w 83"/>
                <a:gd name="T13" fmla="*/ 23 h 101"/>
                <a:gd name="T14" fmla="*/ 9 w 83"/>
                <a:gd name="T15" fmla="*/ 23 h 101"/>
                <a:gd name="T16" fmla="*/ 2 w 83"/>
                <a:gd name="T17" fmla="*/ 22 h 101"/>
                <a:gd name="T18" fmla="*/ 1 w 83"/>
                <a:gd name="T19" fmla="*/ 22 h 101"/>
                <a:gd name="T20" fmla="*/ 0 w 83"/>
                <a:gd name="T21" fmla="*/ 23 h 101"/>
                <a:gd name="T22" fmla="*/ 10 w 83"/>
                <a:gd name="T23" fmla="*/ 74 h 101"/>
                <a:gd name="T24" fmla="*/ 33 w 83"/>
                <a:gd name="T25" fmla="*/ 94 h 101"/>
                <a:gd name="T26" fmla="*/ 40 w 83"/>
                <a:gd name="T27" fmla="*/ 101 h 101"/>
                <a:gd name="T28" fmla="*/ 41 w 83"/>
                <a:gd name="T29" fmla="*/ 101 h 101"/>
                <a:gd name="T30" fmla="*/ 42 w 83"/>
                <a:gd name="T31" fmla="*/ 101 h 101"/>
                <a:gd name="T32" fmla="*/ 50 w 83"/>
                <a:gd name="T33" fmla="*/ 94 h 101"/>
                <a:gd name="T34" fmla="*/ 73 w 83"/>
                <a:gd name="T35" fmla="*/ 74 h 101"/>
                <a:gd name="T36" fmla="*/ 83 w 83"/>
                <a:gd name="T37" fmla="*/ 23 h 101"/>
                <a:gd name="T38" fmla="*/ 82 w 83"/>
                <a:gd name="T39" fmla="*/ 22 h 101"/>
                <a:gd name="T40" fmla="*/ 54 w 83"/>
                <a:gd name="T41" fmla="*/ 67 h 101"/>
                <a:gd name="T42" fmla="*/ 28 w 83"/>
                <a:gd name="T43" fmla="*/ 67 h 101"/>
                <a:gd name="T44" fmla="*/ 24 w 83"/>
                <a:gd name="T45" fmla="*/ 63 h 101"/>
                <a:gd name="T46" fmla="*/ 28 w 83"/>
                <a:gd name="T47" fmla="*/ 59 h 101"/>
                <a:gd name="T48" fmla="*/ 54 w 83"/>
                <a:gd name="T49" fmla="*/ 59 h 101"/>
                <a:gd name="T50" fmla="*/ 58 w 83"/>
                <a:gd name="T51" fmla="*/ 63 h 101"/>
                <a:gd name="T52" fmla="*/ 54 w 83"/>
                <a:gd name="T53" fmla="*/ 67 h 101"/>
                <a:gd name="T54" fmla="*/ 59 w 83"/>
                <a:gd name="T55" fmla="*/ 48 h 101"/>
                <a:gd name="T56" fmla="*/ 23 w 83"/>
                <a:gd name="T57" fmla="*/ 48 h 101"/>
                <a:gd name="T58" fmla="*/ 19 w 83"/>
                <a:gd name="T59" fmla="*/ 44 h 101"/>
                <a:gd name="T60" fmla="*/ 23 w 83"/>
                <a:gd name="T61" fmla="*/ 40 h 101"/>
                <a:gd name="T62" fmla="*/ 59 w 83"/>
                <a:gd name="T63" fmla="*/ 40 h 101"/>
                <a:gd name="T64" fmla="*/ 63 w 83"/>
                <a:gd name="T65" fmla="*/ 44 h 101"/>
                <a:gd name="T66" fmla="*/ 59 w 83"/>
                <a:gd name="T67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3" h="101">
                  <a:moveTo>
                    <a:pt x="82" y="22"/>
                  </a:moveTo>
                  <a:cubicBezTo>
                    <a:pt x="82" y="22"/>
                    <a:pt x="82" y="22"/>
                    <a:pt x="81" y="22"/>
                  </a:cubicBezTo>
                  <a:cubicBezTo>
                    <a:pt x="79" y="22"/>
                    <a:pt x="77" y="23"/>
                    <a:pt x="74" y="23"/>
                  </a:cubicBezTo>
                  <a:cubicBezTo>
                    <a:pt x="54" y="23"/>
                    <a:pt x="43" y="1"/>
                    <a:pt x="42" y="1"/>
                  </a:cubicBezTo>
                  <a:cubicBezTo>
                    <a:pt x="42" y="0"/>
                    <a:pt x="42" y="0"/>
                    <a:pt x="41" y="0"/>
                  </a:cubicBezTo>
                  <a:cubicBezTo>
                    <a:pt x="41" y="0"/>
                    <a:pt x="41" y="0"/>
                    <a:pt x="41" y="1"/>
                  </a:cubicBezTo>
                  <a:cubicBezTo>
                    <a:pt x="40" y="1"/>
                    <a:pt x="2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6" y="23"/>
                    <a:pt x="4" y="22"/>
                    <a:pt x="2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0" y="23"/>
                    <a:pt x="0" y="23"/>
                  </a:cubicBezTo>
                  <a:cubicBezTo>
                    <a:pt x="1" y="25"/>
                    <a:pt x="3" y="62"/>
                    <a:pt x="10" y="74"/>
                  </a:cubicBezTo>
                  <a:cubicBezTo>
                    <a:pt x="18" y="87"/>
                    <a:pt x="26" y="91"/>
                    <a:pt x="33" y="94"/>
                  </a:cubicBezTo>
                  <a:cubicBezTo>
                    <a:pt x="37" y="96"/>
                    <a:pt x="40" y="98"/>
                    <a:pt x="40" y="101"/>
                  </a:cubicBezTo>
                  <a:cubicBezTo>
                    <a:pt x="41" y="101"/>
                    <a:pt x="41" y="101"/>
                    <a:pt x="41" y="101"/>
                  </a:cubicBezTo>
                  <a:cubicBezTo>
                    <a:pt x="42" y="101"/>
                    <a:pt x="42" y="101"/>
                    <a:pt x="42" y="101"/>
                  </a:cubicBezTo>
                  <a:cubicBezTo>
                    <a:pt x="43" y="98"/>
                    <a:pt x="46" y="96"/>
                    <a:pt x="50" y="94"/>
                  </a:cubicBezTo>
                  <a:cubicBezTo>
                    <a:pt x="57" y="91"/>
                    <a:pt x="65" y="87"/>
                    <a:pt x="73" y="74"/>
                  </a:cubicBezTo>
                  <a:cubicBezTo>
                    <a:pt x="80" y="62"/>
                    <a:pt x="82" y="25"/>
                    <a:pt x="83" y="23"/>
                  </a:cubicBezTo>
                  <a:cubicBezTo>
                    <a:pt x="83" y="23"/>
                    <a:pt x="82" y="22"/>
                    <a:pt x="82" y="22"/>
                  </a:cubicBezTo>
                  <a:close/>
                  <a:moveTo>
                    <a:pt x="54" y="67"/>
                  </a:moveTo>
                  <a:cubicBezTo>
                    <a:pt x="28" y="67"/>
                    <a:pt x="28" y="67"/>
                    <a:pt x="28" y="67"/>
                  </a:cubicBezTo>
                  <a:cubicBezTo>
                    <a:pt x="25" y="67"/>
                    <a:pt x="24" y="66"/>
                    <a:pt x="24" y="63"/>
                  </a:cubicBezTo>
                  <a:cubicBezTo>
                    <a:pt x="24" y="61"/>
                    <a:pt x="25" y="59"/>
                    <a:pt x="28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7" y="59"/>
                    <a:pt x="58" y="61"/>
                    <a:pt x="58" y="63"/>
                  </a:cubicBezTo>
                  <a:cubicBezTo>
                    <a:pt x="58" y="66"/>
                    <a:pt x="57" y="67"/>
                    <a:pt x="54" y="67"/>
                  </a:cubicBezTo>
                  <a:close/>
                  <a:moveTo>
                    <a:pt x="59" y="48"/>
                  </a:moveTo>
                  <a:cubicBezTo>
                    <a:pt x="23" y="48"/>
                    <a:pt x="23" y="48"/>
                    <a:pt x="23" y="48"/>
                  </a:cubicBezTo>
                  <a:cubicBezTo>
                    <a:pt x="21" y="48"/>
                    <a:pt x="19" y="47"/>
                    <a:pt x="19" y="44"/>
                  </a:cubicBezTo>
                  <a:cubicBezTo>
                    <a:pt x="19" y="42"/>
                    <a:pt x="21" y="40"/>
                    <a:pt x="23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61" y="40"/>
                    <a:pt x="63" y="42"/>
                    <a:pt x="63" y="44"/>
                  </a:cubicBezTo>
                  <a:cubicBezTo>
                    <a:pt x="63" y="47"/>
                    <a:pt x="61" y="48"/>
                    <a:pt x="59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9672643" y="5856515"/>
            <a:ext cx="308776" cy="248248"/>
            <a:chOff x="10331583" y="5349139"/>
            <a:chExt cx="457940" cy="368173"/>
          </a:xfrm>
          <a:solidFill>
            <a:schemeClr val="bg1"/>
          </a:solidFill>
        </p:grpSpPr>
        <p:sp>
          <p:nvSpPr>
            <p:cNvPr id="75" name="Freeform 117"/>
            <p:cNvSpPr>
              <a:spLocks noEditPoints="1"/>
            </p:cNvSpPr>
            <p:nvPr/>
          </p:nvSpPr>
          <p:spPr bwMode="auto">
            <a:xfrm>
              <a:off x="10331583" y="5402478"/>
              <a:ext cx="457940" cy="314834"/>
            </a:xfrm>
            <a:custGeom>
              <a:avLst/>
              <a:gdLst>
                <a:gd name="T0" fmla="*/ 177 w 192"/>
                <a:gd name="T1" fmla="*/ 0 h 132"/>
                <a:gd name="T2" fmla="*/ 100 w 192"/>
                <a:gd name="T3" fmla="*/ 0 h 132"/>
                <a:gd name="T4" fmla="*/ 100 w 192"/>
                <a:gd name="T5" fmla="*/ 17 h 132"/>
                <a:gd name="T6" fmla="*/ 96 w 192"/>
                <a:gd name="T7" fmla="*/ 21 h 132"/>
                <a:gd name="T8" fmla="*/ 92 w 192"/>
                <a:gd name="T9" fmla="*/ 17 h 132"/>
                <a:gd name="T10" fmla="*/ 92 w 192"/>
                <a:gd name="T11" fmla="*/ 0 h 132"/>
                <a:gd name="T12" fmla="*/ 14 w 192"/>
                <a:gd name="T13" fmla="*/ 0 h 132"/>
                <a:gd name="T14" fmla="*/ 0 w 192"/>
                <a:gd name="T15" fmla="*/ 15 h 132"/>
                <a:gd name="T16" fmla="*/ 0 w 192"/>
                <a:gd name="T17" fmla="*/ 117 h 132"/>
                <a:gd name="T18" fmla="*/ 14 w 192"/>
                <a:gd name="T19" fmla="*/ 132 h 132"/>
                <a:gd name="T20" fmla="*/ 177 w 192"/>
                <a:gd name="T21" fmla="*/ 132 h 132"/>
                <a:gd name="T22" fmla="*/ 192 w 192"/>
                <a:gd name="T23" fmla="*/ 117 h 132"/>
                <a:gd name="T24" fmla="*/ 192 w 192"/>
                <a:gd name="T25" fmla="*/ 15 h 132"/>
                <a:gd name="T26" fmla="*/ 177 w 192"/>
                <a:gd name="T27" fmla="*/ 0 h 132"/>
                <a:gd name="T28" fmla="*/ 56 w 192"/>
                <a:gd name="T29" fmla="*/ 23 h 132"/>
                <a:gd name="T30" fmla="*/ 73 w 192"/>
                <a:gd name="T31" fmla="*/ 40 h 132"/>
                <a:gd name="T32" fmla="*/ 56 w 192"/>
                <a:gd name="T33" fmla="*/ 57 h 132"/>
                <a:gd name="T34" fmla="*/ 39 w 192"/>
                <a:gd name="T35" fmla="*/ 40 h 132"/>
                <a:gd name="T36" fmla="*/ 56 w 192"/>
                <a:gd name="T37" fmla="*/ 23 h 132"/>
                <a:gd name="T38" fmla="*/ 95 w 192"/>
                <a:gd name="T39" fmla="*/ 108 h 132"/>
                <a:gd name="T40" fmla="*/ 18 w 192"/>
                <a:gd name="T41" fmla="*/ 108 h 132"/>
                <a:gd name="T42" fmla="*/ 17 w 192"/>
                <a:gd name="T43" fmla="*/ 107 h 132"/>
                <a:gd name="T44" fmla="*/ 56 w 192"/>
                <a:gd name="T45" fmla="*/ 68 h 132"/>
                <a:gd name="T46" fmla="*/ 96 w 192"/>
                <a:gd name="T47" fmla="*/ 107 h 132"/>
                <a:gd name="T48" fmla="*/ 95 w 192"/>
                <a:gd name="T49" fmla="*/ 108 h 132"/>
                <a:gd name="T50" fmla="*/ 162 w 192"/>
                <a:gd name="T51" fmla="*/ 83 h 132"/>
                <a:gd name="T52" fmla="*/ 112 w 192"/>
                <a:gd name="T53" fmla="*/ 83 h 132"/>
                <a:gd name="T54" fmla="*/ 108 w 192"/>
                <a:gd name="T55" fmla="*/ 79 h 132"/>
                <a:gd name="T56" fmla="*/ 112 w 192"/>
                <a:gd name="T57" fmla="*/ 75 h 132"/>
                <a:gd name="T58" fmla="*/ 162 w 192"/>
                <a:gd name="T59" fmla="*/ 75 h 132"/>
                <a:gd name="T60" fmla="*/ 166 w 192"/>
                <a:gd name="T61" fmla="*/ 79 h 132"/>
                <a:gd name="T62" fmla="*/ 162 w 192"/>
                <a:gd name="T63" fmla="*/ 83 h 132"/>
                <a:gd name="T64" fmla="*/ 162 w 192"/>
                <a:gd name="T65" fmla="*/ 52 h 132"/>
                <a:gd name="T66" fmla="*/ 112 w 192"/>
                <a:gd name="T67" fmla="*/ 52 h 132"/>
                <a:gd name="T68" fmla="*/ 108 w 192"/>
                <a:gd name="T69" fmla="*/ 49 h 132"/>
                <a:gd name="T70" fmla="*/ 112 w 192"/>
                <a:gd name="T71" fmla="*/ 45 h 132"/>
                <a:gd name="T72" fmla="*/ 162 w 192"/>
                <a:gd name="T73" fmla="*/ 45 h 132"/>
                <a:gd name="T74" fmla="*/ 166 w 192"/>
                <a:gd name="T75" fmla="*/ 49 h 132"/>
                <a:gd name="T76" fmla="*/ 162 w 192"/>
                <a:gd name="T77" fmla="*/ 5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2" h="132">
                  <a:moveTo>
                    <a:pt x="177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17"/>
                    <a:pt x="100" y="17"/>
                    <a:pt x="100" y="17"/>
                  </a:cubicBezTo>
                  <a:cubicBezTo>
                    <a:pt x="100" y="19"/>
                    <a:pt x="98" y="21"/>
                    <a:pt x="96" y="21"/>
                  </a:cubicBezTo>
                  <a:cubicBezTo>
                    <a:pt x="93" y="21"/>
                    <a:pt x="92" y="19"/>
                    <a:pt x="92" y="17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25"/>
                    <a:pt x="6" y="132"/>
                    <a:pt x="14" y="132"/>
                  </a:cubicBezTo>
                  <a:cubicBezTo>
                    <a:pt x="177" y="132"/>
                    <a:pt x="177" y="132"/>
                    <a:pt x="177" y="132"/>
                  </a:cubicBezTo>
                  <a:cubicBezTo>
                    <a:pt x="185" y="132"/>
                    <a:pt x="192" y="125"/>
                    <a:pt x="192" y="117"/>
                  </a:cubicBezTo>
                  <a:cubicBezTo>
                    <a:pt x="192" y="15"/>
                    <a:pt x="192" y="15"/>
                    <a:pt x="192" y="15"/>
                  </a:cubicBezTo>
                  <a:cubicBezTo>
                    <a:pt x="192" y="7"/>
                    <a:pt x="185" y="0"/>
                    <a:pt x="177" y="0"/>
                  </a:cubicBezTo>
                  <a:close/>
                  <a:moveTo>
                    <a:pt x="56" y="23"/>
                  </a:moveTo>
                  <a:cubicBezTo>
                    <a:pt x="66" y="23"/>
                    <a:pt x="73" y="31"/>
                    <a:pt x="73" y="40"/>
                  </a:cubicBezTo>
                  <a:cubicBezTo>
                    <a:pt x="73" y="50"/>
                    <a:pt x="66" y="57"/>
                    <a:pt x="56" y="57"/>
                  </a:cubicBezTo>
                  <a:cubicBezTo>
                    <a:pt x="47" y="57"/>
                    <a:pt x="39" y="50"/>
                    <a:pt x="39" y="40"/>
                  </a:cubicBezTo>
                  <a:cubicBezTo>
                    <a:pt x="39" y="31"/>
                    <a:pt x="47" y="23"/>
                    <a:pt x="56" y="23"/>
                  </a:cubicBezTo>
                  <a:close/>
                  <a:moveTo>
                    <a:pt x="95" y="108"/>
                  </a:moveTo>
                  <a:cubicBezTo>
                    <a:pt x="18" y="108"/>
                    <a:pt x="18" y="108"/>
                    <a:pt x="18" y="108"/>
                  </a:cubicBezTo>
                  <a:cubicBezTo>
                    <a:pt x="17" y="108"/>
                    <a:pt x="17" y="108"/>
                    <a:pt x="17" y="107"/>
                  </a:cubicBezTo>
                  <a:cubicBezTo>
                    <a:pt x="17" y="86"/>
                    <a:pt x="34" y="68"/>
                    <a:pt x="56" y="68"/>
                  </a:cubicBezTo>
                  <a:cubicBezTo>
                    <a:pt x="78" y="68"/>
                    <a:pt x="96" y="86"/>
                    <a:pt x="96" y="107"/>
                  </a:cubicBezTo>
                  <a:cubicBezTo>
                    <a:pt x="96" y="108"/>
                    <a:pt x="95" y="108"/>
                    <a:pt x="95" y="108"/>
                  </a:cubicBezTo>
                  <a:close/>
                  <a:moveTo>
                    <a:pt x="162" y="83"/>
                  </a:moveTo>
                  <a:cubicBezTo>
                    <a:pt x="112" y="83"/>
                    <a:pt x="112" y="83"/>
                    <a:pt x="112" y="83"/>
                  </a:cubicBezTo>
                  <a:cubicBezTo>
                    <a:pt x="110" y="83"/>
                    <a:pt x="108" y="82"/>
                    <a:pt x="108" y="79"/>
                  </a:cubicBezTo>
                  <a:cubicBezTo>
                    <a:pt x="108" y="77"/>
                    <a:pt x="110" y="75"/>
                    <a:pt x="11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4" y="75"/>
                    <a:pt x="166" y="77"/>
                    <a:pt x="166" y="79"/>
                  </a:cubicBezTo>
                  <a:cubicBezTo>
                    <a:pt x="166" y="82"/>
                    <a:pt x="164" y="83"/>
                    <a:pt x="162" y="83"/>
                  </a:cubicBezTo>
                  <a:close/>
                  <a:moveTo>
                    <a:pt x="162" y="52"/>
                  </a:moveTo>
                  <a:cubicBezTo>
                    <a:pt x="112" y="52"/>
                    <a:pt x="112" y="52"/>
                    <a:pt x="112" y="52"/>
                  </a:cubicBezTo>
                  <a:cubicBezTo>
                    <a:pt x="110" y="52"/>
                    <a:pt x="108" y="51"/>
                    <a:pt x="108" y="49"/>
                  </a:cubicBezTo>
                  <a:cubicBezTo>
                    <a:pt x="108" y="46"/>
                    <a:pt x="110" y="45"/>
                    <a:pt x="112" y="45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4" y="45"/>
                    <a:pt x="166" y="46"/>
                    <a:pt x="166" y="49"/>
                  </a:cubicBezTo>
                  <a:cubicBezTo>
                    <a:pt x="166" y="51"/>
                    <a:pt x="164" y="52"/>
                    <a:pt x="162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118"/>
            <p:cNvSpPr/>
            <p:nvPr/>
          </p:nvSpPr>
          <p:spPr bwMode="auto">
            <a:xfrm>
              <a:off x="10551446" y="5349139"/>
              <a:ext cx="18214" cy="53340"/>
            </a:xfrm>
            <a:custGeom>
              <a:avLst/>
              <a:gdLst>
                <a:gd name="T0" fmla="*/ 8 w 8"/>
                <a:gd name="T1" fmla="*/ 4 h 22"/>
                <a:gd name="T2" fmla="*/ 4 w 8"/>
                <a:gd name="T3" fmla="*/ 0 h 22"/>
                <a:gd name="T4" fmla="*/ 0 w 8"/>
                <a:gd name="T5" fmla="*/ 4 h 22"/>
                <a:gd name="T6" fmla="*/ 0 w 8"/>
                <a:gd name="T7" fmla="*/ 22 h 22"/>
                <a:gd name="T8" fmla="*/ 8 w 8"/>
                <a:gd name="T9" fmla="*/ 22 h 22"/>
                <a:gd name="T10" fmla="*/ 8 w 8"/>
                <a:gd name="T11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22">
                  <a:moveTo>
                    <a:pt x="8" y="4"/>
                  </a:moveTo>
                  <a:cubicBezTo>
                    <a:pt x="8" y="1"/>
                    <a:pt x="6" y="0"/>
                    <a:pt x="4" y="0"/>
                  </a:cubicBezTo>
                  <a:cubicBezTo>
                    <a:pt x="1" y="0"/>
                    <a:pt x="0" y="1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8" y="22"/>
                    <a:pt x="8" y="22"/>
                    <a:pt x="8" y="22"/>
                  </a:cubicBezTo>
                  <a:lnTo>
                    <a:pt x="8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28" tIns="45714" rIns="91428" bIns="45714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480185" y="2078990"/>
            <a:ext cx="1036828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深入学习研究基本培训机制，深入了解其意义、目标和任务，熟练掌握相关工作规范，确保督导指导工作质量。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制定列席计划，及时与相关单位沟通，商定列席方式和时间，收集列席支部集中学习、研讨计划，了解相关信息，对于党支部不规范不合理的安排要及时指出、指导完善。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在列席党支部集中研讨过程中，要全面了解党支部、党员学习研讨情况，认真做好观察，真实、客观做好有关情况记录。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除省公司统一布置外，列席人员在集中研讨过程中一般不发言、不表态、不做指导。 </a:t>
            </a:r>
            <a:endParaRPr lang="zh-CN" altLang="en-US" sz="18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对于学习研讨过程中出现的不规范、不聚焦、不务实等问题，学习评估组应在参加集中研讨后，分别与列席党支部和上一级党委进行沟通，提出明确指导意见。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一般在每次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列席任务完成后7个工作日内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，向省公司党建工作部反馈列席工作报告。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3"/>
          <p:cNvSpPr>
            <a:spLocks noGrp="1" noChangeArrowheads="1"/>
          </p:cNvSpPr>
          <p:nvPr>
            <p:ph type="ctrTitle"/>
          </p:nvPr>
        </p:nvSpPr>
        <p:spPr>
          <a:xfrm>
            <a:off x="0" y="1815198"/>
            <a:ext cx="12192000" cy="299419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5800" kern="1200" dirty="0">
                <a:solidFill>
                  <a:srgbClr val="C00000"/>
                </a:solidFill>
              </a:rPr>
              <a:t>谢谢大家！</a:t>
            </a:r>
            <a:endParaRPr lang="zh-CN" altLang="en-US" sz="5800" kern="1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联通+冬奥会合作伙伴模板">
  <a:themeElements>
    <a:clrScheme name="(C) Nordri™ Corporation. 1">
      <a:dk1>
        <a:srgbClr val="000000"/>
      </a:dk1>
      <a:lt1>
        <a:srgbClr val="FFFFFF"/>
      </a:lt1>
      <a:dk2>
        <a:srgbClr val="FFFFFF"/>
      </a:dk2>
      <a:lt2>
        <a:srgbClr val="A0A0A0"/>
      </a:lt2>
      <a:accent1>
        <a:srgbClr val="CC0000"/>
      </a:accent1>
      <a:accent2>
        <a:srgbClr val="E08E79"/>
      </a:accent2>
      <a:accent3>
        <a:srgbClr val="FFFFFF"/>
      </a:accent3>
      <a:accent4>
        <a:srgbClr val="000000"/>
      </a:accent4>
      <a:accent5>
        <a:srgbClr val="E2AAAA"/>
      </a:accent5>
      <a:accent6>
        <a:srgbClr val="CB806D"/>
      </a:accent6>
      <a:hlink>
        <a:srgbClr val="0F4B96"/>
      </a:hlink>
      <a:folHlink>
        <a:srgbClr val="FABE0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(C) Nordri™ Corporation. 1">
        <a:dk1>
          <a:srgbClr val="000000"/>
        </a:dk1>
        <a:lt1>
          <a:srgbClr val="FFFFFF"/>
        </a:lt1>
        <a:dk2>
          <a:srgbClr val="FFFFFF"/>
        </a:dk2>
        <a:lt2>
          <a:srgbClr val="A0A0A0"/>
        </a:lt2>
        <a:accent1>
          <a:srgbClr val="CC0000"/>
        </a:accent1>
        <a:accent2>
          <a:srgbClr val="E08E79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CB806D"/>
        </a:accent6>
        <a:hlink>
          <a:srgbClr val="0F4B96"/>
        </a:hlink>
        <a:folHlink>
          <a:srgbClr val="FABE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3_经营分析模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5">
            <a:lumMod val="20000"/>
            <a:lumOff val="80000"/>
          </a:schemeClr>
        </a:solidFill>
        <a:ln>
          <a:noFill/>
        </a:ln>
      </a:spPr>
      <a:bodyPr vert="horz" wrap="square" lIns="0" tIns="44436" rIns="91440" bIns="45720" numCol="1" rtlCol="0" anchor="ctr" anchorCtr="0" compatLnSpc="1">
        <a:noAutofit/>
      </a:bodyPr>
      <a:lstStyle>
        <a:defPPr marL="0" marR="0" indent="0" algn="ctr" defTabSz="914400" rtl="0" eaLnBrk="0" fontAlgn="t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defRPr kumimoji="0" sz="1400" b="0" i="0" u="none" strike="noStrike" cap="none" normalizeH="0" baseline="0" dirty="0" smtClean="0">
            <a:ln>
              <a:noFill/>
            </a:ln>
            <a:effectLst/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lnDef>
      <a:spPr>
        <a:ln w="12700">
          <a:solidFill>
            <a:schemeClr val="tx1"/>
          </a:solidFill>
          <a:prstDash val="dash"/>
          <a:headEnd type="none" w="med" len="med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经营分析模版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经营分析模版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经营分析模版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经营分析模版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经营分析模版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经营分析模版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经营分析模版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经营分析模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>
        <a:spAutoFit/>
      </a:bodyPr>
      <a:lstStyle>
        <a:defPPr marL="171450" indent="-171450" algn="just">
          <a:lnSpc>
            <a:spcPct val="120000"/>
          </a:lnSpc>
          <a:buClr>
            <a:srgbClr val="C00000"/>
          </a:buClr>
          <a:buFont typeface="Arial" panose="020B0604020202020204" pitchFamily="34" charset="0"/>
          <a:buChar char="•"/>
          <a:defRPr sz="11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lnDef>
      <a:spPr bwMode="auto">
        <a:noFill/>
        <a:ln w="12700" cap="flat" cmpd="sng" algn="ctr">
          <a:solidFill>
            <a:schemeClr val="bg1">
              <a:lumMod val="85000"/>
            </a:schemeClr>
          </a:solidFill>
          <a:prstDash val="solid"/>
          <a:round/>
          <a:headEnd type="none" w="med" len="med"/>
          <a:tailEnd type="triangle"/>
        </a:ln>
      </a:spPr>
      <a:bodyPr/>
      <a:lstStyle/>
    </a:lnDef>
  </a:objectDefaults>
  <a:extraClrSchemeLst>
    <a:extraClrScheme>
      <a:clrScheme name="1_经营分析模版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经营分析模版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经营分析模版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经营分析模版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经营分析模版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经营分析模版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经营分析模版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联通+冬奥会合作伙伴模板">
  <a:themeElements>
    <a:clrScheme name="(C) Nordri™ Corporation. 1">
      <a:dk1>
        <a:srgbClr val="000000"/>
      </a:dk1>
      <a:lt1>
        <a:srgbClr val="FFFFFF"/>
      </a:lt1>
      <a:dk2>
        <a:srgbClr val="FFFFFF"/>
      </a:dk2>
      <a:lt2>
        <a:srgbClr val="A0A0A0"/>
      </a:lt2>
      <a:accent1>
        <a:srgbClr val="CC0000"/>
      </a:accent1>
      <a:accent2>
        <a:srgbClr val="E08E79"/>
      </a:accent2>
      <a:accent3>
        <a:srgbClr val="FFFFFF"/>
      </a:accent3>
      <a:accent4>
        <a:srgbClr val="000000"/>
      </a:accent4>
      <a:accent5>
        <a:srgbClr val="E2AAAA"/>
      </a:accent5>
      <a:accent6>
        <a:srgbClr val="CB806D"/>
      </a:accent6>
      <a:hlink>
        <a:srgbClr val="0F4B96"/>
      </a:hlink>
      <a:folHlink>
        <a:srgbClr val="FABE0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(C) Nordri™ Corporation. 1">
        <a:dk1>
          <a:srgbClr val="000000"/>
        </a:dk1>
        <a:lt1>
          <a:srgbClr val="FFFFFF"/>
        </a:lt1>
        <a:dk2>
          <a:srgbClr val="FFFFFF"/>
        </a:dk2>
        <a:lt2>
          <a:srgbClr val="A0A0A0"/>
        </a:lt2>
        <a:accent1>
          <a:srgbClr val="CC0000"/>
        </a:accent1>
        <a:accent2>
          <a:srgbClr val="E08E79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CB806D"/>
        </a:accent6>
        <a:hlink>
          <a:srgbClr val="0F4B96"/>
        </a:hlink>
        <a:folHlink>
          <a:srgbClr val="FABE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联通+冬奥会合作伙伴模板">
  <a:themeElements>
    <a:clrScheme name="(C) Nordri™ Corporation. 1">
      <a:dk1>
        <a:srgbClr val="000000"/>
      </a:dk1>
      <a:lt1>
        <a:srgbClr val="FFFFFF"/>
      </a:lt1>
      <a:dk2>
        <a:srgbClr val="FFFFFF"/>
      </a:dk2>
      <a:lt2>
        <a:srgbClr val="A0A0A0"/>
      </a:lt2>
      <a:accent1>
        <a:srgbClr val="CC0000"/>
      </a:accent1>
      <a:accent2>
        <a:srgbClr val="E08E79"/>
      </a:accent2>
      <a:accent3>
        <a:srgbClr val="FFFFFF"/>
      </a:accent3>
      <a:accent4>
        <a:srgbClr val="000000"/>
      </a:accent4>
      <a:accent5>
        <a:srgbClr val="E2AAAA"/>
      </a:accent5>
      <a:accent6>
        <a:srgbClr val="CB806D"/>
      </a:accent6>
      <a:hlink>
        <a:srgbClr val="0F4B96"/>
      </a:hlink>
      <a:folHlink>
        <a:srgbClr val="FABE0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(C) Nordri™ Corporation. 1">
        <a:dk1>
          <a:srgbClr val="000000"/>
        </a:dk1>
        <a:lt1>
          <a:srgbClr val="FFFFFF"/>
        </a:lt1>
        <a:dk2>
          <a:srgbClr val="FFFFFF"/>
        </a:dk2>
        <a:lt2>
          <a:srgbClr val="A0A0A0"/>
        </a:lt2>
        <a:accent1>
          <a:srgbClr val="CC0000"/>
        </a:accent1>
        <a:accent2>
          <a:srgbClr val="E08E79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CB806D"/>
        </a:accent6>
        <a:hlink>
          <a:srgbClr val="0F4B96"/>
        </a:hlink>
        <a:folHlink>
          <a:srgbClr val="FABE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经营分析模版">
  <a:themeElements>
    <a:clrScheme name="纸张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1_经营分析模版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</a:spPr>
      <a:bodyPr vert="horz" wrap="square" lIns="0" tIns="44436" rIns="91440" bIns="45720" numCol="1" anchor="t" anchorCtr="0" compatLnSpc="1">
        <a:spAutoFit/>
      </a:bodyPr>
      <a:lstStyle>
        <a:defPPr marL="0" marR="0" indent="0" algn="l" defTabSz="914400" rtl="0" eaLnBrk="0" fontAlgn="t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defRPr kumimoji="0" sz="1000" b="0" i="0" u="none" strike="noStrike" cap="none" normalizeH="0" baseline="0" dirty="0" smtClean="0">
            <a:ln>
              <a:noFill/>
            </a:ln>
            <a:solidFill>
              <a:srgbClr val="666666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CCCCFF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rgbClr val="CCCCFF">
              <a:gamma/>
              <a:shade val="60000"/>
              <a:invGamma/>
            </a:srgbClr>
          </a:prst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lnSpc>
            <a:spcPct val="110000"/>
          </a:lnSpc>
          <a:spcBef>
            <a:spcPct val="50000"/>
          </a:spcBef>
          <a:spcAft>
            <a:spcPct val="0"/>
          </a:spcAft>
          <a:buClrTx/>
          <a:buSzTx/>
          <a:buFont typeface="Wingdings" panose="05000000000000000000" pitchFamily="2" charset="2"/>
          <a:buChar char="q"/>
          <a:defRPr kumimoji="1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华文细黑" panose="02010600040101010101" pitchFamily="2" charset="-122"/>
            <a:ea typeface="华文细黑" panose="02010600040101010101" pitchFamily="2" charset="-122"/>
          </a:defRPr>
        </a:defPPr>
      </a:lstStyle>
    </a:lnDef>
  </a:objectDefaults>
  <a:extraClrSchemeLst>
    <a:extraClrScheme>
      <a:clrScheme name="1_经营分析模版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经营分析模版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经营分析模版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经营分析模版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经营分析模版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经营分析模版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经营分析模版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_联通+冬奥会合作伙伴模板">
  <a:themeElements>
    <a:clrScheme name="(C) Nordri™ Corporation. 1">
      <a:dk1>
        <a:srgbClr val="000000"/>
      </a:dk1>
      <a:lt1>
        <a:srgbClr val="FFFFFF"/>
      </a:lt1>
      <a:dk2>
        <a:srgbClr val="FFFFFF"/>
      </a:dk2>
      <a:lt2>
        <a:srgbClr val="A0A0A0"/>
      </a:lt2>
      <a:accent1>
        <a:srgbClr val="CC0000"/>
      </a:accent1>
      <a:accent2>
        <a:srgbClr val="E08E79"/>
      </a:accent2>
      <a:accent3>
        <a:srgbClr val="FFFFFF"/>
      </a:accent3>
      <a:accent4>
        <a:srgbClr val="000000"/>
      </a:accent4>
      <a:accent5>
        <a:srgbClr val="E2AAAA"/>
      </a:accent5>
      <a:accent6>
        <a:srgbClr val="CB806D"/>
      </a:accent6>
      <a:hlink>
        <a:srgbClr val="0F4B96"/>
      </a:hlink>
      <a:folHlink>
        <a:srgbClr val="FABE00"/>
      </a:folHlink>
    </a:clrScheme>
    <a:fontScheme name="Arial Black-Arial">
      <a:majorFont>
        <a:latin typeface="Arial Black"/>
        <a:ea typeface="Segoe Print"/>
        <a:cs typeface="Segoe Print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Segoe Print"/>
        <a:cs typeface="Segoe Print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(C) Nordri™ Corporation. 1">
        <a:dk1>
          <a:srgbClr val="000000"/>
        </a:dk1>
        <a:lt1>
          <a:srgbClr val="FFFFFF"/>
        </a:lt1>
        <a:dk2>
          <a:srgbClr val="FFFFFF"/>
        </a:dk2>
        <a:lt2>
          <a:srgbClr val="A0A0A0"/>
        </a:lt2>
        <a:accent1>
          <a:srgbClr val="CC0000"/>
        </a:accent1>
        <a:accent2>
          <a:srgbClr val="E08E79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CB806D"/>
        </a:accent6>
        <a:hlink>
          <a:srgbClr val="0F4B96"/>
        </a:hlink>
        <a:folHlink>
          <a:srgbClr val="FABE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联通+冬奥会合作伙伴模板</Template>
  <TotalTime>0</TotalTime>
  <Words>3448</Words>
  <Application>WPS 演示</Application>
  <PresentationFormat>宽屏</PresentationFormat>
  <Paragraphs>191</Paragraphs>
  <Slides>20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20</vt:i4>
      </vt:variant>
    </vt:vector>
  </HeadingPairs>
  <TitlesOfParts>
    <vt:vector size="50" baseType="lpstr">
      <vt:lpstr>Arial</vt:lpstr>
      <vt:lpstr>宋体</vt:lpstr>
      <vt:lpstr>Wingdings</vt:lpstr>
      <vt:lpstr>Arial Black</vt:lpstr>
      <vt:lpstr>微软雅黑</vt:lpstr>
      <vt:lpstr>黑体</vt:lpstr>
      <vt:lpstr>华文细黑</vt:lpstr>
      <vt:lpstr>Franklin Gothic Book</vt:lpstr>
      <vt:lpstr>Tahoma</vt:lpstr>
      <vt:lpstr>楷体_GB2312</vt:lpstr>
      <vt:lpstr>Calibri</vt:lpstr>
      <vt:lpstr>Times New Roman</vt:lpstr>
      <vt:lpstr>Arial Unicode MS</vt:lpstr>
      <vt:lpstr>Helvetica</vt:lpstr>
      <vt:lpstr>汉仪大黑简</vt:lpstr>
      <vt:lpstr>Arial</vt:lpstr>
      <vt:lpstr>思源黑体 CN Light</vt:lpstr>
      <vt:lpstr>Calibri</vt:lpstr>
      <vt:lpstr>Impact</vt:lpstr>
      <vt:lpstr>Wingdings</vt:lpstr>
      <vt:lpstr>等线</vt:lpstr>
      <vt:lpstr>等线 Light</vt:lpstr>
      <vt:lpstr>Franklin Gothic Medium</vt:lpstr>
      <vt:lpstr>1_联通+冬奥会合作伙伴模板</vt:lpstr>
      <vt:lpstr>13_经营分析模版</vt:lpstr>
      <vt:lpstr>1_经营分析模版</vt:lpstr>
      <vt:lpstr>2_联通+冬奥会合作伙伴模板</vt:lpstr>
      <vt:lpstr>4_联通+冬奥会合作伙伴模板</vt:lpstr>
      <vt:lpstr>2_经营分析模版</vt:lpstr>
      <vt:lpstr>3_联通+冬奥会合作伙伴模板</vt:lpstr>
      <vt:lpstr>PowerPoint 演示文稿</vt:lpstr>
      <vt:lpstr>PowerPoint 演示文稿</vt:lpstr>
      <vt:lpstr>1.  认识基本培训机制</vt:lpstr>
      <vt:lpstr>1.  认识基本培训机制</vt:lpstr>
      <vt:lpstr>1.  准确认识基本培训机制</vt:lpstr>
      <vt:lpstr>PowerPoint 演示文稿</vt:lpstr>
      <vt:lpstr>PowerPoint 演示文稿</vt:lpstr>
      <vt:lpstr>2.  基本培训机制支部工作重点</vt:lpstr>
      <vt:lpstr>2.  基本培训机制支部工作重点</vt:lpstr>
      <vt:lpstr>2.  基本培训机制支部工作重点</vt:lpstr>
      <vt:lpstr>2.  基本培训机制支部工作重点</vt:lpstr>
      <vt:lpstr>2.  基本培训机制支部工作重点</vt:lpstr>
      <vt:lpstr>2.  基本培训机制支部工作重点</vt:lpstr>
      <vt:lpstr>2.  基本培训机制支部工作重点</vt:lpstr>
      <vt:lpstr>PowerPoint 演示文稿</vt:lpstr>
      <vt:lpstr>3.  基本培训机制学习评估工作重点</vt:lpstr>
      <vt:lpstr>3.  基本培训机制学习评估工作重点</vt:lpstr>
      <vt:lpstr>3.  基本培训机制学习评估工作重点</vt:lpstr>
      <vt:lpstr>3.  基本培训机制学习评估工作重点</vt:lpstr>
      <vt:lpstr>谢谢大家！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</dc:creator>
  <cp:lastModifiedBy>王桂君</cp:lastModifiedBy>
  <cp:revision>6812</cp:revision>
  <cp:lastPrinted>2025-12-10T04:47:00Z</cp:lastPrinted>
  <dcterms:created xsi:type="dcterms:W3CDTF">2025-12-10T04:47:00Z</dcterms:created>
  <dcterms:modified xsi:type="dcterms:W3CDTF">2026-03-11T08:38:02Z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724257522117E94DDAAD3769DCA95269</vt:lpwstr>
  </property>
  <property fmtid="{D5CDD505-2E9C-101B-9397-08002B2CF9AE}" pid="3" name="KSOProductBuildVer">
    <vt:lpwstr>2052-11.8.2.12085</vt:lpwstr>
  </property>
</Properties>
</file>