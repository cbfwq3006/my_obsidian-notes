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634274005@qq.com" initials="6" lastIdx="1" clrIdx="0"/>
  <p:cmAuthor id="2" name="lenovo" initials="l" lastIdx="1" clrIdx="1"/>
  <p:cmAuthor id="0" name="健君" initials="" lastIdx="2" clrIdx="0"/>
  <p:cmAuthor id="4" name="王习习" initials="王" lastIdx="2" clrIdx="0"/>
  <p:cmAuthor id="5" name="宋洁然" initials="宋" lastIdx="2" clrIdx="1"/>
  <p:cmAuthor id="6" name="ming qiu" initials="m" lastIdx="17" clrIdx="1"/>
  <p:cmAuthor id="7" name="1206988966@qq.com" initials="1" lastIdx="1" clrIdx="2"/>
  <p:cmAuthor id="8" name="姜伟光" initials="姜" lastIdx="1" clrIdx="0"/>
  <p:cmAuthor id="9" name="董 荟" initials="董" lastIdx="1" clrIdx="3"/>
  <p:cmAuthor id="10" name="Admin" initials="A" lastIdx="1" clrIdx="9"/>
  <p:cmAuthor id="12" name="dd" initials="d" lastIdx="44" clrIdx="11"/>
  <p:cmAuthor id="13" name="Administrator" initials="A" lastIdx="1" clrIdx="12"/>
  <p:cmAuthor id="14" name="刘永国" initials="刘" lastIdx="1" clrIdx="13"/>
  <p:cmAuthor id="16" name="FAN" initials="F" lastIdx="1" clrIdx="15"/>
  <p:cmAuthor id="75" name="作者" initials="A" lastIdx="0" clrIdx="24"/>
  <p:cmAuthor id="17" name="黄黎" initials="黄" lastIdx="1" clrIdx="16"/>
  <p:cmAuthor id="76" name="go640" initials="g" lastIdx="1" clrIdx="25"/>
  <p:cmAuthor id="3" name="张向征" initials="牛滢滢" lastIdx="1" clrIdx="2"/>
  <p:cmAuthor id="11" name="刘 波" initials="刘" lastIdx="0" clrIdx="0"/>
  <p:cmAuthor id="15" name="13686" initials="1" lastIdx="1" clrIdx="14"/>
  <p:cmAuthor id="18" name="sx_xuzx" initials="s" lastIdx="26" clrIdx="17"/>
  <p:cmAuthor id="19" name="tplife" initials="t" lastIdx="2" clrIdx="0"/>
  <p:cmAuthor id="20" name="孟 昕" initials="孟" lastIdx="1" clrIdx="18"/>
  <p:cmAuthor id="21" name="楷彦" initials="l" lastIdx="1" clrIdx="20"/>
  <p:cmAuthor id="77" name="zheng zheng" initials="zz" lastIdx="1" clrIdx="26"/>
  <p:cmAuthor id="22" name="wangql56" initials="w" lastIdx="1" clrIdx="21"/>
  <p:cmAuthor id="25" name="朱芳芳" initials="朱" lastIdx="1" clrIdx="24"/>
  <p:cmAuthor id="307" name="未知用户93" initials="" lastIdx="1" clrIdx="0"/>
  <p:cmAuthor id="308" name="未知用户90" initials="" lastIdx="5" clrIdx="1"/>
  <p:cmAuthor id="309" name="未知用户91" initials="" lastIdx="0" clrIdx="1"/>
  <p:cmAuthor id="310" name="未知用户92" initials="" lastIdx="2" clrIdx="0"/>
  <p:cmAuthor id="311" name="未知用户74" initials="" lastIdx="5" clrIdx="1"/>
  <p:cmAuthor id="312" name="未知用户75" initials="" lastIdx="8" clrIdx="0"/>
  <p:cmAuthor id="313" name="未知用户76" initials="" lastIdx="1" clrIdx="0"/>
  <p:cmAuthor id="314" name="未知用户77" initials="" lastIdx="8" clrIdx="0"/>
  <p:cmAuthor id="315" name="未知用户78" initials="" lastIdx="8" clrIdx="0"/>
  <p:cmAuthor id="316" name="未知用户79" initials="" lastIdx="1" clrIdx="0"/>
  <p:cmAuthor id="317" name="未知用户80" initials="" lastIdx="1" clrIdx="0"/>
  <p:cmAuthor id="318" name="Harry xu" initials="" lastIdx="1" clrIdx="0"/>
  <p:cmAuthor id="319" name="未知用户27" initials="未" lastIdx="1" clrIdx="0"/>
  <p:cmAuthor id="320" name="未知用户35" initials="未" lastIdx="1" clrIdx="0"/>
  <p:cmAuthor id="321" name="未知用户111" initials="未" lastIdx="1" clrIdx="1"/>
  <p:cmAuthor id="322" name="huangjc" initials="h" lastIdx="1" clrIdx="321"/>
  <p:cmAuthor id="23" name="lyf" initials="l" lastIdx="1" clrIdx="22"/>
  <p:cmAuthor id="24" name="XiHu木鱼" initials="X" lastIdx="1" clrIdx="23"/>
  <p:cmAuthor id="26" name="王倩" initials="王" lastIdx="1" clrIdx="25"/>
  <p:cmAuthor id="27" name="yl" initials="y" lastIdx="1" clrIdx="26"/>
  <p:cmAuthor id="28" name="IKKI" initials="I" lastIdx="1" clrIdx="0"/>
  <p:cmAuthor id="29" name="於宝泉" initials="於" lastIdx="0" clrIdx="2"/>
  <p:cmAuthor id="30" name="10056791" initials="ZTE" lastIdx="1" clrIdx="29"/>
  <p:cmAuthor id="31" name="Author" initials="A" lastIdx="0" clrIdx="30"/>
  <p:cmAuthor id="287643681" name="殷格非" initials="殷" lastIdx="2" clrIdx="0"/>
  <p:cmAuthor id="32" name="李楠10047711" initials="李楠10047711" lastIdx="2" clrIdx="31"/>
  <p:cmAuthor id="287643682" name="z r" initials="zr" lastIdx="5" clrIdx="12"/>
  <p:cmAuthor id="33" name="李金夏" initials="李" lastIdx="1" clrIdx="32"/>
  <p:cmAuthor id="34" name="马媛" initials="马" lastIdx="1" clrIdx="33"/>
  <p:cmAuthor id="35" name="吕娜娜" initials="吕" lastIdx="1" clrIdx="34"/>
  <p:cmAuthor id="36" name="My" initials="M" lastIdx="1" clrIdx="36"/>
  <p:cmAuthor id="37" name="张燕00036635" initials="张燕00036635" lastIdx="1" clrIdx="37"/>
  <p:cmAuthor id="38" name="hami251" initials="h" lastIdx="2" clrIdx="37"/>
  <p:cmAuthor id="39" name="段英英" initials="段" lastIdx="1" clrIdx="38"/>
  <p:cmAuthor id="40" name="10054047" initials="1" lastIdx="1" clrIdx="39"/>
  <p:cmAuthor id="41" name="123123" initials="1" lastIdx="2" clrIdx="40"/>
  <p:cmAuthor id="42" name="liu" initials="l" lastIdx="1" clrIdx="41"/>
  <p:cmAuthor id="43" name="liubh" initials="l" lastIdx="1" clrIdx="42"/>
  <p:cmAuthor id="44" name="admin" initials="a" lastIdx="1" clrIdx="43"/>
  <p:cmAuthor id="45" name="未知的使用者1" initials="未" lastIdx="8" clrIdx="0"/>
  <p:cmAuthor id="46" name="未知的使用者2" initials="未" lastIdx="1" clrIdx="0"/>
  <p:cmAuthor id="47" name="未知的使用者7" initials="未" lastIdx="1" clrIdx="0"/>
  <p:cmAuthor id="48" name="zhangxc210" initials="z" lastIdx="22" clrIdx="47"/>
  <p:cmAuthor id="49" name="wyao8" initials="w" lastIdx="1" clrIdx="48"/>
  <p:cmAuthor id="50" name="未知的使用者21" initials="未" lastIdx="1" clrIdx="0"/>
  <p:cmAuthor id="191251535" name="沈霄雷" initials="沈" lastIdx="833089" clrIdx="0"/>
  <p:cmAuthor id="52" name="lantj" initials="l" lastIdx="1" clrIdx="51"/>
  <p:cmAuthor id="191251536" name="李奇" initials="奇奇" lastIdx="1" clrIdx="23"/>
  <p:cmAuthor id="53" name="牛滢滢" initials="牛" lastIdx="1" clrIdx="52"/>
  <p:cmAuthor id="191251537" name="郭 浩" initials="郭" lastIdx="2" clrIdx="25"/>
  <p:cmAuthor id="54" name="Shirley" initials="S" lastIdx="2" clrIdx="53"/>
  <p:cmAuthor id="191251538" name="渠沛" initials="渠" lastIdx="1" clrIdx="35"/>
  <p:cmAuthor id="55" name="未知的使用者70" initials="" lastIdx="1" clrIdx="0"/>
  <p:cmAuthor id="191251539" name="席琛" initials="" lastIdx="0" clrIdx="58"/>
  <p:cmAuthor id="56" name="未知的使用者85" initials="" lastIdx="1" clrIdx="0"/>
  <p:cmAuthor id="57" name="wumeng" initials="w" lastIdx="1" clrIdx="56"/>
  <p:cmAuthor id="210492765" name="施普希（菜菜）" initials="施" lastIdx="0" clrIdx="0"/>
  <p:cmAuthor id="58" name="未知的使用者87" initials="" lastIdx="1" clrIdx="0"/>
  <p:cmAuthor id="210492766" name="yu 1" initials="y1" lastIdx="1" clrIdx="19"/>
  <p:cmAuthor id="59" name="Saku Uchikawa" initials="S" lastIdx="11" clrIdx="0"/>
  <p:cmAuthor id="210492767" name="李 嘉" initials="李" lastIdx="1" clrIdx="26"/>
  <p:cmAuthor id="60" name="未知的使用者90" initials="" lastIdx="8" clrIdx="0"/>
  <p:cmAuthor id="61" name="張秀娟" initials="張" lastIdx="1" clrIdx="2"/>
  <p:cmAuthor id="62" name="未知的使用者34" initials="未" lastIdx="1" clrIdx="0"/>
  <p:cmAuthor id="63" name="16639" initials="1" lastIdx="1" clrIdx="62"/>
  <p:cmAuthor id="64" name="yunon" initials="y" lastIdx="1" clrIdx="63"/>
  <p:cmAuthor id="65" name="未知的使用者113" initials="" lastIdx="1" clrIdx="2"/>
  <p:cmAuthor id="66" name="liucunri" initials="" lastIdx="1" clrIdx="0"/>
  <p:cmAuthor id="67" name="qihua-DCMS" initials="q" lastIdx="0" clrIdx="0"/>
  <p:cmAuthor id="68" name="Unknown User48" initials="" lastIdx="8" clrIdx="0"/>
  <p:cmAuthor id="69" name="未知用户82" initials="未知用户82" lastIdx="1" clrIdx="0"/>
  <p:cmAuthor id="70" name="未知用户83" initials="未知用户83" lastIdx="1" clrIdx="0"/>
  <p:cmAuthor id="71" name="未知用户84" initials="未知用户84" lastIdx="5" clrIdx="0"/>
  <p:cmAuthor id="72" name="未知用户137" initials="未知用户137" lastIdx="10" clrIdx="0"/>
  <p:cmAuthor id="73" name="未知用户21" initials="未" lastIdx="1" clrIdx="0"/>
  <p:cmAuthor id="74" name="未知用户138" initials="未知用户138" lastIdx="0" clrIdx="1"/>
  <p:cmAuthor id="78" name="xingwei hou" initials="xh" lastIdx="6" clrIdx="34"/>
  <p:cmAuthor id="79" name="未知的使用者16" initials="未" lastIdx="6" clrIdx="0"/>
  <p:cmAuthor id="80" name="未知的使用者13" initials="未" lastIdx="1" clrIdx="0"/>
  <p:cmAuthor id="81" name="未知的使用者14" initials="未" lastIdx="2" clrIdx="0"/>
  <p:cmAuthor id="82" name="廖麗華" initials="廖" lastIdx="1" clrIdx="0"/>
  <p:cmAuthor id="83" name="未知的使用者12" initials="未" lastIdx="1" clrIdx="0"/>
  <p:cmAuthor id="84" name="未知用户129" initials="未知用户129" lastIdx="1" clrIdx="0"/>
  <p:cmAuthor id="85" name="唐可欣" initials="唐" lastIdx="1" clrIdx="0"/>
  <p:cmAuthor id="86" name="王鹏凯" initials="" lastIdx="1" clrIdx="0"/>
  <p:cmAuthor id="87" name="未知的使用者35" initials="未" lastIdx="1" clrIdx="0"/>
  <p:cmAuthor id="88" name="未知的使用者33" initials="未" lastIdx="1" clrIdx="0"/>
  <p:cmAuthor id="89" name="未知的使用者10" initials="" lastIdx="3" clrIdx="1"/>
  <p:cmAuthor id="90" name="未知的使用者93" initials="" lastIdx="1" clrIdx="1"/>
  <p:cmAuthor id="92" name="LeeElva" initials="" lastIdx="1" clrIdx="0"/>
  <p:cmAuthor id="93" name="未知用户99" initials="" lastIdx="1" clrIdx="2"/>
  <p:cmAuthor id="95" name="未知的使用者115" initials="" lastIdx="1" clrIdx="1"/>
  <p:cmAuthor id="96" name="未知用户57" initials="" lastIdx="1" clrIdx="0"/>
  <p:cmAuthor id="97" name="lianghb" initials="" lastIdx="19" clrIdx="0"/>
  <p:cmAuthor id="98" name="未知用户17" initials="" lastIdx="0" clrIdx="1"/>
  <p:cmAuthor id="99" name="Deanna Schuler (Bookey Consulting)" initials="" lastIdx="2" clrIdx="0"/>
  <p:cmAuthor id="100" name="未知的使用者57" initials="未" lastIdx="1" clrIdx="0"/>
  <p:cmAuthor id="103" name="未知用户102" initials="" lastIdx="1" clrIdx="1"/>
  <p:cmAuthor id="104" name="maxine" initials="" lastIdx="0" clrIdx="0"/>
  <p:cmAuthor id="105" name="未知的使用者121" initials="" lastIdx="1" clrIdx="1"/>
  <p:cmAuthor id="107" name="周元元" initials="" lastIdx="5" clrIdx="0"/>
  <p:cmAuthor id="108" name="未知的使用者27" initials="" lastIdx="8" clrIdx="0"/>
  <p:cmAuthor id="110" name="未知的使用者30" initials="" lastIdx="8" clrIdx="0"/>
  <p:cmAuthor id="111" name="未知的使用者53" initials="" lastIdx="1" clrIdx="0"/>
  <p:cmAuthor id="112" name="未知用户58" initials="" lastIdx="5" clrIdx="1"/>
  <p:cmAuthor id="113" name="未知的使用者25" initials="" lastIdx="1" clrIdx="0"/>
  <p:cmAuthor id="114" name="liupeng" initials="" lastIdx="1" clrIdx="1"/>
  <p:cmAuthor id="115" name="未知用户24" initials="" lastIdx="1" clrIdx="0"/>
  <p:cmAuthor id="116" name="AbuSina" initials="" lastIdx="2" clrIdx="0"/>
  <p:cmAuthor id="117" name="hl sun" initials="" lastIdx="1" clrIdx="0"/>
  <p:cmAuthor id="118" name="未知的使用者94" initials="" lastIdx="1" clrIdx="2"/>
  <p:cmAuthor id="119" name="未知用户66" initials="" lastIdx="1" clrIdx="0"/>
  <p:cmAuthor id="121" name="未知用户19" initials="" lastIdx="1" clrIdx="0"/>
  <p:cmAuthor id="122" name="周宏達JerryChou" initials="" lastIdx="6" clrIdx="2"/>
  <p:cmAuthor id="124" name="未知用户7" initials="" lastIdx="1" clrIdx="0"/>
  <p:cmAuthor id="125" name="未知的使用者56" initials="" lastIdx="1" clrIdx="0"/>
  <p:cmAuthor id="127" name="未知的使用者119" initials="" lastIdx="1" clrIdx="2"/>
  <p:cmAuthor id="128" name="未知用户59" initials="" lastIdx="0" clrIdx="1"/>
  <p:cmAuthor id="129" name="未知的使用者22" initials="" lastIdx="8" clrIdx="0"/>
  <p:cmAuthor id="130" name="未知的使用者103" initials="" lastIdx="8" clrIdx="0"/>
  <p:cmAuthor id="131" name="Wenwen" initials="" lastIdx="1" clrIdx="1"/>
  <p:cmAuthor id="132" name="未知的使用者117" initials="" lastIdx="1" clrIdx="0"/>
  <p:cmAuthor id="134" name="未知的使用者28" initials="" lastIdx="1" clrIdx="0"/>
  <p:cmAuthor id="135" name="未知用户67" initials="" lastIdx="1" clrIdx="0"/>
  <p:cmAuthor id="136" name="未知用户114" initials="" lastIdx="1" clrIdx="0"/>
  <p:cmAuthor id="137" name="未知用户18" initials="" lastIdx="10" clrIdx="0"/>
  <p:cmAuthor id="138" name="未知的使用者67" initials="" lastIdx="1" clrIdx="0"/>
  <p:cmAuthor id="139" name="未知的使用者46" initials="" lastIdx="1" clrIdx="1"/>
  <p:cmAuthor id="140" name="未知的使用者26" initials="" lastIdx="1" clrIdx="0"/>
  <p:cmAuthor id="141" name="未知的使用者43" initials="" lastIdx="1" clrIdx="0"/>
  <p:cmAuthor id="142" name="未知的使用者9" initials="" lastIdx="1" clrIdx="0"/>
  <p:cmAuthor id="143" name="未知用户62" initials="" lastIdx="1" clrIdx="1"/>
  <p:cmAuthor id="144" name="yuanzh" initials="" lastIdx="1" clrIdx="1"/>
  <p:cmAuthor id="145" name="不明使用者57" initials="" lastIdx="1" clrIdx="0"/>
  <p:cmAuthor id="146" name="未知用户108" initials="" lastIdx="1" clrIdx="0"/>
  <p:cmAuthor id="147" name="未知的使用者110" initials="" lastIdx="1" clrIdx="0"/>
  <p:cmAuthor id="148" name="linyd" initials="" lastIdx="3" clrIdx="1"/>
  <p:cmAuthor id="149" name="未知用户8" initials="" lastIdx="1" clrIdx="0"/>
  <p:cmAuthor id="150" name="未知的使用者31" initials="" lastIdx="1" clrIdx="0"/>
  <p:cmAuthor id="151" name="未知用户81" initials="" lastIdx="1" clrIdx="0"/>
  <p:cmAuthor id="152" name="未知用户115" initials="" lastIdx="1" clrIdx="0"/>
  <p:cmAuthor id="154" name="未知的使用者68" initials="" lastIdx="1" clrIdx="0"/>
  <p:cmAuthor id="155" name="mm" initials="" lastIdx="1" clrIdx="0"/>
  <p:cmAuthor id="156" name="未知用户15" initials="" lastIdx="1" clrIdx="0"/>
  <p:cmAuthor id="157" name="朱晓瑜" initials="" lastIdx="54" clrIdx="0"/>
  <p:cmAuthor id="158" name="不明使用者20" initials="" lastIdx="1" clrIdx="0"/>
  <p:cmAuthor id="2000" name="潘永学_zqEffEZJ" initials="authorId_234645887" lastIdx="1115237080" clrIdx="0"/>
  <p:cmAuthor id="2001" name="潘 晨" initials="潘" lastIdx="2" clrIdx="18"/>
  <p:cmAuthor id="2002" name="song manyi" initials="sm" lastIdx="4" clrIdx="19"/>
  <p:cmAuthor id="161" name="未知用户6" initials="" lastIdx="8" clrIdx="0"/>
  <p:cmAuthor id="2003" name="梁鹏" initials="u" lastIdx="1" clrIdx="35"/>
  <p:cmAuthor id="162" name="未知的使用者55" initials="" lastIdx="1" clrIdx="0"/>
  <p:cmAuthor id="2004" name="范 斌" initials="范" lastIdx="1" clrIdx="36"/>
  <p:cmAuthor id="163" name="未知的使用者111" initials="" lastIdx="1" clrIdx="0"/>
  <p:cmAuthor id="2005" name="毕邺" initials="党委办公室" lastIdx="2" clrIdx="37"/>
  <p:cmAuthor id="164" name="未知的使用者50" initials="" lastIdx="1" clrIdx="0"/>
  <p:cmAuthor id="2006" name="jiaru tiger" initials="jt" lastIdx="2" clrIdx="38"/>
  <p:cmAuthor id="165" name="未知的使用者11" initials="" lastIdx="1" clrIdx="0"/>
  <p:cmAuthor id="166" name="未知用户47" initials="" lastIdx="6" clrIdx="0"/>
  <p:cmAuthor id="691587970" name="小延魔法师" initials="小" lastIdx="1126286" clrIdx="0"/>
  <p:cmAuthor id="167" name="未知用户106" initials="未" lastIdx="1" clrIdx="0"/>
  <p:cmAuthor id="691587971" name="刘春杰10244342" initials="刘春杰10244342" lastIdx="1" clrIdx="41"/>
  <p:cmAuthor id="168" name="未知用户116" initials="" lastIdx="1" clrIdx="1"/>
  <p:cmAuthor id="691587972" name="li hui" initials="lh" lastIdx="1" clrIdx="50"/>
  <p:cmAuthor id="169" name="未知的使用者150" initials="未" lastIdx="1" clrIdx="0"/>
  <p:cmAuthor id="691587973" name="Ms.Zhang" initials="M" lastIdx="1" clrIdx="59"/>
  <p:cmAuthor id="170" name="未知的使用者69" initials="" lastIdx="1" clrIdx="1"/>
  <p:cmAuthor id="171" name="未知的使用者112" initials="" lastIdx="1" clrIdx="1"/>
  <p:cmAuthor id="173" name="Kevin Hu" initials="" lastIdx="1" clrIdx="0"/>
  <p:cmAuthor id="174" name="未知的使用者38" initials="" lastIdx="1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8535702" name="曾蓓/贝贝" initials="曾" lastIdx="0" clrIdx="0"/>
  <p:cmAuthor id="181" name="未知的使用者41" initials="" lastIdx="1" clrIdx="0"/>
  <p:cmAuthor id="183" name="djj" initials="" lastIdx="2" clrIdx="0"/>
  <p:cmAuthor id="184" name="未知用户117" initials="" lastIdx="1" clrIdx="2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未知用户14" initials="" lastIdx="1" clrIdx="0"/>
  <p:cmAuthor id="195" name="Unknown User65" initials="U" lastIdx="1" clrIdx="0"/>
  <p:cmAuthor id="196" name="未知用户98" initials="" lastIdx="1" clrIdx="2"/>
  <p:cmAuthor id="199" name="未知用户61" initials="" lastIdx="8" clrIdx="0"/>
  <p:cmAuthor id="201" name="Jason Wang" initials="" lastIdx="1" clrIdx="0"/>
  <p:cmAuthor id="202" name="不明使用者18" initials="" lastIdx="0" clrIdx="1"/>
  <p:cmAuthor id="203" name="未知用户28" initials="未" lastIdx="5" clrIdx="1"/>
  <p:cmAuthor id="204" name="未知的使用者72" initials="" lastIdx="1" clrIdx="0"/>
  <p:cmAuthor id="205" name="未知的使用者48" initials="" lastIdx="1" clrIdx="0"/>
  <p:cmAuthor id="206" name="未知的使用者104" initials="" lastIdx="1" clrIdx="0"/>
  <p:cmAuthor id="207" name="未知用户60" initials="" lastIdx="1" clrIdx="0"/>
  <p:cmAuthor id="208" name="未知的使用者39" initials="未" lastIdx="10" clrIdx="0"/>
  <p:cmAuthor id="209" name="Shawna Strickland" initials="" lastIdx="2" clrIdx="0"/>
  <p:cmAuthor id="210" name="未知的使用者36" initials="" lastIdx="3" clrIdx="1"/>
  <p:cmAuthor id="212" name="Daniel Wuu" initials="" lastIdx="1" clrIdx="0"/>
  <p:cmAuthor id="213" name="未知用户56" initials="" lastIdx="1" clrIdx="0"/>
  <p:cmAuthor id="217" name="Ashley Eberenz" initials="" lastIdx="7" clrIdx="1"/>
  <p:cmAuthor id="218" name="不明使用者19" initials="" lastIdx="1" clrIdx="0"/>
  <p:cmAuthor id="219" name="qiantong" initials="" lastIdx="3" clrIdx="1"/>
  <p:cmAuthor id="220" name="未知的使用者74" initials="" lastIdx="1" clrIdx="0"/>
  <p:cmAuthor id="221" name="未知的使用者23" initials="" lastIdx="1" clrIdx="0"/>
  <p:cmAuthor id="223" name="116304" initials="" lastIdx="1" clrIdx="1"/>
  <p:cmAuthor id="224" name="未知用户31" initials="未" lastIdx="1" clrIdx="1"/>
  <p:cmAuthor id="225" name="R affer" initials="" lastIdx="1" clrIdx="0"/>
  <p:cmAuthor id="227" name="未知用户55" initials="" lastIdx="1" clrIdx="0"/>
  <p:cmAuthor id="228" name="未知的使用者95" initials="" lastIdx="1" clrIdx="0"/>
  <p:cmAuthor id="230" name="未知的使用者32" initials="" lastIdx="1" clrIdx="0"/>
  <p:cmAuthor id="231" name="未知的使用者49" initials="" lastIdx="1" clrIdx="0"/>
  <p:cmAuthor id="232" name="Unknown User26" initials="U" lastIdx="1" clrIdx="1"/>
  <p:cmAuthor id="233" name="yuexuejun" initials="" lastIdx="3" clrIdx="0"/>
  <p:cmAuthor id="234" name="未知的使用者71" initials="" lastIdx="1" clrIdx="1"/>
  <p:cmAuthor id="235" name="未知的使用者105" initials="" lastIdx="1" clrIdx="0"/>
  <p:cmAuthor id="236" name="Unknown User70" initials="" lastIdx="1" clrIdx="0"/>
  <p:cmAuthor id="237" name="clinchen" initials="" lastIdx="0" clrIdx="1"/>
  <p:cmAuthor id="238" name="未知用户23" initials="" lastIdx="1" clrIdx="0"/>
  <p:cmAuthor id="239" name="hanjuncompany" initials="" lastIdx="1" clrIdx="0"/>
  <p:cmAuthor id="240" name="kathy chen" initials="" lastIdx="3" clrIdx="0"/>
  <p:cmAuthor id="1411827" name="黄晓平" initials="黄" lastIdx="0" clrIdx="0"/>
  <p:cmAuthor id="241" name="未知的使用者63" initials="" lastIdx="1" clrIdx="0"/>
  <p:cmAuthor id="1411828" name="徐琳00159163" initials="徐琳00159163" lastIdx="1" clrIdx="37"/>
  <p:cmAuthor id="242" name="未知的使用者64" initials="" lastIdx="3" clrIdx="1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280" name="未知用户68" initials="" lastIdx="1" clrIdx="0"/>
  <p:cmAuthor id="281" name="未知用户69" initials="" lastIdx="2" clrIdx="0"/>
  <p:cmAuthor id="282" name="未知用户70" initials="" lastIdx="1" clrIdx="1"/>
  <p:cmAuthor id="283" name="未知用户71" initials="" lastIdx="1" clrIdx="0"/>
  <p:cmAuthor id="284" name="未知用户72" initials="" lastIdx="1" clrIdx="0"/>
  <p:cmAuthor id="285" name="未知用户73" initials="" lastIdx="2" clrIdx="0"/>
  <p:cmAuthor id="286" name="未知用户49" initials="" lastIdx="1" clrIdx="0"/>
  <p:cmAuthor id="287" name="未知用户50" initials="" lastIdx="1" clrIdx="0"/>
  <p:cmAuthor id="288" name="未知用户52" initials="" lastIdx="1" clrIdx="0"/>
  <p:cmAuthor id="289" name="MA15" initials="" lastIdx="1" clrIdx="0"/>
  <p:cmAuthor id="290" name="未知用户53" initials="" lastIdx="10" clrIdx="0"/>
  <p:cmAuthor id="291" name="未知用户96" initials="" lastIdx="1" clrIdx="0"/>
  <p:cmAuthor id="292" name="未知用户48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6" name="未知用户100" initials="" lastIdx="1" clrIdx="0"/>
  <p:cmAuthor id="297" name="未知用户101" initials="" lastIdx="1" clrIdx="0"/>
  <p:cmAuthor id="298" name="未知用户26" initials="" lastIdx="1" clrIdx="0"/>
  <p:cmAuthor id="299" name="未知用户29" initials="" lastIdx="1" clrIdx="0"/>
  <p:cmAuthor id="300" name="未知用户32" initials="" lastIdx="1" clrIdx="0"/>
  <p:cmAuthor id="301" name="未知用户33" initials="" lastIdx="1" clrIdx="0"/>
  <p:cmAuthor id="302" name="未知用户34" initials="" lastIdx="2" clrIdx="0"/>
  <p:cmAuthor id="303" name="未知用户42" initials="" lastIdx="1" clrIdx="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331" name="86156" initials="8" lastIdx="2" clrIdx="330"/>
  <p:cmAuthor id="51" name="MLOONG" initials="M" lastIdx="1" clrIdx="0"/>
  <p:cmAuthor id="47245820" name="Windows 用户" initials="W用" lastIdx="1" clrIdx="16"/>
  <p:cmAuthor id="47245821" name="江莉萍|jiangliping" initials="W用" lastIdx="4" clrIdx="26"/>
  <p:cmAuthor id="691587974" name="陈文华" initials="u" lastIdx="0" clrIdx="322"/>
  <p:cmAuthor id="323" name="ethel" initials="e" lastIdx="2" clrIdx="322"/>
  <p:cmAuthor id="324" name="多丽娅" initials="多" lastIdx="1" clrIdx="323"/>
  <p:cmAuthor id="325" name="25720" initials="2" lastIdx="1" clrIdx="324"/>
  <p:cmAuthor id="326" name="10546" initials="1" lastIdx="1" clrIdx="325"/>
  <p:cmAuthor id="327" name="岳凯婷" initials="岳" lastIdx="1" clrIdx="326"/>
  <p:cmAuthor id="328" name="anima" initials="a" lastIdx="1" clrIdx="327"/>
  <p:cmAuthor id="329" name="LENOVO" initials="L" lastIdx="4" clrIdx="328"/>
  <p:cmAuthor id="330" name="沈阳" initials="沈" lastIdx="1" clrIdx="329"/>
  <p:cmAuthor id="287643683" name="王 曦" initials="王" lastIdx="1" clrIdx="13"/>
  <p:cmAuthor id="287643684" name="Aqf" initials="A" lastIdx="1" clrIdx="36"/>
  <p:cmAuthor id="343" name="娜娅" initials="娜" lastIdx="2" clrIdx="342"/>
  <p:cmAuthor id="91" name="范作霖" initials="范" lastIdx="1" clrIdx="22"/>
  <p:cmAuthor id="109" name="刘豹" initials="刘" lastIdx="0" clrIdx="0"/>
  <p:cmAuthor id="120" name="郑汝鸿" initials="郑" lastIdx="2" clrIdx="0"/>
  <p:cmAuthor id="123" name="邢辰凤" initials="邢" lastIdx="45" clrIdx="7"/>
  <p:cmAuthor id="126" name="未知用户46" initials="未" lastIdx="1" clrIdx="1"/>
  <p:cmAuthor id="394525608" name="仇怿俊" initials="仇" lastIdx="0" clrIdx="0"/>
  <p:cmAuthor id="353158055" name="韩雨" initials="韩" lastIdx="0" clrIdx="0"/>
  <p:cmAuthor id="334" name="何伟" initials="何" lastIdx="1" clrIdx="33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文本占位符 2"/>
          <p:cNvSpPr>
            <a:spLocks noGrp="1"/>
          </p:cNvSpPr>
          <p:nvPr>
            <p:ph type="body" idx="9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冬奥联通版范例一-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/>
        </p:nvGrpSpPr>
        <p:grpSpPr>
          <a:xfrm>
            <a:off x="0" y="390998"/>
            <a:ext cx="12192634" cy="519102"/>
            <a:chOff x="0" y="2301"/>
            <a:chExt cx="19227" cy="737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0" y="2960"/>
              <a:ext cx="19227" cy="28"/>
            </a:xfrm>
            <a:prstGeom prst="line">
              <a:avLst/>
            </a:prstGeom>
            <a:ln w="60325">
              <a:solidFill>
                <a:srgbClr val="E8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" name="图片 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5411" y="2301"/>
              <a:ext cx="2695" cy="737"/>
            </a:xfrm>
            <a:prstGeom prst="rect">
              <a:avLst/>
            </a:prstGeom>
          </p:spPr>
        </p:pic>
      </p:grpSp>
      <p:sp>
        <p:nvSpPr>
          <p:cNvPr id="11" name="矩形 10"/>
          <p:cNvSpPr/>
          <p:nvPr userDrawn="1"/>
        </p:nvSpPr>
        <p:spPr>
          <a:xfrm>
            <a:off x="0" y="0"/>
            <a:ext cx="1181735" cy="855345"/>
          </a:xfrm>
          <a:prstGeom prst="rect">
            <a:avLst/>
          </a:prstGeom>
          <a:solidFill>
            <a:srgbClr val="E80000"/>
          </a:solidFill>
          <a:ln>
            <a:noFill/>
          </a:ln>
        </p:spPr>
        <p:txBody>
          <a:bodyPr wrap="square" anchor="ctr" anchorCtr="1">
            <a:noAutofit/>
          </a:bodyPr>
          <a:p>
            <a:pPr algn="l" fontAlgn="b"/>
            <a:endParaRPr lang="en-US" altLang="zh-CN" sz="16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1"/>
          <p:cNvSpPr txBox="1"/>
          <p:nvPr userDrawn="1"/>
        </p:nvSpPr>
        <p:spPr bwMode="auto">
          <a:xfrm>
            <a:off x="11760183" y="6581001"/>
            <a:ext cx="4315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45720" rIns="36000" bIns="45720" numCol="1" anchor="ctr" anchorCtr="0" compatLnSpc="1">
            <a:spAutoFit/>
          </a:bodyPr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100" b="1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1pPr>
            <a:lvl2pPr marL="457200" algn="ctr" rtl="0" fontAlgn="base">
              <a:spcBef>
                <a:spcPct val="0"/>
              </a:spcBef>
              <a:spcAft>
                <a:spcPct val="3000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3000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3000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3000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9040C6-963D-4B80-83DC-4E43C55D1E51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</a:fld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4277360" y="1042035"/>
            <a:ext cx="4226560" cy="499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守正创新</a:t>
            </a:r>
            <a:r>
              <a:rPr lang="en-US" altLang="zh-CN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zh-CN" altLang="en-US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行稳致远</a:t>
            </a:r>
            <a:endParaRPr lang="zh-CN" altLang="en-US" sz="2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流程图: 联系 14"/>
          <p:cNvSpPr/>
          <p:nvPr/>
        </p:nvSpPr>
        <p:spPr>
          <a:xfrm>
            <a:off x="8491220" y="1800860"/>
            <a:ext cx="2303145" cy="765175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坚持主责主业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流程图: 联系 17"/>
          <p:cNvSpPr/>
          <p:nvPr/>
        </p:nvSpPr>
        <p:spPr>
          <a:xfrm>
            <a:off x="5219065" y="1800860"/>
            <a:ext cx="2303145" cy="765175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坚持守正创新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流程图: 联系 19"/>
          <p:cNvSpPr/>
          <p:nvPr/>
        </p:nvSpPr>
        <p:spPr>
          <a:xfrm>
            <a:off x="2307590" y="1800860"/>
            <a:ext cx="2303145" cy="765175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坚持党的领导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"/>
          <p:cNvSpPr/>
          <p:nvPr/>
        </p:nvSpPr>
        <p:spPr>
          <a:xfrm>
            <a:off x="2169160" y="2959100"/>
            <a:ext cx="8792210" cy="718185"/>
          </a:xfrm>
          <a:prstGeom prst="roundRect">
            <a:avLst>
              <a:gd name="adj" fmla="val 3035"/>
            </a:avLst>
          </a:prstGeom>
          <a:solidFill>
            <a:srgbClr val="F3F5F6"/>
          </a:solidFill>
          <a:ln w="12700">
            <a:miter lim="400000"/>
          </a:ln>
        </p:spPr>
        <p:txBody>
          <a:bodyPr lIns="25400" tIns="25400" rIns="25400" bIns="25400" anchor="ctr"/>
          <a:p>
            <a:pPr algn="ctr" defTabSz="412750">
              <a:defRPr sz="3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  <a:endParaRPr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451735" y="3067685"/>
            <a:ext cx="1905000" cy="4616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anchor="ctr" anchorCtr="1">
            <a:noAutofit/>
          </a:bodyPr>
          <a:p>
            <a:pPr algn="ctr" fontAlgn="b"/>
            <a:endParaRPr lang="en-US" altLang="zh-CN" sz="16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484370" y="3067685"/>
            <a:ext cx="1905000" cy="4616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anchor="ctr" anchorCtr="1">
            <a:noAutofit/>
          </a:bodyPr>
          <a:p>
            <a:pPr algn="ctr" fontAlgn="b"/>
            <a:endParaRPr lang="en-US" altLang="zh-CN" sz="16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517005" y="3067685"/>
            <a:ext cx="1905000" cy="4616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anchor="ctr" anchorCtr="1">
            <a:noAutofit/>
          </a:bodyPr>
          <a:p>
            <a:pPr algn="ctr" fontAlgn="b"/>
            <a:endParaRPr lang="en-US" altLang="zh-CN" sz="16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549640" y="3067685"/>
            <a:ext cx="1971675" cy="4616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anchor="ctr" anchorCtr="1">
            <a:noAutofit/>
          </a:bodyPr>
          <a:p>
            <a:pPr algn="ctr" fontAlgn="b"/>
            <a:endParaRPr lang="en-US" altLang="zh-CN" sz="16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4290060" y="3164205"/>
            <a:ext cx="268605" cy="26860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anchor="ctr" anchorCtr="1">
            <a:noAutofit/>
          </a:bodyPr>
          <a:p>
            <a:pPr algn="ctr" fontAlgn="b"/>
            <a:endParaRPr lang="en-US" altLang="zh-CN" sz="16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6318885" y="3183890"/>
            <a:ext cx="268605" cy="26860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anchor="ctr" anchorCtr="1">
            <a:noAutofit/>
          </a:bodyPr>
          <a:p>
            <a:pPr algn="ctr" fontAlgn="b"/>
            <a:endParaRPr lang="en-US" altLang="zh-CN" sz="16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8347710" y="3183890"/>
            <a:ext cx="268605" cy="26860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anchor="ctr" anchorCtr="1">
            <a:noAutofit/>
          </a:bodyPr>
          <a:p>
            <a:pPr algn="ctr" fontAlgn="b"/>
            <a:endParaRPr lang="en-US" altLang="zh-CN" sz="16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燕尾形 33"/>
          <p:cNvSpPr/>
          <p:nvPr/>
        </p:nvSpPr>
        <p:spPr>
          <a:xfrm>
            <a:off x="4356735" y="3202305"/>
            <a:ext cx="168275" cy="19304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txBody>
          <a:bodyPr wrap="square" anchor="ctr" anchorCtr="1">
            <a:noAutofit/>
          </a:bodyPr>
          <a:p>
            <a:pPr algn="ctr" fontAlgn="b"/>
            <a:endParaRPr lang="en-US" altLang="zh-CN" sz="16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燕尾形 34"/>
          <p:cNvSpPr/>
          <p:nvPr/>
        </p:nvSpPr>
        <p:spPr>
          <a:xfrm>
            <a:off x="6381115" y="3221355"/>
            <a:ext cx="168275" cy="19304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txBody>
          <a:bodyPr wrap="square" anchor="ctr" anchorCtr="1">
            <a:noAutofit/>
          </a:bodyPr>
          <a:p>
            <a:pPr algn="ctr" fontAlgn="b"/>
            <a:endParaRPr lang="en-US" altLang="zh-CN" sz="16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燕尾形 35"/>
          <p:cNvSpPr/>
          <p:nvPr/>
        </p:nvSpPr>
        <p:spPr>
          <a:xfrm>
            <a:off x="8405495" y="3221355"/>
            <a:ext cx="168275" cy="19304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txBody>
          <a:bodyPr wrap="square" anchor="ctr" anchorCtr="1">
            <a:noAutofit/>
          </a:bodyPr>
          <a:p>
            <a:pPr algn="ctr" fontAlgn="b"/>
            <a:endParaRPr lang="en-US" altLang="zh-CN" sz="16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637790" y="3126105"/>
            <a:ext cx="11328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连接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802505" y="3145790"/>
            <a:ext cx="11328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算力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767830" y="3164205"/>
            <a:ext cx="11328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服务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8840470" y="3164205"/>
            <a:ext cx="11328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安全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1028680" y="3108325"/>
            <a:ext cx="1111885" cy="421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核心赛道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矩形 52"/>
          <p:cNvSpPr/>
          <p:nvPr/>
        </p:nvSpPr>
        <p:spPr bwMode="auto">
          <a:xfrm>
            <a:off x="2127250" y="4115435"/>
            <a:ext cx="2187575" cy="539115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txBody>
          <a:bodyPr vert="horz" wrap="square" lIns="86400" tIns="43200" rIns="86400" bIns="43200" numCol="1" rtlCol="0" anchor="ctr" anchorCtr="0" compatLnSpc="1">
            <a:noAutofit/>
          </a:bodyPr>
          <a:p>
            <a:pPr lvl="0" algn="ctr" defTabSz="1097280" eaLnBrk="0" fontAlgn="t" hangingPunct="0">
              <a:buClrTx/>
              <a:buSzTx/>
              <a:buFontTx/>
              <a:defRPr/>
            </a:pPr>
            <a:r>
              <a:rPr lang="zh-CN" altLang="en-US" sz="12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守</a:t>
            </a:r>
            <a:r>
              <a:rPr lang="en-US" altLang="zh-CN" sz="12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“</a:t>
            </a:r>
            <a:r>
              <a:rPr lang="zh-CN" altLang="en-US" sz="12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连接</a:t>
            </a:r>
            <a:r>
              <a:rPr lang="en-US" altLang="zh-CN" sz="12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”</a:t>
            </a:r>
            <a:endParaRPr lang="en-US" altLang="zh-CN" sz="1200" b="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lvl="0" algn="ctr" defTabSz="1097280" eaLnBrk="0" fontAlgn="t" hangingPunct="0">
              <a:buClrTx/>
              <a:buSzTx/>
              <a:buFontTx/>
              <a:defRPr/>
            </a:pPr>
            <a:r>
              <a:rPr lang="zh-CN" altLang="en-US" sz="12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继续深化基于规模的价值经营</a:t>
            </a:r>
            <a:endParaRPr lang="zh-CN" altLang="en-US" sz="1200" b="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54" name="矩形 53"/>
          <p:cNvSpPr/>
          <p:nvPr/>
        </p:nvSpPr>
        <p:spPr bwMode="auto">
          <a:xfrm>
            <a:off x="4345305" y="4115435"/>
            <a:ext cx="2209165" cy="539115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txBody>
          <a:bodyPr vert="horz" wrap="square" lIns="86400" tIns="43200" rIns="86400" bIns="43200" numCol="1" rtlCol="0" anchor="ctr" anchorCtr="0" compatLnSpc="1">
            <a:noAutofit/>
          </a:bodyPr>
          <a:p>
            <a:pPr lvl="0" algn="ctr" defTabSz="1097280" eaLnBrk="0" fontAlgn="t" hangingPunct="0">
              <a:buClrTx/>
              <a:buSzTx/>
              <a:buFontTx/>
              <a:defRPr/>
            </a:pPr>
            <a:r>
              <a:rPr lang="zh-CN" altLang="en-US" sz="12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强</a:t>
            </a:r>
            <a:r>
              <a:rPr lang="en-US" altLang="zh-CN" sz="12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“</a:t>
            </a:r>
            <a:r>
              <a:rPr lang="zh-CN" altLang="en-US" sz="12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算力</a:t>
            </a:r>
            <a:r>
              <a:rPr lang="en-US" altLang="zh-CN" sz="12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”</a:t>
            </a:r>
            <a:endParaRPr lang="en-US" altLang="zh-CN" sz="1200" b="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lvl="0" algn="ctr" defTabSz="1097280" eaLnBrk="0" fontAlgn="t" hangingPunct="0">
              <a:buClrTx/>
              <a:buSzTx/>
              <a:buFontTx/>
              <a:defRPr/>
            </a:pPr>
            <a:r>
              <a:rPr lang="zh-CN" altLang="en-US" sz="12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继续深化基于智能的融合创新</a:t>
            </a:r>
            <a:endParaRPr lang="zh-CN" altLang="en-US" sz="1200" b="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63" name="矩形 62"/>
          <p:cNvSpPr/>
          <p:nvPr/>
        </p:nvSpPr>
        <p:spPr bwMode="auto">
          <a:xfrm>
            <a:off x="6584315" y="4115435"/>
            <a:ext cx="2183130" cy="539115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txBody>
          <a:bodyPr vert="horz" wrap="square" lIns="86400" tIns="43200" rIns="86400" bIns="43200" numCol="1" rtlCol="0" anchor="ctr" anchorCtr="0" compatLnSpc="1">
            <a:noAutofit/>
          </a:bodyPr>
          <a:p>
            <a:pPr lvl="0" algn="ctr" defTabSz="1097280" eaLnBrk="0" fontAlgn="t" hangingPunct="0">
              <a:buClrTx/>
              <a:buSzTx/>
              <a:buFontTx/>
              <a:defRPr/>
            </a:pPr>
            <a:r>
              <a:rPr lang="zh-CN" altLang="en-US" sz="12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优</a:t>
            </a:r>
            <a:r>
              <a:rPr lang="en-US" altLang="zh-CN" sz="12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“</a:t>
            </a:r>
            <a:r>
              <a:rPr lang="zh-CN" altLang="en-US" sz="12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服务</a:t>
            </a:r>
            <a:r>
              <a:rPr lang="en-US" altLang="zh-CN" sz="12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”</a:t>
            </a:r>
            <a:endParaRPr lang="en-US" altLang="zh-CN" sz="1200" b="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lvl="0" algn="ctr" defTabSz="1097280" eaLnBrk="0" fontAlgn="t" hangingPunct="0">
              <a:buClrTx/>
              <a:buSzTx/>
              <a:buFontTx/>
              <a:defRPr/>
            </a:pPr>
            <a:r>
              <a:rPr lang="zh-CN" altLang="en-US" sz="12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继续深化基于产品的客户体验</a:t>
            </a:r>
            <a:endParaRPr lang="zh-CN" altLang="en-US" sz="1200" b="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64" name="矩形 63"/>
          <p:cNvSpPr/>
          <p:nvPr/>
        </p:nvSpPr>
        <p:spPr bwMode="auto">
          <a:xfrm>
            <a:off x="8810625" y="4115435"/>
            <a:ext cx="2179955" cy="539115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txBody>
          <a:bodyPr vert="horz" wrap="square" lIns="86400" tIns="43200" rIns="86400" bIns="43200" numCol="1" rtlCol="0" anchor="ctr" anchorCtr="0" compatLnSpc="1">
            <a:noAutofit/>
          </a:bodyPr>
          <a:p>
            <a:pPr lvl="0" algn="ctr" defTabSz="1097280" eaLnBrk="0" fontAlgn="t" hangingPunct="0">
              <a:buClrTx/>
              <a:buSzTx/>
              <a:buFontTx/>
              <a:defRPr/>
            </a:pPr>
            <a:r>
              <a:rPr lang="zh-CN" altLang="en-US" sz="12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保</a:t>
            </a:r>
            <a:r>
              <a:rPr lang="en-US" altLang="zh-CN" sz="12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“</a:t>
            </a:r>
            <a:r>
              <a:rPr lang="zh-CN" altLang="en-US" sz="12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安全</a:t>
            </a:r>
            <a:r>
              <a:rPr lang="en-US" altLang="zh-CN" sz="12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”</a:t>
            </a:r>
            <a:endParaRPr lang="en-US" altLang="zh-CN" sz="1200" b="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lvl="0" algn="ctr" defTabSz="1097280" eaLnBrk="0" fontAlgn="t" hangingPunct="0">
              <a:buClrTx/>
              <a:buSzTx/>
              <a:buFontTx/>
              <a:defRPr/>
            </a:pPr>
            <a:r>
              <a:rPr lang="zh-CN" altLang="en-US" sz="12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继续深化基于责任的能力体系</a:t>
            </a:r>
            <a:endParaRPr lang="zh-CN" altLang="en-US" sz="1200" b="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65" name="上箭头标注 64"/>
          <p:cNvSpPr/>
          <p:nvPr/>
        </p:nvSpPr>
        <p:spPr bwMode="auto">
          <a:xfrm rot="10800000">
            <a:off x="2092325" y="2825750"/>
            <a:ext cx="9013190" cy="1190625"/>
          </a:xfrm>
          <a:prstGeom prst="upArrowCallout">
            <a:avLst>
              <a:gd name="adj1" fmla="val 22247"/>
              <a:gd name="adj2" fmla="val 25000"/>
              <a:gd name="adj3" fmla="val 16909"/>
              <a:gd name="adj4" fmla="val 76906"/>
            </a:avLst>
          </a:prstGeom>
          <a:noFill/>
          <a:ln>
            <a:gradFill>
              <a:gsLst>
                <a:gs pos="0">
                  <a:srgbClr val="BD374A">
                    <a:lumMod val="5000"/>
                    <a:lumOff val="95000"/>
                  </a:srgbClr>
                </a:gs>
                <a:gs pos="74000">
                  <a:srgbClr val="BD374A">
                    <a:lumMod val="45000"/>
                    <a:lumOff val="55000"/>
                  </a:srgbClr>
                </a:gs>
                <a:gs pos="83000">
                  <a:srgbClr val="BD374A">
                    <a:lumMod val="45000"/>
                    <a:lumOff val="55000"/>
                  </a:srgbClr>
                </a:gs>
                <a:gs pos="100000">
                  <a:srgbClr val="BD374A">
                    <a:lumMod val="30000"/>
                    <a:lumOff val="70000"/>
                  </a:srgbClr>
                </a:gs>
              </a:gsLst>
              <a:lin ang="5400000" scaled="1"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rgbClr val="F2F2F2">
                    <a:alpha val="40000"/>
                  </a:srgbClr>
                </a:solidFill>
              </a14:hiddenFill>
            </a:ext>
          </a:extLst>
        </p:spPr>
        <p:txBody>
          <a:bodyPr vert="horz" wrap="square" lIns="0" tIns="44436" rIns="91440" bIns="45720" numCol="1" rtlCol="0" anchor="t" anchorCtr="0" compatLnSpc="1">
            <a:noAutofit/>
          </a:bodyPr>
          <a:p>
            <a:pPr lvl="0" algn="l" eaLnBrk="0" fontAlgn="t" hangingPunct="0">
              <a:buClrTx/>
              <a:buSzTx/>
              <a:buFontTx/>
              <a:buChar char="•"/>
              <a:defRPr/>
            </a:pPr>
            <a:endParaRPr lang="zh-CN" altLang="en-US" sz="100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128" name="矩形 127"/>
          <p:cNvSpPr/>
          <p:nvPr/>
        </p:nvSpPr>
        <p:spPr bwMode="auto">
          <a:xfrm>
            <a:off x="2059305" y="4011295"/>
            <a:ext cx="9012555" cy="746760"/>
          </a:xfrm>
          <a:prstGeom prst="rect">
            <a:avLst/>
          </a:prstGeom>
          <a:noFill/>
          <a:ln>
            <a:gradFill>
              <a:gsLst>
                <a:gs pos="0">
                  <a:srgbClr val="BD374A">
                    <a:lumMod val="5000"/>
                    <a:lumOff val="95000"/>
                  </a:srgbClr>
                </a:gs>
                <a:gs pos="74000">
                  <a:srgbClr val="BD374A">
                    <a:lumMod val="45000"/>
                    <a:lumOff val="55000"/>
                  </a:srgbClr>
                </a:gs>
                <a:gs pos="83000">
                  <a:srgbClr val="BD374A">
                    <a:lumMod val="45000"/>
                    <a:lumOff val="55000"/>
                  </a:srgbClr>
                </a:gs>
                <a:gs pos="100000">
                  <a:srgbClr val="BD374A">
                    <a:lumMod val="30000"/>
                    <a:lumOff val="70000"/>
                  </a:srgbClr>
                </a:gs>
              </a:gsLst>
              <a:lin ang="5400000" scaled="1"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rgbClr val="F2F2F2">
                    <a:alpha val="40000"/>
                  </a:srgbClr>
                </a:solidFill>
              </a14:hiddenFill>
            </a:ext>
          </a:extLst>
        </p:spPr>
        <p:txBody>
          <a:bodyPr vert="horz" wrap="square" lIns="0" tIns="44436" rIns="91440" bIns="45720" numCol="1" rtlCol="0" anchor="t" anchorCtr="0" compatLnSpc="1">
            <a:noAutofit/>
          </a:bodyPr>
          <a:p>
            <a:pPr lvl="0" algn="l" eaLnBrk="0" fontAlgn="t" hangingPunct="0">
              <a:buClrTx/>
              <a:buSzTx/>
              <a:buFontTx/>
              <a:buChar char="•"/>
              <a:defRPr/>
            </a:pPr>
            <a:endParaRPr lang="zh-CN" altLang="en-US" sz="100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66" name="矩形 65"/>
          <p:cNvSpPr/>
          <p:nvPr/>
        </p:nvSpPr>
        <p:spPr bwMode="auto">
          <a:xfrm>
            <a:off x="2059305" y="4873625"/>
            <a:ext cx="9013190" cy="575310"/>
          </a:xfrm>
          <a:prstGeom prst="rect">
            <a:avLst/>
          </a:prstGeom>
          <a:solidFill>
            <a:srgbClr val="FFF3F3">
              <a:alpha val="70000"/>
            </a:srgbClr>
          </a:solidFill>
          <a:ln w="76200">
            <a:noFill/>
            <a:prstDash val="solid"/>
          </a:ln>
        </p:spPr>
        <p:txBody>
          <a:bodyPr vert="horz" wrap="square" lIns="0" tIns="37030" rIns="76200" bIns="38100" numCol="1" rtlCol="0" anchor="ctr" anchorCtr="0" compatLnSpc="1">
            <a:noAutofit/>
          </a:bodyPr>
          <a:p>
            <a:pPr marL="0" marR="0" lvl="0" indent="0" algn="ctr" defTabSz="76200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从“基础管道提供商”向“数字化综合服务商”转变，做“信息通信事业国家队、主力军”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矩形 83"/>
          <p:cNvSpPr/>
          <p:nvPr/>
        </p:nvSpPr>
        <p:spPr bwMode="auto">
          <a:xfrm>
            <a:off x="2059305" y="5668010"/>
            <a:ext cx="1838325" cy="798195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noFill/>
            <a:prstDash val="solid"/>
          </a:ln>
        </p:spPr>
        <p:txBody>
          <a:bodyPr vert="horz" wrap="square" lIns="0" tIns="37030" rIns="76200" bIns="38100" numCol="1" rtlCol="0" anchor="ctr" anchorCtr="0" compatLnSpc="1">
            <a:noAutofit/>
          </a:bodyPr>
          <a:p>
            <a:pPr marR="0" lvl="0" indent="0" algn="ctr" defTabSz="762000" eaLnBrk="0" fontAlgn="t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让连接更广更密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矩形 74"/>
          <p:cNvSpPr/>
          <p:nvPr/>
        </p:nvSpPr>
        <p:spPr bwMode="auto">
          <a:xfrm>
            <a:off x="4162425" y="5667375"/>
            <a:ext cx="2238375" cy="8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noFill/>
            <a:prstDash val="solid"/>
          </a:ln>
        </p:spPr>
        <p:txBody>
          <a:bodyPr vert="horz" wrap="square" lIns="0" tIns="37030" rIns="76200" bIns="38100" numCol="1" rtlCol="0" anchor="ctr" anchorCtr="0" compatLnSpc="1">
            <a:noAutofit/>
          </a:bodyPr>
          <a:p>
            <a:pPr marR="0" lvl="0" indent="0" algn="ctr" defTabSz="762000" eaLnBrk="0" fontAlgn="t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让算力更快更准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矩形 76"/>
          <p:cNvSpPr/>
          <p:nvPr/>
        </p:nvSpPr>
        <p:spPr bwMode="auto">
          <a:xfrm>
            <a:off x="6664960" y="5668010"/>
            <a:ext cx="2061845" cy="798195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noFill/>
            <a:prstDash val="solid"/>
          </a:ln>
        </p:spPr>
        <p:txBody>
          <a:bodyPr vert="horz" wrap="square" lIns="0" tIns="37030" rIns="76200" bIns="38100" numCol="1" rtlCol="0" anchor="ctr" anchorCtr="0" compatLnSpc="1">
            <a:noAutofit/>
          </a:bodyPr>
          <a:p>
            <a:pPr marR="0" lvl="0" indent="0" algn="ctr" defTabSz="762000" eaLnBrk="0" fontAlgn="t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让服务更近更细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矩形 77"/>
          <p:cNvSpPr/>
          <p:nvPr/>
        </p:nvSpPr>
        <p:spPr bwMode="auto">
          <a:xfrm>
            <a:off x="8990965" y="5668010"/>
            <a:ext cx="2081530" cy="798195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noFill/>
            <a:prstDash val="solid"/>
          </a:ln>
        </p:spPr>
        <p:txBody>
          <a:bodyPr vert="horz" wrap="square" lIns="0" tIns="37030" rIns="76200" bIns="38100" numCol="1" rtlCol="0" anchor="ctr" anchorCtr="0" compatLnSpc="1">
            <a:noAutofit/>
          </a:bodyPr>
          <a:p>
            <a:pPr marR="0" lvl="0" indent="0" algn="ctr" defTabSz="762000" eaLnBrk="0" fontAlgn="t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让安全更</a:t>
            </a:r>
            <a:r>
              <a:rPr lang="zh-CN" altLang="en-US" sz="1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牢更强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30960" y="202565"/>
            <a:ext cx="20497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标语内容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6390" y="202565"/>
            <a:ext cx="6673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一、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0905" y="3028315"/>
            <a:ext cx="1115060" cy="501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聚焦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</Words>
  <Application>WPS 演示</Application>
  <PresentationFormat>宽屏</PresentationFormat>
  <Paragraphs>46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Arial Unicode MS</vt:lpstr>
      <vt:lpstr>Arial Black</vt:lpstr>
      <vt:lpstr>微软雅黑</vt:lpstr>
      <vt:lpstr>黑体</vt:lpstr>
      <vt:lpstr>Times New Roman</vt:lpstr>
      <vt:lpstr>楷体_GB2312</vt:lpstr>
      <vt:lpstr>新宋体</vt:lpstr>
      <vt:lpstr>Helvetica Neue Medium</vt:lpstr>
      <vt:lpstr>Office 主题​​</vt:lpstr>
      <vt:lpstr>PowerPoint 演示文稿</vt:lpstr>
    </vt:vector>
  </TitlesOfParts>
  <Company>河南省分公司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86186</dc:creator>
  <cp:lastModifiedBy>86186</cp:lastModifiedBy>
  <cp:revision>4</cp:revision>
  <dcterms:created xsi:type="dcterms:W3CDTF">2019-09-19T02:01:00Z</dcterms:created>
  <dcterms:modified xsi:type="dcterms:W3CDTF">2026-03-02T07:33:43Z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2052-11.8.2.12085</vt:lpwstr>
  </property>
  <property fmtid="{D5CDD505-2E9C-101B-9397-08002B2CF9AE}" pid="3" name="ICV">
    <vt:lpwstr>11C6A0490A37478180ED0886A96EF6B0</vt:lpwstr>
  </property>
</Properties>
</file>